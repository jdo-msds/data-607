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39.xml"/>
  <Override ContentType="application/vnd.openxmlformats-officedocument.presentationml.slideLayout+xml" PartName="/ppt/slideLayouts/slideLayout35.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89" r:id="rId4"/>
    <p:sldMasterId id="2147483690" r:id="rId5"/>
  </p:sldMasterIdLst>
  <p:notesMasterIdLst>
    <p:notesMasterId r:id="rId6"/>
  </p:notesMasterIdLst>
  <p:sldIdLst>
    <p:sldId id="256" r:id="rId7"/>
    <p:sldId id="257" r:id="rId8"/>
    <p:sldId id="258" r:id="rId9"/>
    <p:sldId id="259" r:id="rId10"/>
    <p:sldId id="260" r:id="rId11"/>
    <p:sldId id="261" r:id="rId12"/>
    <p:sldId id="262" r:id="rId13"/>
    <p:sldId id="263" r:id="rId14"/>
  </p:sldIdLst>
  <p:sldSz cy="6858000" cx="9144000"/>
  <p:notesSz cx="6858000" cy="9144000"/>
  <p:embeddedFontLst>
    <p:embeddedFont>
      <p:font typeface="DM Sans Medium"/>
      <p:regular r:id="rId15"/>
      <p:bold r:id="rId16"/>
      <p:italic r:id="rId17"/>
      <p:boldItalic r:id="rId18"/>
    </p:embeddedFont>
    <p:embeddedFont>
      <p:font typeface="Merriweather SemiBold"/>
      <p:regular r:id="rId19"/>
      <p:bold r:id="rId20"/>
      <p:italic r:id="rId21"/>
      <p:boldItalic r:id="rId22"/>
    </p:embeddedFont>
    <p:embeddedFont>
      <p:font typeface="Merriweather"/>
      <p:regular r:id="rId23"/>
      <p:bold r:id="rId24"/>
      <p:italic r:id="rId25"/>
      <p:boldItalic r:id="rId26"/>
    </p:embeddedFont>
    <p:embeddedFont>
      <p:font typeface="DM Sans"/>
      <p:regular r:id="rId27"/>
      <p:bold r:id="rId28"/>
      <p:italic r:id="rId29"/>
      <p:boldItalic r:id="rId3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MerriweatherSemiBold-bold.fntdata"/><Relationship Id="rId22" Type="http://schemas.openxmlformats.org/officeDocument/2006/relationships/font" Target="fonts/MerriweatherSemiBold-boldItalic.fntdata"/><Relationship Id="rId21" Type="http://schemas.openxmlformats.org/officeDocument/2006/relationships/font" Target="fonts/MerriweatherSemiBold-italic.fntdata"/><Relationship Id="rId24" Type="http://schemas.openxmlformats.org/officeDocument/2006/relationships/font" Target="fonts/Merriweather-bold.fntdata"/><Relationship Id="rId23" Type="http://schemas.openxmlformats.org/officeDocument/2006/relationships/font" Target="fonts/Merriweather-regular.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font" Target="fonts/Merriweather-boldItalic.fntdata"/><Relationship Id="rId25" Type="http://schemas.openxmlformats.org/officeDocument/2006/relationships/font" Target="fonts/Merriweather-italic.fntdata"/><Relationship Id="rId28" Type="http://schemas.openxmlformats.org/officeDocument/2006/relationships/font" Target="fonts/DMSans-bold.fntdata"/><Relationship Id="rId27" Type="http://schemas.openxmlformats.org/officeDocument/2006/relationships/font" Target="fonts/DMSans-regular.fntdata"/><Relationship Id="rId5" Type="http://schemas.openxmlformats.org/officeDocument/2006/relationships/slideMaster" Target="slideMasters/slideMaster2.xml"/><Relationship Id="rId6" Type="http://schemas.openxmlformats.org/officeDocument/2006/relationships/notesMaster" Target="notesMasters/notesMaster1.xml"/><Relationship Id="rId29" Type="http://schemas.openxmlformats.org/officeDocument/2006/relationships/font" Target="fonts/DMSans-italic.fntdata"/><Relationship Id="rId7" Type="http://schemas.openxmlformats.org/officeDocument/2006/relationships/slide" Target="slides/slide1.xml"/><Relationship Id="rId8" Type="http://schemas.openxmlformats.org/officeDocument/2006/relationships/slide" Target="slides/slide2.xml"/><Relationship Id="rId30" Type="http://schemas.openxmlformats.org/officeDocument/2006/relationships/font" Target="fonts/DMSans-boldItalic.fntdata"/><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font" Target="fonts/DMSansMedium-regular.fntdata"/><Relationship Id="rId14" Type="http://schemas.openxmlformats.org/officeDocument/2006/relationships/slide" Target="slides/slide8.xml"/><Relationship Id="rId17" Type="http://schemas.openxmlformats.org/officeDocument/2006/relationships/font" Target="fonts/DMSansMedium-italic.fntdata"/><Relationship Id="rId16" Type="http://schemas.openxmlformats.org/officeDocument/2006/relationships/font" Target="fonts/DMSansMedium-bold.fntdata"/><Relationship Id="rId19" Type="http://schemas.openxmlformats.org/officeDocument/2006/relationships/font" Target="fonts/MerriweatherSemiBold-regular.fntdata"/><Relationship Id="rId18" Type="http://schemas.openxmlformats.org/officeDocument/2006/relationships/font" Target="fonts/DMSansMedium-bold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g391bf1e8d6b_0_715: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90" name="Google Shape;290;g391bf1e8d6b_0_7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i="1" lang="en-US" sz="1200">
                <a:solidFill>
                  <a:schemeClr val="dk1"/>
                </a:solidFill>
              </a:rPr>
              <a:t>Hi everyone, my name is João Oliveira, and this is my Data Science in Context presentation for DATA 607.</a:t>
            </a:r>
            <a:endParaRPr i="1" sz="12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i="1" lang="en-US" sz="1200">
                <a:solidFill>
                  <a:schemeClr val="dk1"/>
                </a:solidFill>
              </a:rPr>
              <a:t>Today I’m going to talk about working with Web APIs in R, and how APIs allow data scientists to turn online services into usable datasets.</a:t>
            </a:r>
            <a:endParaRPr i="1" sz="12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i="1" lang="en-US" sz="1200">
                <a:solidFill>
                  <a:schemeClr val="dk1"/>
                </a:solidFill>
              </a:rPr>
              <a:t>A lot of the most interesting data we work with today doesn’t come in CSV files anymore. Instead, it lives behind web services, and APIs are the main way we access that data in a reproducible and automated way.</a:t>
            </a:r>
            <a:endParaRPr i="1" sz="1200">
              <a:solidFill>
                <a:schemeClr val="dk1"/>
              </a:solidFill>
            </a:endParaRPr>
          </a:p>
          <a:p>
            <a:pPr indent="0" lvl="0" marL="0" rtl="0" algn="l">
              <a:lnSpc>
                <a:spcPct val="115000"/>
              </a:lnSpc>
              <a:spcBef>
                <a:spcPts val="1200"/>
              </a:spcBef>
              <a:spcAft>
                <a:spcPts val="1200"/>
              </a:spcAft>
              <a:buNone/>
            </a:pPr>
            <a:r>
              <a:rPr i="1" lang="en-US" sz="1200">
                <a:solidFill>
                  <a:schemeClr val="dk1"/>
                </a:solidFill>
              </a:rPr>
              <a:t>In the next few minutes, I’ll briefly explain why APIs matter for data scientists, show a small R example, and then connect this to a real business use case.”</a:t>
            </a:r>
            <a:endParaRPr sz="1200"/>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g391bf1e8d6b_0_959: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99" name="Google Shape;299;g391bf1e8d6b_0_9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i="1" lang="en-US">
                <a:solidFill>
                  <a:schemeClr val="dk1"/>
                </a:solidFill>
              </a:rPr>
              <a:t>Web APIs are important because many modern data sources are only available through them.</a:t>
            </a:r>
            <a:endParaRPr i="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i="1" lang="en-US">
                <a:solidFill>
                  <a:schemeClr val="dk1"/>
                </a:solidFill>
              </a:rPr>
              <a:t>For example, marketing teams pull ad performance data from APIs, finance teams pull market data from APIs, and software teams monitor issues and usage metrics through APIs.</a:t>
            </a:r>
            <a:endParaRPr i="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i="1" lang="en-US">
                <a:solidFill>
                  <a:schemeClr val="dk1"/>
                </a:solidFill>
              </a:rPr>
              <a:t>From a data science perspective, APIs are powerful because they allow automated and repeatable data collection. Instead of manually downloading files, we can schedule scripts that pull fresh data every day or every hour.</a:t>
            </a:r>
            <a:endParaRPr i="1">
              <a:solidFill>
                <a:schemeClr val="dk1"/>
              </a:solidFill>
            </a:endParaRPr>
          </a:p>
          <a:p>
            <a:pPr indent="0" lvl="0" marL="0" rtl="0" algn="l">
              <a:lnSpc>
                <a:spcPct val="115000"/>
              </a:lnSpc>
              <a:spcBef>
                <a:spcPts val="1200"/>
              </a:spcBef>
              <a:spcAft>
                <a:spcPts val="1200"/>
              </a:spcAft>
              <a:buNone/>
            </a:pPr>
            <a:r>
              <a:rPr i="1" lang="en-US">
                <a:solidFill>
                  <a:schemeClr val="dk1"/>
                </a:solidFill>
              </a:rPr>
              <a:t>This fits directly into the goals of this course, which focuses heavily on data acquisition, data preparation, and building systems that reliably move data from a source into an analysis-ready format.</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g391bf1e8d6b_0_991: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08" name="Google Shape;308;g391bf1e8d6b_0_9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i="1" lang="en-US">
                <a:solidFill>
                  <a:schemeClr val="dk1"/>
                </a:solidFill>
              </a:rPr>
              <a:t>At a practical level, a web API is simply a URL that returns data when you send it a request.</a:t>
            </a:r>
            <a:endParaRPr i="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i="1" lang="en-US">
                <a:solidFill>
                  <a:schemeClr val="dk1"/>
                </a:solidFill>
              </a:rPr>
              <a:t>You send a request, usually over HTTP, and you receive a response, most often in JSON format.</a:t>
            </a:r>
            <a:endParaRPr i="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i="1" lang="en-US">
                <a:solidFill>
                  <a:schemeClr val="dk1"/>
                </a:solidFill>
              </a:rPr>
              <a:t>That JSON response is structured data that we can parse and turn into a data frame in R.</a:t>
            </a:r>
            <a:endParaRPr i="1">
              <a:solidFill>
                <a:schemeClr val="dk1"/>
              </a:solidFill>
            </a:endParaRPr>
          </a:p>
          <a:p>
            <a:pPr indent="0" lvl="0" marL="0" rtl="0" algn="l">
              <a:lnSpc>
                <a:spcPct val="115000"/>
              </a:lnSpc>
              <a:spcBef>
                <a:spcPts val="1200"/>
              </a:spcBef>
              <a:spcAft>
                <a:spcPts val="1200"/>
              </a:spcAft>
              <a:buNone/>
            </a:pPr>
            <a:r>
              <a:rPr i="1" lang="en-US">
                <a:solidFill>
                  <a:schemeClr val="dk1"/>
                </a:solidFill>
              </a:rPr>
              <a:t>Some APIs are public, while others require authentication using an API key, but the basic idea is always the same: the API defines a contract for how data can be requested and returned.</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g391bf1e8d6b_0_999: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17" name="Google Shape;317;g391bf1e8d6b_0_9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i="1" lang="en-US">
                <a:solidFill>
                  <a:schemeClr val="dk1"/>
                </a:solidFill>
              </a:rPr>
              <a:t>Here’s a small example using R to call a public API.</a:t>
            </a:r>
            <a:endParaRPr i="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i="1" lang="en-US">
                <a:solidFill>
                  <a:schemeClr val="dk1"/>
                </a:solidFill>
              </a:rPr>
              <a:t>In this case, I’m using the GitHub API to retrieve issues from the ggplot2 repository.</a:t>
            </a:r>
            <a:endParaRPr i="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i="1" lang="en-US">
                <a:solidFill>
                  <a:schemeClr val="dk1"/>
                </a:solidFill>
              </a:rPr>
              <a:t>First, I use the httr package to send a GET request to the API endpoint. After making the request, I check the status code to confirm that the call was successful.</a:t>
            </a:r>
            <a:endParaRPr i="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i="1" lang="en-US">
                <a:solidFill>
                  <a:schemeClr val="dk1"/>
                </a:solidFill>
              </a:rPr>
              <a:t>Next, I extract the content of the response as text and use the jsonlite package to parse the JSON into an R object.</a:t>
            </a:r>
            <a:endParaRPr i="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i="1" lang="en-US">
                <a:solidFill>
                  <a:schemeClr val="dk1"/>
                </a:solidFill>
              </a:rPr>
              <a:t>From there, I convert the result into a tibble and select just a few useful variables, such as the issue number, title, status, the user who opened the issue, and the creation date.</a:t>
            </a:r>
            <a:endParaRPr i="1">
              <a:solidFill>
                <a:schemeClr val="dk1"/>
              </a:solidFill>
            </a:endParaRPr>
          </a:p>
          <a:p>
            <a:pPr indent="0" lvl="0" marL="0" rtl="0" algn="l">
              <a:lnSpc>
                <a:spcPct val="115000"/>
              </a:lnSpc>
              <a:spcBef>
                <a:spcPts val="1200"/>
              </a:spcBef>
              <a:spcAft>
                <a:spcPts val="1200"/>
              </a:spcAft>
              <a:buNone/>
            </a:pPr>
            <a:r>
              <a:rPr i="1" lang="en-US">
                <a:solidFill>
                  <a:schemeClr val="dk1"/>
                </a:solidFill>
              </a:rPr>
              <a:t>At this point, the API data looks just like any other tidy dataset in R, and we can immediately analyze it, summarize it, or visualize it.</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g391bf1e8d6b_0_1033: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26" name="Google Shape;326;g391bf1e8d6b_0_10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g391bf1e8d6b_0_1007: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36" name="Google Shape;336;g391bf1e8d6b_0_10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i="1" lang="en-US">
                <a:solidFill>
                  <a:schemeClr val="dk1"/>
                </a:solidFill>
              </a:rPr>
              <a:t>In a business or organizational context, this kind of workflow is extremely common.</a:t>
            </a:r>
            <a:endParaRPr i="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i="1" lang="en-US">
                <a:solidFill>
                  <a:schemeClr val="dk1"/>
                </a:solidFill>
              </a:rPr>
              <a:t>For example, a software team might use this data to track open versus closed issues, identify recurring bugs, or monitor response times.</a:t>
            </a:r>
            <a:endParaRPr i="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i="1" lang="en-US">
                <a:solidFill>
                  <a:schemeClr val="dk1"/>
                </a:solidFill>
              </a:rPr>
              <a:t>More broadly, APIs make it possible to build automated data pipelines, where data is collected on a regular schedule, cleaned, and then pushed into dashboards or reports.</a:t>
            </a:r>
            <a:endParaRPr i="1">
              <a:solidFill>
                <a:schemeClr val="dk1"/>
              </a:solidFill>
            </a:endParaRPr>
          </a:p>
          <a:p>
            <a:pPr indent="0" lvl="0" marL="0" rtl="0" algn="l">
              <a:lnSpc>
                <a:spcPct val="115000"/>
              </a:lnSpc>
              <a:spcBef>
                <a:spcPts val="1200"/>
              </a:spcBef>
              <a:spcAft>
                <a:spcPts val="1200"/>
              </a:spcAft>
              <a:buNone/>
            </a:pPr>
            <a:r>
              <a:rPr i="1" lang="en-US">
                <a:solidFill>
                  <a:schemeClr val="dk1"/>
                </a:solidFill>
              </a:rPr>
              <a:t>This is a key part of modern data engineering and supports data-driven decision making across many domains.</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g391bf1e8d6b_0_1015: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45" name="Google Shape;345;g391bf1e8d6b_0_10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i="1" lang="en-US">
                <a:solidFill>
                  <a:schemeClr val="dk1"/>
                </a:solidFill>
              </a:rPr>
              <a:t>For anyone who wants to learn more about working with APIs in R, a good starting point is the httr quickstart vignette and the web data chapters in R for Data Science.</a:t>
            </a:r>
            <a:endParaRPr i="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i="1" lang="en-US">
                <a:solidFill>
                  <a:schemeClr val="dk1"/>
                </a:solidFill>
              </a:rPr>
              <a:t>Practicing with public APIs, like GitHub or city open data portals, is a great way to build confidence.</a:t>
            </a:r>
            <a:endParaRPr i="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i="1" lang="en-US">
                <a:solidFill>
                  <a:schemeClr val="dk1"/>
                </a:solidFill>
              </a:rPr>
              <a:t>Overall, web APIs are a foundational skill for data scientists. They allow us to move beyond static files and work with live, real-world data in a reproducible and scalable way.</a:t>
            </a:r>
            <a:endParaRPr i="1">
              <a:solidFill>
                <a:schemeClr val="dk1"/>
              </a:solidFill>
            </a:endParaRPr>
          </a:p>
          <a:p>
            <a:pPr indent="0" lvl="0" marL="0" rtl="0" algn="l">
              <a:lnSpc>
                <a:spcPct val="115000"/>
              </a:lnSpc>
              <a:spcBef>
                <a:spcPts val="1200"/>
              </a:spcBef>
              <a:spcAft>
                <a:spcPts val="1200"/>
              </a:spcAft>
              <a:buNone/>
            </a:pPr>
            <a:r>
              <a:rPr i="1" lang="en-US">
                <a:solidFill>
                  <a:schemeClr val="dk1"/>
                </a:solidFill>
              </a:rPr>
              <a:t>Thank you for listening.</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2" name="Shape 352"/>
        <p:cNvGrpSpPr/>
        <p:nvPr/>
      </p:nvGrpSpPr>
      <p:grpSpPr>
        <a:xfrm>
          <a:off x="0" y="0"/>
          <a:ext cx="0" cy="0"/>
          <a:chOff x="0" y="0"/>
          <a:chExt cx="0" cy="0"/>
        </a:xfrm>
      </p:grpSpPr>
      <p:sp>
        <p:nvSpPr>
          <p:cNvPr id="353" name="Google Shape;353;g391bf1e8d6b_0_1023: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54" name="Google Shape;354;g391bf1e8d6b_0_10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2"/>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 name="Google Shape;13;p2"/>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4" name="Google Shape;14;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 name="Google Shape;15;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 name="Google Shape;16;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7" name="Shape 17"/>
        <p:cNvGrpSpPr/>
        <p:nvPr/>
      </p:nvGrpSpPr>
      <p:grpSpPr>
        <a:xfrm>
          <a:off x="0" y="0"/>
          <a:ext cx="0" cy="0"/>
          <a:chOff x="0" y="0"/>
          <a:chExt cx="0" cy="0"/>
        </a:xfrm>
      </p:grpSpPr>
      <p:sp>
        <p:nvSpPr>
          <p:cNvPr id="18" name="Google Shape;18;p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0" name="Google Shape;20;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3" name="Shape 23"/>
        <p:cNvGrpSpPr/>
        <p:nvPr/>
      </p:nvGrpSpPr>
      <p:grpSpPr>
        <a:xfrm>
          <a:off x="0" y="0"/>
          <a:ext cx="0" cy="0"/>
          <a:chOff x="0" y="0"/>
          <a:chExt cx="0" cy="0"/>
        </a:xfrm>
      </p:grpSpPr>
      <p:sp>
        <p:nvSpPr>
          <p:cNvPr id="24" name="Google Shape;24;p4"/>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4"/>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26" name="Google Shape;26;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9" name="Shape 29"/>
        <p:cNvGrpSpPr/>
        <p:nvPr/>
      </p:nvGrpSpPr>
      <p:grpSpPr>
        <a:xfrm>
          <a:off x="0" y="0"/>
          <a:ext cx="0" cy="0"/>
          <a:chOff x="0" y="0"/>
          <a:chExt cx="0" cy="0"/>
        </a:xfrm>
      </p:grpSpPr>
      <p:sp>
        <p:nvSpPr>
          <p:cNvPr id="30" name="Google Shape;30;p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5"/>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2" name="Google Shape;32;p5"/>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3" name="Google Shape;33;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6" name="Shape 36"/>
        <p:cNvGrpSpPr/>
        <p:nvPr/>
      </p:nvGrpSpPr>
      <p:grpSpPr>
        <a:xfrm>
          <a:off x="0" y="0"/>
          <a:ext cx="0" cy="0"/>
          <a:chOff x="0" y="0"/>
          <a:chExt cx="0" cy="0"/>
        </a:xfrm>
      </p:grpSpPr>
      <p:sp>
        <p:nvSpPr>
          <p:cNvPr id="37" name="Google Shape;37;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6"/>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39" name="Google Shape;39;p6"/>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0" name="Google Shape;40;p6"/>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1" name="Google Shape;41;p6"/>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2" name="Google Shape;42;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5" name="Shape 45"/>
        <p:cNvGrpSpPr/>
        <p:nvPr/>
      </p:nvGrpSpPr>
      <p:grpSpPr>
        <a:xfrm>
          <a:off x="0" y="0"/>
          <a:ext cx="0" cy="0"/>
          <a:chOff x="0" y="0"/>
          <a:chExt cx="0" cy="0"/>
        </a:xfrm>
      </p:grpSpPr>
      <p:sp>
        <p:nvSpPr>
          <p:cNvPr id="46" name="Google Shape;46;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 name="Google Shape;47;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0" name="Shape 50"/>
        <p:cNvGrpSpPr/>
        <p:nvPr/>
      </p:nvGrpSpPr>
      <p:grpSpPr>
        <a:xfrm>
          <a:off x="0" y="0"/>
          <a:ext cx="0" cy="0"/>
          <a:chOff x="0" y="0"/>
          <a:chExt cx="0" cy="0"/>
        </a:xfrm>
      </p:grpSpPr>
      <p:sp>
        <p:nvSpPr>
          <p:cNvPr id="51" name="Google Shape;51;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p:nvPr>
            <p:ph idx="2" type="pic"/>
          </p:nvPr>
        </p:nvSpPr>
        <p:spPr>
          <a:xfrm>
            <a:off x="1792288" y="612775"/>
            <a:ext cx="5486400" cy="4114800"/>
          </a:xfrm>
          <a:prstGeom prst="rect">
            <a:avLst/>
          </a:prstGeom>
          <a:noFill/>
          <a:ln>
            <a:noFill/>
          </a:ln>
        </p:spPr>
      </p:sp>
      <p:sp>
        <p:nvSpPr>
          <p:cNvPr id="64" name="Google Shape;64;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_4">
    <p:spTree>
      <p:nvGrpSpPr>
        <p:cNvPr id="84" name="Shape 84"/>
        <p:cNvGrpSpPr/>
        <p:nvPr/>
      </p:nvGrpSpPr>
      <p:grpSpPr>
        <a:xfrm>
          <a:off x="0" y="0"/>
          <a:ext cx="0" cy="0"/>
          <a:chOff x="0" y="0"/>
          <a:chExt cx="0" cy="0"/>
        </a:xfrm>
      </p:grpSpPr>
      <p:sp>
        <p:nvSpPr>
          <p:cNvPr id="85" name="Google Shape;85;p14"/>
          <p:cNvSpPr txBox="1"/>
          <p:nvPr>
            <p:ph type="ctrTitle"/>
          </p:nvPr>
        </p:nvSpPr>
        <p:spPr>
          <a:xfrm>
            <a:off x="311708" y="992767"/>
            <a:ext cx="8520600" cy="27369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86" name="Google Shape;86;p14"/>
          <p:cNvSpPr txBox="1"/>
          <p:nvPr>
            <p:ph idx="1" type="subTitle"/>
          </p:nvPr>
        </p:nvSpPr>
        <p:spPr>
          <a:xfrm>
            <a:off x="311700" y="3778833"/>
            <a:ext cx="8520600" cy="10569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87" name="Google Shape;87;p14"/>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_HEADER_1">
    <p:spTree>
      <p:nvGrpSpPr>
        <p:cNvPr id="88" name="Shape 88"/>
        <p:cNvGrpSpPr/>
        <p:nvPr/>
      </p:nvGrpSpPr>
      <p:grpSpPr>
        <a:xfrm>
          <a:off x="0" y="0"/>
          <a:ext cx="0" cy="0"/>
          <a:chOff x="0" y="0"/>
          <a:chExt cx="0" cy="0"/>
        </a:xfrm>
      </p:grpSpPr>
      <p:sp>
        <p:nvSpPr>
          <p:cNvPr id="89" name="Google Shape;89;p15"/>
          <p:cNvSpPr txBox="1"/>
          <p:nvPr>
            <p:ph type="title"/>
          </p:nvPr>
        </p:nvSpPr>
        <p:spPr>
          <a:xfrm>
            <a:off x="311700" y="2867800"/>
            <a:ext cx="8520600" cy="11223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90" name="Google Shape;90;p15"/>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_AND_BODY_1_1">
    <p:spTree>
      <p:nvGrpSpPr>
        <p:cNvPr id="91" name="Shape 91"/>
        <p:cNvGrpSpPr/>
        <p:nvPr/>
      </p:nvGrpSpPr>
      <p:grpSpPr>
        <a:xfrm>
          <a:off x="0" y="0"/>
          <a:ext cx="0" cy="0"/>
          <a:chOff x="0" y="0"/>
          <a:chExt cx="0" cy="0"/>
        </a:xfrm>
      </p:grpSpPr>
      <p:sp>
        <p:nvSpPr>
          <p:cNvPr id="92" name="Google Shape;92;p16"/>
          <p:cNvSpPr txBox="1"/>
          <p:nvPr>
            <p:ph type="title"/>
          </p:nvPr>
        </p:nvSpPr>
        <p:spPr>
          <a:xfrm>
            <a:off x="311700" y="593367"/>
            <a:ext cx="8520600" cy="763500"/>
          </a:xfrm>
          <a:prstGeom prst="rect">
            <a:avLst/>
          </a:prstGeom>
        </p:spPr>
        <p:txBody>
          <a:bodyPr anchorCtr="0" anchor="t" bIns="91425" lIns="91425" spcFirstLastPara="1" rIns="91425" wrap="square" tIns="91425">
            <a:normAutofit/>
          </a:bodyPr>
          <a:lstStyle>
            <a:lvl1pPr lvl="0">
              <a:spcBef>
                <a:spcPts val="0"/>
              </a:spcBef>
              <a:spcAft>
                <a:spcPts val="0"/>
              </a:spcAft>
              <a:buSzPts val="3450"/>
              <a:buNone/>
              <a:defRPr/>
            </a:lvl1pPr>
            <a:lvl2pPr lvl="1">
              <a:spcBef>
                <a:spcPts val="0"/>
              </a:spcBef>
              <a:spcAft>
                <a:spcPts val="0"/>
              </a:spcAft>
              <a:buSzPts val="3450"/>
              <a:buNone/>
              <a:defRPr/>
            </a:lvl2pPr>
            <a:lvl3pPr lvl="2">
              <a:spcBef>
                <a:spcPts val="0"/>
              </a:spcBef>
              <a:spcAft>
                <a:spcPts val="0"/>
              </a:spcAft>
              <a:buSzPts val="3450"/>
              <a:buNone/>
              <a:defRPr/>
            </a:lvl3pPr>
            <a:lvl4pPr lvl="3">
              <a:spcBef>
                <a:spcPts val="0"/>
              </a:spcBef>
              <a:spcAft>
                <a:spcPts val="0"/>
              </a:spcAft>
              <a:buSzPts val="3450"/>
              <a:buNone/>
              <a:defRPr/>
            </a:lvl4pPr>
            <a:lvl5pPr lvl="4">
              <a:spcBef>
                <a:spcPts val="0"/>
              </a:spcBef>
              <a:spcAft>
                <a:spcPts val="0"/>
              </a:spcAft>
              <a:buSzPts val="3450"/>
              <a:buNone/>
              <a:defRPr/>
            </a:lvl5pPr>
            <a:lvl6pPr lvl="5">
              <a:spcBef>
                <a:spcPts val="0"/>
              </a:spcBef>
              <a:spcAft>
                <a:spcPts val="0"/>
              </a:spcAft>
              <a:buSzPts val="3450"/>
              <a:buNone/>
              <a:defRPr/>
            </a:lvl6pPr>
            <a:lvl7pPr lvl="6">
              <a:spcBef>
                <a:spcPts val="0"/>
              </a:spcBef>
              <a:spcAft>
                <a:spcPts val="0"/>
              </a:spcAft>
              <a:buSzPts val="3450"/>
              <a:buNone/>
              <a:defRPr/>
            </a:lvl7pPr>
            <a:lvl8pPr lvl="7">
              <a:spcBef>
                <a:spcPts val="0"/>
              </a:spcBef>
              <a:spcAft>
                <a:spcPts val="0"/>
              </a:spcAft>
              <a:buSzPts val="3450"/>
              <a:buNone/>
              <a:defRPr/>
            </a:lvl8pPr>
            <a:lvl9pPr lvl="8">
              <a:spcBef>
                <a:spcPts val="0"/>
              </a:spcBef>
              <a:spcAft>
                <a:spcPts val="0"/>
              </a:spcAft>
              <a:buSzPts val="3450"/>
              <a:buNone/>
              <a:defRPr/>
            </a:lvl9pPr>
          </a:lstStyle>
          <a:p/>
        </p:txBody>
      </p:sp>
      <p:sp>
        <p:nvSpPr>
          <p:cNvPr id="93" name="Google Shape;93;p16"/>
          <p:cNvSpPr txBox="1"/>
          <p:nvPr>
            <p:ph idx="1" type="body"/>
          </p:nvPr>
        </p:nvSpPr>
        <p:spPr>
          <a:xfrm>
            <a:off x="311700" y="1536633"/>
            <a:ext cx="8520600" cy="45552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SzPts val="1000"/>
              <a:buChar char="●"/>
              <a:defRPr/>
            </a:lvl1pPr>
            <a:lvl2pPr indent="-279400" lvl="1" marL="914400">
              <a:spcBef>
                <a:spcPts val="0"/>
              </a:spcBef>
              <a:spcAft>
                <a:spcPts val="0"/>
              </a:spcAft>
              <a:buSzPts val="8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94" name="Google Shape;94;p16"/>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_AND_TWO_COLUMNS_1_1">
    <p:spTree>
      <p:nvGrpSpPr>
        <p:cNvPr id="95" name="Shape 95"/>
        <p:cNvGrpSpPr/>
        <p:nvPr/>
      </p:nvGrpSpPr>
      <p:grpSpPr>
        <a:xfrm>
          <a:off x="0" y="0"/>
          <a:ext cx="0" cy="0"/>
          <a:chOff x="0" y="0"/>
          <a:chExt cx="0" cy="0"/>
        </a:xfrm>
      </p:grpSpPr>
      <p:sp>
        <p:nvSpPr>
          <p:cNvPr id="96" name="Google Shape;96;p17"/>
          <p:cNvSpPr txBox="1"/>
          <p:nvPr>
            <p:ph type="title"/>
          </p:nvPr>
        </p:nvSpPr>
        <p:spPr>
          <a:xfrm>
            <a:off x="311700" y="593367"/>
            <a:ext cx="8520600" cy="763500"/>
          </a:xfrm>
          <a:prstGeom prst="rect">
            <a:avLst/>
          </a:prstGeom>
        </p:spPr>
        <p:txBody>
          <a:bodyPr anchorCtr="0" anchor="t" bIns="91425" lIns="91425" spcFirstLastPara="1" rIns="91425" wrap="square" tIns="91425">
            <a:normAutofit/>
          </a:bodyPr>
          <a:lstStyle>
            <a:lvl1pPr lvl="0">
              <a:spcBef>
                <a:spcPts val="0"/>
              </a:spcBef>
              <a:spcAft>
                <a:spcPts val="0"/>
              </a:spcAft>
              <a:buSzPts val="3450"/>
              <a:buNone/>
              <a:defRPr/>
            </a:lvl1pPr>
            <a:lvl2pPr lvl="1">
              <a:spcBef>
                <a:spcPts val="0"/>
              </a:spcBef>
              <a:spcAft>
                <a:spcPts val="0"/>
              </a:spcAft>
              <a:buSzPts val="3450"/>
              <a:buNone/>
              <a:defRPr/>
            </a:lvl2pPr>
            <a:lvl3pPr lvl="2">
              <a:spcBef>
                <a:spcPts val="0"/>
              </a:spcBef>
              <a:spcAft>
                <a:spcPts val="0"/>
              </a:spcAft>
              <a:buSzPts val="3450"/>
              <a:buNone/>
              <a:defRPr/>
            </a:lvl3pPr>
            <a:lvl4pPr lvl="3">
              <a:spcBef>
                <a:spcPts val="0"/>
              </a:spcBef>
              <a:spcAft>
                <a:spcPts val="0"/>
              </a:spcAft>
              <a:buSzPts val="3450"/>
              <a:buNone/>
              <a:defRPr/>
            </a:lvl4pPr>
            <a:lvl5pPr lvl="4">
              <a:spcBef>
                <a:spcPts val="0"/>
              </a:spcBef>
              <a:spcAft>
                <a:spcPts val="0"/>
              </a:spcAft>
              <a:buSzPts val="3450"/>
              <a:buNone/>
              <a:defRPr/>
            </a:lvl5pPr>
            <a:lvl6pPr lvl="5">
              <a:spcBef>
                <a:spcPts val="0"/>
              </a:spcBef>
              <a:spcAft>
                <a:spcPts val="0"/>
              </a:spcAft>
              <a:buSzPts val="3450"/>
              <a:buNone/>
              <a:defRPr/>
            </a:lvl6pPr>
            <a:lvl7pPr lvl="6">
              <a:spcBef>
                <a:spcPts val="0"/>
              </a:spcBef>
              <a:spcAft>
                <a:spcPts val="0"/>
              </a:spcAft>
              <a:buSzPts val="3450"/>
              <a:buNone/>
              <a:defRPr/>
            </a:lvl7pPr>
            <a:lvl8pPr lvl="7">
              <a:spcBef>
                <a:spcPts val="0"/>
              </a:spcBef>
              <a:spcAft>
                <a:spcPts val="0"/>
              </a:spcAft>
              <a:buSzPts val="3450"/>
              <a:buNone/>
              <a:defRPr/>
            </a:lvl8pPr>
            <a:lvl9pPr lvl="8">
              <a:spcBef>
                <a:spcPts val="0"/>
              </a:spcBef>
              <a:spcAft>
                <a:spcPts val="0"/>
              </a:spcAft>
              <a:buSzPts val="3450"/>
              <a:buNone/>
              <a:defRPr/>
            </a:lvl9pPr>
          </a:lstStyle>
          <a:p/>
        </p:txBody>
      </p:sp>
      <p:sp>
        <p:nvSpPr>
          <p:cNvPr id="97" name="Google Shape;97;p17"/>
          <p:cNvSpPr txBox="1"/>
          <p:nvPr>
            <p:ph idx="1" type="body"/>
          </p:nvPr>
        </p:nvSpPr>
        <p:spPr>
          <a:xfrm>
            <a:off x="311700" y="1536633"/>
            <a:ext cx="3999900" cy="4555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98" name="Google Shape;98;p17"/>
          <p:cNvSpPr txBox="1"/>
          <p:nvPr>
            <p:ph idx="2" type="body"/>
          </p:nvPr>
        </p:nvSpPr>
        <p:spPr>
          <a:xfrm>
            <a:off x="4832400" y="1536633"/>
            <a:ext cx="3999900" cy="4555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99" name="Google Shape;99;p17"/>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_ONLY_1">
    <p:spTree>
      <p:nvGrpSpPr>
        <p:cNvPr id="100" name="Shape 100"/>
        <p:cNvGrpSpPr/>
        <p:nvPr/>
      </p:nvGrpSpPr>
      <p:grpSpPr>
        <a:xfrm>
          <a:off x="0" y="0"/>
          <a:ext cx="0" cy="0"/>
          <a:chOff x="0" y="0"/>
          <a:chExt cx="0" cy="0"/>
        </a:xfrm>
      </p:grpSpPr>
      <p:sp>
        <p:nvSpPr>
          <p:cNvPr id="101" name="Google Shape;101;p18"/>
          <p:cNvSpPr txBox="1"/>
          <p:nvPr>
            <p:ph type="title"/>
          </p:nvPr>
        </p:nvSpPr>
        <p:spPr>
          <a:xfrm>
            <a:off x="311700" y="593367"/>
            <a:ext cx="8520600" cy="763500"/>
          </a:xfrm>
          <a:prstGeom prst="rect">
            <a:avLst/>
          </a:prstGeom>
        </p:spPr>
        <p:txBody>
          <a:bodyPr anchorCtr="0" anchor="t" bIns="91425" lIns="91425" spcFirstLastPara="1" rIns="91425" wrap="square" tIns="91425">
            <a:normAutofit/>
          </a:bodyPr>
          <a:lstStyle>
            <a:lvl1pPr lvl="0">
              <a:spcBef>
                <a:spcPts val="0"/>
              </a:spcBef>
              <a:spcAft>
                <a:spcPts val="0"/>
              </a:spcAft>
              <a:buSzPts val="3450"/>
              <a:buNone/>
              <a:defRPr/>
            </a:lvl1pPr>
            <a:lvl2pPr lvl="1">
              <a:spcBef>
                <a:spcPts val="0"/>
              </a:spcBef>
              <a:spcAft>
                <a:spcPts val="0"/>
              </a:spcAft>
              <a:buSzPts val="3450"/>
              <a:buNone/>
              <a:defRPr/>
            </a:lvl2pPr>
            <a:lvl3pPr lvl="2">
              <a:spcBef>
                <a:spcPts val="0"/>
              </a:spcBef>
              <a:spcAft>
                <a:spcPts val="0"/>
              </a:spcAft>
              <a:buSzPts val="3450"/>
              <a:buNone/>
              <a:defRPr/>
            </a:lvl3pPr>
            <a:lvl4pPr lvl="3">
              <a:spcBef>
                <a:spcPts val="0"/>
              </a:spcBef>
              <a:spcAft>
                <a:spcPts val="0"/>
              </a:spcAft>
              <a:buSzPts val="3450"/>
              <a:buNone/>
              <a:defRPr/>
            </a:lvl4pPr>
            <a:lvl5pPr lvl="4">
              <a:spcBef>
                <a:spcPts val="0"/>
              </a:spcBef>
              <a:spcAft>
                <a:spcPts val="0"/>
              </a:spcAft>
              <a:buSzPts val="3450"/>
              <a:buNone/>
              <a:defRPr/>
            </a:lvl5pPr>
            <a:lvl6pPr lvl="5">
              <a:spcBef>
                <a:spcPts val="0"/>
              </a:spcBef>
              <a:spcAft>
                <a:spcPts val="0"/>
              </a:spcAft>
              <a:buSzPts val="3450"/>
              <a:buNone/>
              <a:defRPr/>
            </a:lvl6pPr>
            <a:lvl7pPr lvl="6">
              <a:spcBef>
                <a:spcPts val="0"/>
              </a:spcBef>
              <a:spcAft>
                <a:spcPts val="0"/>
              </a:spcAft>
              <a:buSzPts val="3450"/>
              <a:buNone/>
              <a:defRPr/>
            </a:lvl7pPr>
            <a:lvl8pPr lvl="7">
              <a:spcBef>
                <a:spcPts val="0"/>
              </a:spcBef>
              <a:spcAft>
                <a:spcPts val="0"/>
              </a:spcAft>
              <a:buSzPts val="3450"/>
              <a:buNone/>
              <a:defRPr/>
            </a:lvl8pPr>
            <a:lvl9pPr lvl="8">
              <a:spcBef>
                <a:spcPts val="0"/>
              </a:spcBef>
              <a:spcAft>
                <a:spcPts val="0"/>
              </a:spcAft>
              <a:buSzPts val="3450"/>
              <a:buNone/>
              <a:defRPr/>
            </a:lvl9pPr>
          </a:lstStyle>
          <a:p/>
        </p:txBody>
      </p:sp>
      <p:sp>
        <p:nvSpPr>
          <p:cNvPr id="102" name="Google Shape;102;p18"/>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_1">
    <p:spTree>
      <p:nvGrpSpPr>
        <p:cNvPr id="103" name="Shape 103"/>
        <p:cNvGrpSpPr/>
        <p:nvPr/>
      </p:nvGrpSpPr>
      <p:grpSpPr>
        <a:xfrm>
          <a:off x="0" y="0"/>
          <a:ext cx="0" cy="0"/>
          <a:chOff x="0" y="0"/>
          <a:chExt cx="0" cy="0"/>
        </a:xfrm>
      </p:grpSpPr>
      <p:sp>
        <p:nvSpPr>
          <p:cNvPr id="104" name="Google Shape;104;p19"/>
          <p:cNvSpPr txBox="1"/>
          <p:nvPr>
            <p:ph type="title"/>
          </p:nvPr>
        </p:nvSpPr>
        <p:spPr>
          <a:xfrm>
            <a:off x="311700" y="740800"/>
            <a:ext cx="2808000" cy="1007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105" name="Google Shape;105;p19"/>
          <p:cNvSpPr txBox="1"/>
          <p:nvPr>
            <p:ph idx="1" type="body"/>
          </p:nvPr>
        </p:nvSpPr>
        <p:spPr>
          <a:xfrm>
            <a:off x="311700" y="1852800"/>
            <a:ext cx="2808000" cy="42393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106" name="Google Shape;106;p19"/>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_1">
    <p:spTree>
      <p:nvGrpSpPr>
        <p:cNvPr id="107" name="Shape 107"/>
        <p:cNvGrpSpPr/>
        <p:nvPr/>
      </p:nvGrpSpPr>
      <p:grpSpPr>
        <a:xfrm>
          <a:off x="0" y="0"/>
          <a:ext cx="0" cy="0"/>
          <a:chOff x="0" y="0"/>
          <a:chExt cx="0" cy="0"/>
        </a:xfrm>
      </p:grpSpPr>
      <p:sp>
        <p:nvSpPr>
          <p:cNvPr id="108" name="Google Shape;108;p20"/>
          <p:cNvSpPr txBox="1"/>
          <p:nvPr>
            <p:ph type="title"/>
          </p:nvPr>
        </p:nvSpPr>
        <p:spPr>
          <a:xfrm>
            <a:off x="490250" y="600200"/>
            <a:ext cx="6367800" cy="54543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109" name="Google Shape;109;p20"/>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_1">
    <p:spTree>
      <p:nvGrpSpPr>
        <p:cNvPr id="110" name="Shape 110"/>
        <p:cNvGrpSpPr/>
        <p:nvPr/>
      </p:nvGrpSpPr>
      <p:grpSpPr>
        <a:xfrm>
          <a:off x="0" y="0"/>
          <a:ext cx="0" cy="0"/>
          <a:chOff x="0" y="0"/>
          <a:chExt cx="0" cy="0"/>
        </a:xfrm>
      </p:grpSpPr>
      <p:sp>
        <p:nvSpPr>
          <p:cNvPr id="111" name="Google Shape;111;p21"/>
          <p:cNvSpPr/>
          <p:nvPr/>
        </p:nvSpPr>
        <p:spPr>
          <a:xfrm>
            <a:off x="4572000" y="-167"/>
            <a:ext cx="4572000" cy="68580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21"/>
          <p:cNvSpPr txBox="1"/>
          <p:nvPr>
            <p:ph type="title"/>
          </p:nvPr>
        </p:nvSpPr>
        <p:spPr>
          <a:xfrm>
            <a:off x="265500" y="1644233"/>
            <a:ext cx="4045200" cy="19764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113" name="Google Shape;113;p21"/>
          <p:cNvSpPr txBox="1"/>
          <p:nvPr>
            <p:ph idx="1" type="subTitle"/>
          </p:nvPr>
        </p:nvSpPr>
        <p:spPr>
          <a:xfrm>
            <a:off x="265500" y="3737433"/>
            <a:ext cx="4045200" cy="16467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114" name="Google Shape;114;p21"/>
          <p:cNvSpPr txBox="1"/>
          <p:nvPr>
            <p:ph idx="2" type="body"/>
          </p:nvPr>
        </p:nvSpPr>
        <p:spPr>
          <a:xfrm>
            <a:off x="4939500" y="965433"/>
            <a:ext cx="3837000" cy="4926900"/>
          </a:xfrm>
          <a:prstGeom prst="rect">
            <a:avLst/>
          </a:prstGeom>
        </p:spPr>
        <p:txBody>
          <a:bodyPr anchorCtr="0" anchor="ctr" bIns="91425" lIns="91425" spcFirstLastPara="1" rIns="91425" wrap="square" tIns="91425">
            <a:normAutofit/>
          </a:bodyPr>
          <a:lstStyle>
            <a:lvl1pPr indent="-292100" lvl="0" marL="457200">
              <a:spcBef>
                <a:spcPts val="0"/>
              </a:spcBef>
              <a:spcAft>
                <a:spcPts val="0"/>
              </a:spcAft>
              <a:buSzPts val="1000"/>
              <a:buChar char="●"/>
              <a:defRPr/>
            </a:lvl1pPr>
            <a:lvl2pPr indent="-279400" lvl="1" marL="914400">
              <a:spcBef>
                <a:spcPts val="0"/>
              </a:spcBef>
              <a:spcAft>
                <a:spcPts val="0"/>
              </a:spcAft>
              <a:buSzPts val="8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115" name="Google Shape;115;p21"/>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_1">
    <p:spTree>
      <p:nvGrpSpPr>
        <p:cNvPr id="116" name="Shape 116"/>
        <p:cNvGrpSpPr/>
        <p:nvPr/>
      </p:nvGrpSpPr>
      <p:grpSpPr>
        <a:xfrm>
          <a:off x="0" y="0"/>
          <a:ext cx="0" cy="0"/>
          <a:chOff x="0" y="0"/>
          <a:chExt cx="0" cy="0"/>
        </a:xfrm>
      </p:grpSpPr>
      <p:sp>
        <p:nvSpPr>
          <p:cNvPr id="117" name="Google Shape;117;p22"/>
          <p:cNvSpPr txBox="1"/>
          <p:nvPr>
            <p:ph idx="1" type="body"/>
          </p:nvPr>
        </p:nvSpPr>
        <p:spPr>
          <a:xfrm>
            <a:off x="311700" y="5640767"/>
            <a:ext cx="5998800" cy="8067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000"/>
              <a:buNone/>
              <a:defRPr/>
            </a:lvl1pPr>
          </a:lstStyle>
          <a:p/>
        </p:txBody>
      </p:sp>
      <p:sp>
        <p:nvSpPr>
          <p:cNvPr id="118" name="Google Shape;118;p22"/>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_1">
    <p:spTree>
      <p:nvGrpSpPr>
        <p:cNvPr id="119" name="Shape 119"/>
        <p:cNvGrpSpPr/>
        <p:nvPr/>
      </p:nvGrpSpPr>
      <p:grpSpPr>
        <a:xfrm>
          <a:off x="0" y="0"/>
          <a:ext cx="0" cy="0"/>
          <a:chOff x="0" y="0"/>
          <a:chExt cx="0" cy="0"/>
        </a:xfrm>
      </p:grpSpPr>
      <p:sp>
        <p:nvSpPr>
          <p:cNvPr id="120" name="Google Shape;120;p23"/>
          <p:cNvSpPr txBox="1"/>
          <p:nvPr>
            <p:ph hasCustomPrompt="1" type="title"/>
          </p:nvPr>
        </p:nvSpPr>
        <p:spPr>
          <a:xfrm>
            <a:off x="311700" y="1474833"/>
            <a:ext cx="8520600" cy="26181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121" name="Google Shape;121;p23"/>
          <p:cNvSpPr txBox="1"/>
          <p:nvPr>
            <p:ph idx="1" type="body"/>
          </p:nvPr>
        </p:nvSpPr>
        <p:spPr>
          <a:xfrm>
            <a:off x="311700" y="4202967"/>
            <a:ext cx="8520600" cy="1734300"/>
          </a:xfrm>
          <a:prstGeom prst="rect">
            <a:avLst/>
          </a:prstGeom>
        </p:spPr>
        <p:txBody>
          <a:bodyPr anchorCtr="0" anchor="t" bIns="91425" lIns="91425" spcFirstLastPara="1" rIns="91425" wrap="square" tIns="91425">
            <a:normAutofit/>
          </a:bodyPr>
          <a:lstStyle>
            <a:lvl1pPr indent="-292100" lvl="0" marL="457200" algn="ctr">
              <a:spcBef>
                <a:spcPts val="0"/>
              </a:spcBef>
              <a:spcAft>
                <a:spcPts val="0"/>
              </a:spcAft>
              <a:buSzPts val="1000"/>
              <a:buChar char="●"/>
              <a:defRPr/>
            </a:lvl1pPr>
            <a:lvl2pPr indent="-279400" lvl="1" marL="914400" algn="ctr">
              <a:spcBef>
                <a:spcPts val="0"/>
              </a:spcBef>
              <a:spcAft>
                <a:spcPts val="0"/>
              </a:spcAft>
              <a:buSzPts val="800"/>
              <a:buChar char="○"/>
              <a:defRPr/>
            </a:lvl2pPr>
            <a:lvl3pPr indent="-292100" lvl="2" marL="1371600" algn="ctr">
              <a:spcBef>
                <a:spcPts val="0"/>
              </a:spcBef>
              <a:spcAft>
                <a:spcPts val="0"/>
              </a:spcAft>
              <a:buSzPts val="1000"/>
              <a:buChar char="■"/>
              <a:defRPr/>
            </a:lvl3pPr>
            <a:lvl4pPr indent="-292100" lvl="3" marL="1828800" algn="ctr">
              <a:spcBef>
                <a:spcPts val="0"/>
              </a:spcBef>
              <a:spcAft>
                <a:spcPts val="0"/>
              </a:spcAft>
              <a:buSzPts val="1000"/>
              <a:buChar char="●"/>
              <a:defRPr/>
            </a:lvl4pPr>
            <a:lvl5pPr indent="-292100" lvl="4" marL="2286000" algn="ctr">
              <a:spcBef>
                <a:spcPts val="0"/>
              </a:spcBef>
              <a:spcAft>
                <a:spcPts val="0"/>
              </a:spcAft>
              <a:buSzPts val="1000"/>
              <a:buChar char="○"/>
              <a:defRPr/>
            </a:lvl5pPr>
            <a:lvl6pPr indent="-292100" lvl="5" marL="2743200" algn="ctr">
              <a:spcBef>
                <a:spcPts val="0"/>
              </a:spcBef>
              <a:spcAft>
                <a:spcPts val="0"/>
              </a:spcAft>
              <a:buSzPts val="1000"/>
              <a:buChar char="■"/>
              <a:defRPr/>
            </a:lvl6pPr>
            <a:lvl7pPr indent="-292100" lvl="6" marL="3200400" algn="ctr">
              <a:spcBef>
                <a:spcPts val="0"/>
              </a:spcBef>
              <a:spcAft>
                <a:spcPts val="0"/>
              </a:spcAft>
              <a:buSzPts val="1000"/>
              <a:buChar char="●"/>
              <a:defRPr/>
            </a:lvl7pPr>
            <a:lvl8pPr indent="-292100" lvl="7" marL="3657600" algn="ctr">
              <a:spcBef>
                <a:spcPts val="0"/>
              </a:spcBef>
              <a:spcAft>
                <a:spcPts val="0"/>
              </a:spcAft>
              <a:buSzPts val="1000"/>
              <a:buChar char="○"/>
              <a:defRPr/>
            </a:lvl8pPr>
            <a:lvl9pPr indent="-292100" lvl="8" marL="4114800" algn="ctr">
              <a:spcBef>
                <a:spcPts val="0"/>
              </a:spcBef>
              <a:spcAft>
                <a:spcPts val="0"/>
              </a:spcAft>
              <a:buSzPts val="1000"/>
              <a:buChar char="■"/>
              <a:defRPr/>
            </a:lvl9pPr>
          </a:lstStyle>
          <a:p/>
        </p:txBody>
      </p:sp>
      <p:sp>
        <p:nvSpPr>
          <p:cNvPr id="122" name="Google Shape;122;p23"/>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3" name="Shape 123"/>
        <p:cNvGrpSpPr/>
        <p:nvPr/>
      </p:nvGrpSpPr>
      <p:grpSpPr>
        <a:xfrm>
          <a:off x="0" y="0"/>
          <a:ext cx="0" cy="0"/>
          <a:chOff x="0" y="0"/>
          <a:chExt cx="0" cy="0"/>
        </a:xfrm>
      </p:grpSpPr>
      <p:sp>
        <p:nvSpPr>
          <p:cNvPr id="124" name="Google Shape;124;p24"/>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CUSTOM_7_1">
    <p:spTree>
      <p:nvGrpSpPr>
        <p:cNvPr id="125" name="Shape 125"/>
        <p:cNvGrpSpPr/>
        <p:nvPr/>
      </p:nvGrpSpPr>
      <p:grpSpPr>
        <a:xfrm>
          <a:off x="0" y="0"/>
          <a:ext cx="0" cy="0"/>
          <a:chOff x="0" y="0"/>
          <a:chExt cx="0" cy="0"/>
        </a:xfrm>
      </p:grpSpPr>
      <p:sp>
        <p:nvSpPr>
          <p:cNvPr id="126" name="Google Shape;126;p25"/>
          <p:cNvSpPr txBox="1"/>
          <p:nvPr>
            <p:ph type="title"/>
          </p:nvPr>
        </p:nvSpPr>
        <p:spPr>
          <a:xfrm>
            <a:off x="677325" y="2443700"/>
            <a:ext cx="3217200" cy="1978800"/>
          </a:xfrm>
          <a:prstGeom prst="rect">
            <a:avLst/>
          </a:prstGeom>
        </p:spPr>
        <p:txBody>
          <a:bodyPr anchorCtr="0" anchor="ctr" bIns="91425" lIns="91425" spcFirstLastPara="1" rIns="91425" wrap="square" tIns="91425">
            <a:normAutofit/>
          </a:bodyPr>
          <a:lstStyle>
            <a:lvl1pPr lvl="0">
              <a:spcBef>
                <a:spcPts val="0"/>
              </a:spcBef>
              <a:spcAft>
                <a:spcPts val="0"/>
              </a:spcAft>
              <a:buSzPts val="4200"/>
              <a:buNone/>
              <a:defRPr sz="4200"/>
            </a:lvl1pPr>
            <a:lvl2pPr lvl="1">
              <a:spcBef>
                <a:spcPts val="0"/>
              </a:spcBef>
              <a:spcAft>
                <a:spcPts val="0"/>
              </a:spcAft>
              <a:buSzPts val="3450"/>
              <a:buNone/>
              <a:defRPr/>
            </a:lvl2pPr>
            <a:lvl3pPr lvl="2">
              <a:spcBef>
                <a:spcPts val="0"/>
              </a:spcBef>
              <a:spcAft>
                <a:spcPts val="0"/>
              </a:spcAft>
              <a:buSzPts val="3450"/>
              <a:buNone/>
              <a:defRPr/>
            </a:lvl3pPr>
            <a:lvl4pPr lvl="3">
              <a:spcBef>
                <a:spcPts val="0"/>
              </a:spcBef>
              <a:spcAft>
                <a:spcPts val="0"/>
              </a:spcAft>
              <a:buSzPts val="3450"/>
              <a:buNone/>
              <a:defRPr/>
            </a:lvl4pPr>
            <a:lvl5pPr lvl="4">
              <a:spcBef>
                <a:spcPts val="0"/>
              </a:spcBef>
              <a:spcAft>
                <a:spcPts val="0"/>
              </a:spcAft>
              <a:buSzPts val="3450"/>
              <a:buNone/>
              <a:defRPr/>
            </a:lvl5pPr>
            <a:lvl6pPr lvl="5">
              <a:spcBef>
                <a:spcPts val="0"/>
              </a:spcBef>
              <a:spcAft>
                <a:spcPts val="0"/>
              </a:spcAft>
              <a:buSzPts val="3450"/>
              <a:buNone/>
              <a:defRPr/>
            </a:lvl6pPr>
            <a:lvl7pPr lvl="6">
              <a:spcBef>
                <a:spcPts val="0"/>
              </a:spcBef>
              <a:spcAft>
                <a:spcPts val="0"/>
              </a:spcAft>
              <a:buSzPts val="3450"/>
              <a:buNone/>
              <a:defRPr/>
            </a:lvl7pPr>
            <a:lvl8pPr lvl="7">
              <a:spcBef>
                <a:spcPts val="0"/>
              </a:spcBef>
              <a:spcAft>
                <a:spcPts val="0"/>
              </a:spcAft>
              <a:buSzPts val="3450"/>
              <a:buNone/>
              <a:defRPr/>
            </a:lvl8pPr>
            <a:lvl9pPr lvl="8">
              <a:spcBef>
                <a:spcPts val="0"/>
              </a:spcBef>
              <a:spcAft>
                <a:spcPts val="0"/>
              </a:spcAft>
              <a:buSzPts val="3450"/>
              <a:buNone/>
              <a:defRPr/>
            </a:lvl9pPr>
          </a:lstStyle>
          <a:p/>
        </p:txBody>
      </p:sp>
      <p:sp>
        <p:nvSpPr>
          <p:cNvPr id="127" name="Google Shape;127;p25"/>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
        <p:nvSpPr>
          <p:cNvPr id="128" name="Google Shape;128;p25"/>
          <p:cNvSpPr txBox="1"/>
          <p:nvPr>
            <p:ph idx="1" type="subTitle"/>
          </p:nvPr>
        </p:nvSpPr>
        <p:spPr>
          <a:xfrm>
            <a:off x="4406650" y="525000"/>
            <a:ext cx="4409700" cy="7236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129" name="Google Shape;129;p25"/>
          <p:cNvSpPr txBox="1"/>
          <p:nvPr>
            <p:ph idx="2" type="subTitle"/>
          </p:nvPr>
        </p:nvSpPr>
        <p:spPr>
          <a:xfrm>
            <a:off x="4406650" y="1535607"/>
            <a:ext cx="4409700" cy="7236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130" name="Google Shape;130;p25"/>
          <p:cNvSpPr txBox="1"/>
          <p:nvPr>
            <p:ph idx="3" type="subTitle"/>
          </p:nvPr>
        </p:nvSpPr>
        <p:spPr>
          <a:xfrm>
            <a:off x="4406650" y="4567427"/>
            <a:ext cx="4409700" cy="7236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131" name="Google Shape;131;p25"/>
          <p:cNvSpPr txBox="1"/>
          <p:nvPr>
            <p:ph idx="4" type="subTitle"/>
          </p:nvPr>
        </p:nvSpPr>
        <p:spPr>
          <a:xfrm>
            <a:off x="4406650" y="2546213"/>
            <a:ext cx="4409700" cy="7236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132" name="Google Shape;132;p25"/>
          <p:cNvSpPr txBox="1"/>
          <p:nvPr>
            <p:ph idx="5" type="subTitle"/>
          </p:nvPr>
        </p:nvSpPr>
        <p:spPr>
          <a:xfrm>
            <a:off x="4406650" y="5578033"/>
            <a:ext cx="4409700" cy="7236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133" name="Google Shape;133;p25"/>
          <p:cNvSpPr txBox="1"/>
          <p:nvPr>
            <p:ph idx="6" type="subTitle"/>
          </p:nvPr>
        </p:nvSpPr>
        <p:spPr>
          <a:xfrm>
            <a:off x="4406650" y="3556820"/>
            <a:ext cx="4409700" cy="7236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CUSTOM_8_1">
    <p:spTree>
      <p:nvGrpSpPr>
        <p:cNvPr id="134" name="Shape 134"/>
        <p:cNvGrpSpPr/>
        <p:nvPr/>
      </p:nvGrpSpPr>
      <p:grpSpPr>
        <a:xfrm>
          <a:off x="0" y="0"/>
          <a:ext cx="0" cy="0"/>
          <a:chOff x="0" y="0"/>
          <a:chExt cx="0" cy="0"/>
        </a:xfrm>
      </p:grpSpPr>
      <p:sp>
        <p:nvSpPr>
          <p:cNvPr id="135" name="Google Shape;135;p26"/>
          <p:cNvSpPr txBox="1"/>
          <p:nvPr>
            <p:ph type="title"/>
          </p:nvPr>
        </p:nvSpPr>
        <p:spPr>
          <a:xfrm>
            <a:off x="311700" y="593367"/>
            <a:ext cx="8520600" cy="763500"/>
          </a:xfrm>
          <a:prstGeom prst="rect">
            <a:avLst/>
          </a:prstGeom>
        </p:spPr>
        <p:txBody>
          <a:bodyPr anchorCtr="0" anchor="t" bIns="91425" lIns="91425" spcFirstLastPara="1" rIns="91425" wrap="square" tIns="91425">
            <a:normAutofit/>
          </a:bodyPr>
          <a:lstStyle>
            <a:lvl1pPr lvl="0">
              <a:spcBef>
                <a:spcPts val="0"/>
              </a:spcBef>
              <a:spcAft>
                <a:spcPts val="0"/>
              </a:spcAft>
              <a:buSzPts val="3450"/>
              <a:buNone/>
              <a:defRPr/>
            </a:lvl1pPr>
            <a:lvl2pPr lvl="1">
              <a:spcBef>
                <a:spcPts val="0"/>
              </a:spcBef>
              <a:spcAft>
                <a:spcPts val="0"/>
              </a:spcAft>
              <a:buSzPts val="3450"/>
              <a:buNone/>
              <a:defRPr/>
            </a:lvl2pPr>
            <a:lvl3pPr lvl="2">
              <a:spcBef>
                <a:spcPts val="0"/>
              </a:spcBef>
              <a:spcAft>
                <a:spcPts val="0"/>
              </a:spcAft>
              <a:buSzPts val="3450"/>
              <a:buNone/>
              <a:defRPr/>
            </a:lvl3pPr>
            <a:lvl4pPr lvl="3">
              <a:spcBef>
                <a:spcPts val="0"/>
              </a:spcBef>
              <a:spcAft>
                <a:spcPts val="0"/>
              </a:spcAft>
              <a:buSzPts val="3450"/>
              <a:buNone/>
              <a:defRPr/>
            </a:lvl4pPr>
            <a:lvl5pPr lvl="4">
              <a:spcBef>
                <a:spcPts val="0"/>
              </a:spcBef>
              <a:spcAft>
                <a:spcPts val="0"/>
              </a:spcAft>
              <a:buSzPts val="3450"/>
              <a:buNone/>
              <a:defRPr/>
            </a:lvl5pPr>
            <a:lvl6pPr lvl="5">
              <a:spcBef>
                <a:spcPts val="0"/>
              </a:spcBef>
              <a:spcAft>
                <a:spcPts val="0"/>
              </a:spcAft>
              <a:buSzPts val="3450"/>
              <a:buNone/>
              <a:defRPr/>
            </a:lvl6pPr>
            <a:lvl7pPr lvl="6">
              <a:spcBef>
                <a:spcPts val="0"/>
              </a:spcBef>
              <a:spcAft>
                <a:spcPts val="0"/>
              </a:spcAft>
              <a:buSzPts val="3450"/>
              <a:buNone/>
              <a:defRPr/>
            </a:lvl7pPr>
            <a:lvl8pPr lvl="7">
              <a:spcBef>
                <a:spcPts val="0"/>
              </a:spcBef>
              <a:spcAft>
                <a:spcPts val="0"/>
              </a:spcAft>
              <a:buSzPts val="3450"/>
              <a:buNone/>
              <a:defRPr/>
            </a:lvl8pPr>
            <a:lvl9pPr lvl="8">
              <a:spcBef>
                <a:spcPts val="0"/>
              </a:spcBef>
              <a:spcAft>
                <a:spcPts val="0"/>
              </a:spcAft>
              <a:buSzPts val="3450"/>
              <a:buNone/>
              <a:defRPr/>
            </a:lvl9pPr>
          </a:lstStyle>
          <a:p/>
        </p:txBody>
      </p:sp>
      <p:sp>
        <p:nvSpPr>
          <p:cNvPr id="136" name="Google Shape;136;p26"/>
          <p:cNvSpPr txBox="1"/>
          <p:nvPr>
            <p:ph idx="1" type="body"/>
          </p:nvPr>
        </p:nvSpPr>
        <p:spPr>
          <a:xfrm>
            <a:off x="311700" y="1536633"/>
            <a:ext cx="4473900" cy="45552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SzPts val="1000"/>
              <a:buChar char="●"/>
              <a:defRPr/>
            </a:lvl1pPr>
            <a:lvl2pPr indent="-279400" lvl="1" marL="914400">
              <a:spcBef>
                <a:spcPts val="0"/>
              </a:spcBef>
              <a:spcAft>
                <a:spcPts val="0"/>
              </a:spcAft>
              <a:buSzPts val="8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137" name="Google Shape;137;p26"/>
          <p:cNvSpPr/>
          <p:nvPr>
            <p:ph idx="2" type="pic"/>
          </p:nvPr>
        </p:nvSpPr>
        <p:spPr>
          <a:xfrm>
            <a:off x="4992024" y="1537033"/>
            <a:ext cx="3840300" cy="4555200"/>
          </a:xfrm>
          <a:prstGeom prst="rect">
            <a:avLst/>
          </a:prstGeom>
          <a:noFill/>
          <a:ln>
            <a:noFill/>
          </a:ln>
        </p:spPr>
      </p:sp>
      <p:sp>
        <p:nvSpPr>
          <p:cNvPr id="138" name="Google Shape;138;p26"/>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CUSTOM_1">
    <p:spTree>
      <p:nvGrpSpPr>
        <p:cNvPr id="139" name="Shape 139"/>
        <p:cNvGrpSpPr/>
        <p:nvPr/>
      </p:nvGrpSpPr>
      <p:grpSpPr>
        <a:xfrm>
          <a:off x="0" y="0"/>
          <a:ext cx="0" cy="0"/>
          <a:chOff x="0" y="0"/>
          <a:chExt cx="0" cy="0"/>
        </a:xfrm>
      </p:grpSpPr>
      <p:sp>
        <p:nvSpPr>
          <p:cNvPr id="140" name="Google Shape;140;p27"/>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
        <p:nvSpPr>
          <p:cNvPr id="141" name="Google Shape;141;p27"/>
          <p:cNvSpPr txBox="1"/>
          <p:nvPr>
            <p:ph type="title"/>
          </p:nvPr>
        </p:nvSpPr>
        <p:spPr>
          <a:xfrm>
            <a:off x="483175" y="600033"/>
            <a:ext cx="8184600" cy="1010700"/>
          </a:xfrm>
          <a:prstGeom prst="rect">
            <a:avLst/>
          </a:prstGeom>
        </p:spPr>
        <p:txBody>
          <a:bodyPr anchorCtr="0" anchor="ctr"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142" name="Google Shape;142;p27"/>
          <p:cNvSpPr txBox="1"/>
          <p:nvPr>
            <p:ph idx="1" type="body"/>
          </p:nvPr>
        </p:nvSpPr>
        <p:spPr>
          <a:xfrm>
            <a:off x="483150" y="2983717"/>
            <a:ext cx="3619800" cy="31647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SzPts val="1000"/>
              <a:buChar char="●"/>
              <a:defRPr/>
            </a:lvl1pPr>
            <a:lvl2pPr indent="-279400" lvl="1" marL="914400">
              <a:spcBef>
                <a:spcPts val="0"/>
              </a:spcBef>
              <a:spcAft>
                <a:spcPts val="0"/>
              </a:spcAft>
              <a:buSzPts val="8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143" name="Google Shape;143;p27"/>
          <p:cNvSpPr txBox="1"/>
          <p:nvPr>
            <p:ph idx="2" type="body"/>
          </p:nvPr>
        </p:nvSpPr>
        <p:spPr>
          <a:xfrm>
            <a:off x="5048000" y="2983717"/>
            <a:ext cx="3619800" cy="31647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SzPts val="1000"/>
              <a:buChar char="●"/>
              <a:defRPr/>
            </a:lvl1pPr>
            <a:lvl2pPr indent="-279400" lvl="1" marL="914400">
              <a:spcBef>
                <a:spcPts val="0"/>
              </a:spcBef>
              <a:spcAft>
                <a:spcPts val="0"/>
              </a:spcAft>
              <a:buSzPts val="8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144" name="Google Shape;144;p27"/>
          <p:cNvSpPr txBox="1"/>
          <p:nvPr>
            <p:ph idx="3" type="subTitle"/>
          </p:nvPr>
        </p:nvSpPr>
        <p:spPr>
          <a:xfrm>
            <a:off x="483150" y="1781548"/>
            <a:ext cx="3619800" cy="7236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145" name="Google Shape;145;p27"/>
          <p:cNvSpPr txBox="1"/>
          <p:nvPr>
            <p:ph idx="4" type="subTitle"/>
          </p:nvPr>
        </p:nvSpPr>
        <p:spPr>
          <a:xfrm>
            <a:off x="5048000" y="1781548"/>
            <a:ext cx="3619800" cy="7236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CUSTOM_2_2">
    <p:spTree>
      <p:nvGrpSpPr>
        <p:cNvPr id="146" name="Shape 146"/>
        <p:cNvGrpSpPr/>
        <p:nvPr/>
      </p:nvGrpSpPr>
      <p:grpSpPr>
        <a:xfrm>
          <a:off x="0" y="0"/>
          <a:ext cx="0" cy="0"/>
          <a:chOff x="0" y="0"/>
          <a:chExt cx="0" cy="0"/>
        </a:xfrm>
      </p:grpSpPr>
      <p:sp>
        <p:nvSpPr>
          <p:cNvPr id="147" name="Google Shape;147;p28"/>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
        <p:nvSpPr>
          <p:cNvPr id="148" name="Google Shape;148;p28"/>
          <p:cNvSpPr txBox="1"/>
          <p:nvPr>
            <p:ph idx="1" type="body"/>
          </p:nvPr>
        </p:nvSpPr>
        <p:spPr>
          <a:xfrm>
            <a:off x="483175" y="3223333"/>
            <a:ext cx="2455500" cy="31647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SzPts val="1000"/>
              <a:buChar char="●"/>
              <a:defRPr/>
            </a:lvl1pPr>
            <a:lvl2pPr indent="-279400" lvl="1" marL="914400">
              <a:spcBef>
                <a:spcPts val="0"/>
              </a:spcBef>
              <a:spcAft>
                <a:spcPts val="0"/>
              </a:spcAft>
              <a:buSzPts val="8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149" name="Google Shape;149;p28"/>
          <p:cNvSpPr txBox="1"/>
          <p:nvPr>
            <p:ph idx="2" type="body"/>
          </p:nvPr>
        </p:nvSpPr>
        <p:spPr>
          <a:xfrm>
            <a:off x="3347725" y="3223333"/>
            <a:ext cx="2455500" cy="31647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SzPts val="1000"/>
              <a:buChar char="●"/>
              <a:defRPr/>
            </a:lvl1pPr>
            <a:lvl2pPr indent="-279400" lvl="1" marL="914400">
              <a:spcBef>
                <a:spcPts val="0"/>
              </a:spcBef>
              <a:spcAft>
                <a:spcPts val="0"/>
              </a:spcAft>
              <a:buSzPts val="8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150" name="Google Shape;150;p28"/>
          <p:cNvSpPr txBox="1"/>
          <p:nvPr>
            <p:ph idx="3" type="body"/>
          </p:nvPr>
        </p:nvSpPr>
        <p:spPr>
          <a:xfrm>
            <a:off x="6212275" y="3223333"/>
            <a:ext cx="2455500" cy="31647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SzPts val="1000"/>
              <a:buChar char="●"/>
              <a:defRPr/>
            </a:lvl1pPr>
            <a:lvl2pPr indent="-279400" lvl="1" marL="914400">
              <a:spcBef>
                <a:spcPts val="0"/>
              </a:spcBef>
              <a:spcAft>
                <a:spcPts val="0"/>
              </a:spcAft>
              <a:buSzPts val="8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151" name="Google Shape;151;p28"/>
          <p:cNvSpPr txBox="1"/>
          <p:nvPr>
            <p:ph type="title"/>
          </p:nvPr>
        </p:nvSpPr>
        <p:spPr>
          <a:xfrm>
            <a:off x="483175" y="600033"/>
            <a:ext cx="8184600" cy="1010700"/>
          </a:xfrm>
          <a:prstGeom prst="rect">
            <a:avLst/>
          </a:prstGeom>
        </p:spPr>
        <p:txBody>
          <a:bodyPr anchorCtr="0" anchor="ctr"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152" name="Google Shape;152;p28"/>
          <p:cNvSpPr txBox="1"/>
          <p:nvPr>
            <p:ph idx="4" type="subTitle"/>
          </p:nvPr>
        </p:nvSpPr>
        <p:spPr>
          <a:xfrm>
            <a:off x="483175" y="1781533"/>
            <a:ext cx="2455500" cy="10380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153" name="Google Shape;153;p28"/>
          <p:cNvSpPr txBox="1"/>
          <p:nvPr>
            <p:ph idx="5" type="subTitle"/>
          </p:nvPr>
        </p:nvSpPr>
        <p:spPr>
          <a:xfrm>
            <a:off x="3347725" y="1781533"/>
            <a:ext cx="2455500" cy="10380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154" name="Google Shape;154;p28"/>
          <p:cNvSpPr txBox="1"/>
          <p:nvPr>
            <p:ph idx="6" type="subTitle"/>
          </p:nvPr>
        </p:nvSpPr>
        <p:spPr>
          <a:xfrm>
            <a:off x="6212275" y="1781533"/>
            <a:ext cx="2455500" cy="10380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CUSTOM_3_1">
    <p:spTree>
      <p:nvGrpSpPr>
        <p:cNvPr id="155" name="Shape 155"/>
        <p:cNvGrpSpPr/>
        <p:nvPr/>
      </p:nvGrpSpPr>
      <p:grpSpPr>
        <a:xfrm>
          <a:off x="0" y="0"/>
          <a:ext cx="0" cy="0"/>
          <a:chOff x="0" y="0"/>
          <a:chExt cx="0" cy="0"/>
        </a:xfrm>
      </p:grpSpPr>
      <p:sp>
        <p:nvSpPr>
          <p:cNvPr id="156" name="Google Shape;156;p29"/>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
        <p:nvSpPr>
          <p:cNvPr id="157" name="Google Shape;157;p29"/>
          <p:cNvSpPr txBox="1"/>
          <p:nvPr>
            <p:ph idx="1" type="body"/>
          </p:nvPr>
        </p:nvSpPr>
        <p:spPr>
          <a:xfrm>
            <a:off x="366725" y="2345458"/>
            <a:ext cx="3838500" cy="15180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279400" lvl="1" marL="914400">
              <a:spcBef>
                <a:spcPts val="0"/>
              </a:spcBef>
              <a:spcAft>
                <a:spcPts val="0"/>
              </a:spcAft>
              <a:buSzPts val="8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158" name="Google Shape;158;p29"/>
          <p:cNvSpPr txBox="1"/>
          <p:nvPr>
            <p:ph idx="2" type="body"/>
          </p:nvPr>
        </p:nvSpPr>
        <p:spPr>
          <a:xfrm>
            <a:off x="4938725" y="2345458"/>
            <a:ext cx="3838500" cy="15180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279400" lvl="1" marL="914400">
              <a:spcBef>
                <a:spcPts val="0"/>
              </a:spcBef>
              <a:spcAft>
                <a:spcPts val="0"/>
              </a:spcAft>
              <a:buSzPts val="8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159" name="Google Shape;159;p29"/>
          <p:cNvSpPr txBox="1"/>
          <p:nvPr>
            <p:ph idx="3" type="body"/>
          </p:nvPr>
        </p:nvSpPr>
        <p:spPr>
          <a:xfrm>
            <a:off x="366750" y="4864767"/>
            <a:ext cx="3838500" cy="15180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279400" lvl="1" marL="914400">
              <a:spcBef>
                <a:spcPts val="0"/>
              </a:spcBef>
              <a:spcAft>
                <a:spcPts val="0"/>
              </a:spcAft>
              <a:buSzPts val="8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160" name="Google Shape;160;p29"/>
          <p:cNvSpPr txBox="1"/>
          <p:nvPr>
            <p:ph idx="4" type="body"/>
          </p:nvPr>
        </p:nvSpPr>
        <p:spPr>
          <a:xfrm>
            <a:off x="4938750" y="4864767"/>
            <a:ext cx="3838500" cy="15180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279400" lvl="1" marL="914400">
              <a:spcBef>
                <a:spcPts val="0"/>
              </a:spcBef>
              <a:spcAft>
                <a:spcPts val="0"/>
              </a:spcAft>
              <a:buSzPts val="8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161" name="Google Shape;161;p29"/>
          <p:cNvSpPr txBox="1"/>
          <p:nvPr>
            <p:ph type="title"/>
          </p:nvPr>
        </p:nvSpPr>
        <p:spPr>
          <a:xfrm>
            <a:off x="366750" y="600033"/>
            <a:ext cx="8184600" cy="1010700"/>
          </a:xfrm>
          <a:prstGeom prst="rect">
            <a:avLst/>
          </a:prstGeom>
        </p:spPr>
        <p:txBody>
          <a:bodyPr anchorCtr="0" anchor="ctr"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162" name="Google Shape;162;p29"/>
          <p:cNvSpPr txBox="1"/>
          <p:nvPr>
            <p:ph idx="5" type="subTitle"/>
          </p:nvPr>
        </p:nvSpPr>
        <p:spPr>
          <a:xfrm>
            <a:off x="366763" y="1703876"/>
            <a:ext cx="3838500" cy="641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163" name="Google Shape;163;p29"/>
          <p:cNvSpPr txBox="1"/>
          <p:nvPr>
            <p:ph idx="6" type="subTitle"/>
          </p:nvPr>
        </p:nvSpPr>
        <p:spPr>
          <a:xfrm>
            <a:off x="4938738" y="1703876"/>
            <a:ext cx="3838500" cy="641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164" name="Google Shape;164;p29"/>
          <p:cNvSpPr txBox="1"/>
          <p:nvPr>
            <p:ph idx="7" type="subTitle"/>
          </p:nvPr>
        </p:nvSpPr>
        <p:spPr>
          <a:xfrm>
            <a:off x="4938761" y="4223150"/>
            <a:ext cx="3838500" cy="641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165" name="Google Shape;165;p29"/>
          <p:cNvSpPr txBox="1"/>
          <p:nvPr>
            <p:ph idx="8" type="subTitle"/>
          </p:nvPr>
        </p:nvSpPr>
        <p:spPr>
          <a:xfrm>
            <a:off x="366750" y="4223150"/>
            <a:ext cx="3838500" cy="641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_ONLY_1_1">
    <p:spTree>
      <p:nvGrpSpPr>
        <p:cNvPr id="166" name="Shape 166"/>
        <p:cNvGrpSpPr/>
        <p:nvPr/>
      </p:nvGrpSpPr>
      <p:grpSpPr>
        <a:xfrm>
          <a:off x="0" y="0"/>
          <a:ext cx="0" cy="0"/>
          <a:chOff x="0" y="0"/>
          <a:chExt cx="0" cy="0"/>
        </a:xfrm>
      </p:grpSpPr>
      <p:sp>
        <p:nvSpPr>
          <p:cNvPr id="167" name="Google Shape;167;p30"/>
          <p:cNvSpPr txBox="1"/>
          <p:nvPr>
            <p:ph type="title"/>
          </p:nvPr>
        </p:nvSpPr>
        <p:spPr>
          <a:xfrm>
            <a:off x="311700" y="593367"/>
            <a:ext cx="8520600" cy="763500"/>
          </a:xfrm>
          <a:prstGeom prst="rect">
            <a:avLst/>
          </a:prstGeom>
        </p:spPr>
        <p:txBody>
          <a:bodyPr anchorCtr="0" anchor="t" bIns="91425" lIns="91425" spcFirstLastPara="1" rIns="91425" wrap="square" tIns="91425">
            <a:normAutofit/>
          </a:bodyPr>
          <a:lstStyle>
            <a:lvl1pPr lvl="0">
              <a:spcBef>
                <a:spcPts val="0"/>
              </a:spcBef>
              <a:spcAft>
                <a:spcPts val="0"/>
              </a:spcAft>
              <a:buSzPts val="3450"/>
              <a:buNone/>
              <a:defRPr/>
            </a:lvl1pPr>
            <a:lvl2pPr lvl="1">
              <a:spcBef>
                <a:spcPts val="0"/>
              </a:spcBef>
              <a:spcAft>
                <a:spcPts val="0"/>
              </a:spcAft>
              <a:buSzPts val="3450"/>
              <a:buNone/>
              <a:defRPr/>
            </a:lvl2pPr>
            <a:lvl3pPr lvl="2">
              <a:spcBef>
                <a:spcPts val="0"/>
              </a:spcBef>
              <a:spcAft>
                <a:spcPts val="0"/>
              </a:spcAft>
              <a:buSzPts val="3450"/>
              <a:buNone/>
              <a:defRPr/>
            </a:lvl3pPr>
            <a:lvl4pPr lvl="3">
              <a:spcBef>
                <a:spcPts val="0"/>
              </a:spcBef>
              <a:spcAft>
                <a:spcPts val="0"/>
              </a:spcAft>
              <a:buSzPts val="3450"/>
              <a:buNone/>
              <a:defRPr/>
            </a:lvl4pPr>
            <a:lvl5pPr lvl="4">
              <a:spcBef>
                <a:spcPts val="0"/>
              </a:spcBef>
              <a:spcAft>
                <a:spcPts val="0"/>
              </a:spcAft>
              <a:buSzPts val="3450"/>
              <a:buNone/>
              <a:defRPr/>
            </a:lvl5pPr>
            <a:lvl6pPr lvl="5">
              <a:spcBef>
                <a:spcPts val="0"/>
              </a:spcBef>
              <a:spcAft>
                <a:spcPts val="0"/>
              </a:spcAft>
              <a:buSzPts val="3450"/>
              <a:buNone/>
              <a:defRPr/>
            </a:lvl6pPr>
            <a:lvl7pPr lvl="6">
              <a:spcBef>
                <a:spcPts val="0"/>
              </a:spcBef>
              <a:spcAft>
                <a:spcPts val="0"/>
              </a:spcAft>
              <a:buSzPts val="3450"/>
              <a:buNone/>
              <a:defRPr/>
            </a:lvl7pPr>
            <a:lvl8pPr lvl="7">
              <a:spcBef>
                <a:spcPts val="0"/>
              </a:spcBef>
              <a:spcAft>
                <a:spcPts val="0"/>
              </a:spcAft>
              <a:buSzPts val="3450"/>
              <a:buNone/>
              <a:defRPr/>
            </a:lvl8pPr>
            <a:lvl9pPr lvl="8">
              <a:spcBef>
                <a:spcPts val="0"/>
              </a:spcBef>
              <a:spcAft>
                <a:spcPts val="0"/>
              </a:spcAft>
              <a:buSzPts val="3450"/>
              <a:buNone/>
              <a:defRPr/>
            </a:lvl9pPr>
          </a:lstStyle>
          <a:p/>
        </p:txBody>
      </p:sp>
      <p:sp>
        <p:nvSpPr>
          <p:cNvPr id="168" name="Google Shape;168;p30"/>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
        <p:nvSpPr>
          <p:cNvPr id="169" name="Google Shape;169;p30"/>
          <p:cNvSpPr/>
          <p:nvPr>
            <p:ph idx="2" type="pic"/>
          </p:nvPr>
        </p:nvSpPr>
        <p:spPr>
          <a:xfrm>
            <a:off x="311700" y="1560567"/>
            <a:ext cx="8520600" cy="4657200"/>
          </a:xfrm>
          <a:prstGeom prst="rect">
            <a:avLst/>
          </a:prstGeom>
          <a:noFill/>
          <a:ln>
            <a:noFill/>
          </a:ln>
        </p:spPr>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CUSTOM_4_1">
    <p:spTree>
      <p:nvGrpSpPr>
        <p:cNvPr id="170" name="Shape 170"/>
        <p:cNvGrpSpPr/>
        <p:nvPr/>
      </p:nvGrpSpPr>
      <p:grpSpPr>
        <a:xfrm>
          <a:off x="0" y="0"/>
          <a:ext cx="0" cy="0"/>
          <a:chOff x="0" y="0"/>
          <a:chExt cx="0" cy="0"/>
        </a:xfrm>
      </p:grpSpPr>
      <p:sp>
        <p:nvSpPr>
          <p:cNvPr id="171" name="Google Shape;171;p31"/>
          <p:cNvSpPr txBox="1"/>
          <p:nvPr>
            <p:ph idx="1" type="body"/>
          </p:nvPr>
        </p:nvSpPr>
        <p:spPr>
          <a:xfrm>
            <a:off x="311700" y="5440300"/>
            <a:ext cx="4027500" cy="12348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172" name="Google Shape;172;p31"/>
          <p:cNvSpPr/>
          <p:nvPr>
            <p:ph idx="2" type="pic"/>
          </p:nvPr>
        </p:nvSpPr>
        <p:spPr>
          <a:xfrm>
            <a:off x="4804825" y="1511067"/>
            <a:ext cx="4027500" cy="3190500"/>
          </a:xfrm>
          <a:prstGeom prst="rect">
            <a:avLst/>
          </a:prstGeom>
          <a:noFill/>
          <a:ln>
            <a:noFill/>
          </a:ln>
        </p:spPr>
      </p:sp>
      <p:sp>
        <p:nvSpPr>
          <p:cNvPr id="173" name="Google Shape;173;p31"/>
          <p:cNvSpPr/>
          <p:nvPr>
            <p:ph idx="3" type="pic"/>
          </p:nvPr>
        </p:nvSpPr>
        <p:spPr>
          <a:xfrm>
            <a:off x="311725" y="1511067"/>
            <a:ext cx="4027500" cy="3190500"/>
          </a:xfrm>
          <a:prstGeom prst="rect">
            <a:avLst/>
          </a:prstGeom>
          <a:noFill/>
          <a:ln>
            <a:noFill/>
          </a:ln>
        </p:spPr>
      </p:sp>
      <p:sp>
        <p:nvSpPr>
          <p:cNvPr id="174" name="Google Shape;174;p31"/>
          <p:cNvSpPr txBox="1"/>
          <p:nvPr>
            <p:ph idx="4" type="body"/>
          </p:nvPr>
        </p:nvSpPr>
        <p:spPr>
          <a:xfrm>
            <a:off x="4804825" y="5440300"/>
            <a:ext cx="4027500" cy="12348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175" name="Google Shape;175;p31"/>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
        <p:nvSpPr>
          <p:cNvPr id="176" name="Google Shape;176;p31"/>
          <p:cNvSpPr txBox="1"/>
          <p:nvPr>
            <p:ph type="title"/>
          </p:nvPr>
        </p:nvSpPr>
        <p:spPr>
          <a:xfrm>
            <a:off x="311700" y="593367"/>
            <a:ext cx="8520600" cy="763500"/>
          </a:xfrm>
          <a:prstGeom prst="rect">
            <a:avLst/>
          </a:prstGeom>
        </p:spPr>
        <p:txBody>
          <a:bodyPr anchorCtr="0" anchor="t" bIns="91425" lIns="91425" spcFirstLastPara="1" rIns="91425" wrap="square" tIns="91425">
            <a:normAutofit/>
          </a:bodyPr>
          <a:lstStyle>
            <a:lvl1pPr lvl="0">
              <a:spcBef>
                <a:spcPts val="0"/>
              </a:spcBef>
              <a:spcAft>
                <a:spcPts val="0"/>
              </a:spcAft>
              <a:buSzPts val="3450"/>
              <a:buNone/>
              <a:defRPr/>
            </a:lvl1pPr>
            <a:lvl2pPr lvl="1">
              <a:spcBef>
                <a:spcPts val="0"/>
              </a:spcBef>
              <a:spcAft>
                <a:spcPts val="0"/>
              </a:spcAft>
              <a:buSzPts val="3450"/>
              <a:buNone/>
              <a:defRPr/>
            </a:lvl2pPr>
            <a:lvl3pPr lvl="2">
              <a:spcBef>
                <a:spcPts val="0"/>
              </a:spcBef>
              <a:spcAft>
                <a:spcPts val="0"/>
              </a:spcAft>
              <a:buSzPts val="3450"/>
              <a:buNone/>
              <a:defRPr/>
            </a:lvl3pPr>
            <a:lvl4pPr lvl="3">
              <a:spcBef>
                <a:spcPts val="0"/>
              </a:spcBef>
              <a:spcAft>
                <a:spcPts val="0"/>
              </a:spcAft>
              <a:buSzPts val="3450"/>
              <a:buNone/>
              <a:defRPr/>
            </a:lvl4pPr>
            <a:lvl5pPr lvl="4">
              <a:spcBef>
                <a:spcPts val="0"/>
              </a:spcBef>
              <a:spcAft>
                <a:spcPts val="0"/>
              </a:spcAft>
              <a:buSzPts val="3450"/>
              <a:buNone/>
              <a:defRPr/>
            </a:lvl5pPr>
            <a:lvl6pPr lvl="5">
              <a:spcBef>
                <a:spcPts val="0"/>
              </a:spcBef>
              <a:spcAft>
                <a:spcPts val="0"/>
              </a:spcAft>
              <a:buSzPts val="3450"/>
              <a:buNone/>
              <a:defRPr/>
            </a:lvl6pPr>
            <a:lvl7pPr lvl="6">
              <a:spcBef>
                <a:spcPts val="0"/>
              </a:spcBef>
              <a:spcAft>
                <a:spcPts val="0"/>
              </a:spcAft>
              <a:buSzPts val="3450"/>
              <a:buNone/>
              <a:defRPr/>
            </a:lvl7pPr>
            <a:lvl8pPr lvl="7">
              <a:spcBef>
                <a:spcPts val="0"/>
              </a:spcBef>
              <a:spcAft>
                <a:spcPts val="0"/>
              </a:spcAft>
              <a:buSzPts val="3450"/>
              <a:buNone/>
              <a:defRPr/>
            </a:lvl8pPr>
            <a:lvl9pPr lvl="8">
              <a:spcBef>
                <a:spcPts val="0"/>
              </a:spcBef>
              <a:spcAft>
                <a:spcPts val="0"/>
              </a:spcAft>
              <a:buSzPts val="3450"/>
              <a:buNone/>
              <a:defRPr/>
            </a:lvl9pPr>
          </a:lstStyle>
          <a:p/>
        </p:txBody>
      </p:sp>
      <p:sp>
        <p:nvSpPr>
          <p:cNvPr id="177" name="Google Shape;177;p31"/>
          <p:cNvSpPr txBox="1"/>
          <p:nvPr>
            <p:ph idx="5" type="subTitle"/>
          </p:nvPr>
        </p:nvSpPr>
        <p:spPr>
          <a:xfrm>
            <a:off x="311725" y="4777200"/>
            <a:ext cx="4027500" cy="641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000"/>
              <a:buNone/>
              <a:defRPr/>
            </a:lvl1pPr>
            <a:lvl2pPr lvl="1">
              <a:lnSpc>
                <a:spcPct val="100000"/>
              </a:lnSpc>
              <a:spcBef>
                <a:spcPts val="0"/>
              </a:spcBef>
              <a:spcAft>
                <a:spcPts val="0"/>
              </a:spcAft>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p:txBody>
      </p:sp>
      <p:sp>
        <p:nvSpPr>
          <p:cNvPr id="178" name="Google Shape;178;p31"/>
          <p:cNvSpPr txBox="1"/>
          <p:nvPr>
            <p:ph idx="6" type="subTitle"/>
          </p:nvPr>
        </p:nvSpPr>
        <p:spPr>
          <a:xfrm>
            <a:off x="4804825" y="4777200"/>
            <a:ext cx="4027500" cy="641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000"/>
              <a:buNone/>
              <a:defRPr/>
            </a:lvl1pPr>
            <a:lvl2pPr lvl="1">
              <a:lnSpc>
                <a:spcPct val="100000"/>
              </a:lnSpc>
              <a:spcBef>
                <a:spcPts val="0"/>
              </a:spcBef>
              <a:spcAft>
                <a:spcPts val="0"/>
              </a:spcAft>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CUSTOM_4_1_1">
    <p:spTree>
      <p:nvGrpSpPr>
        <p:cNvPr id="179" name="Shape 179"/>
        <p:cNvGrpSpPr/>
        <p:nvPr/>
      </p:nvGrpSpPr>
      <p:grpSpPr>
        <a:xfrm>
          <a:off x="0" y="0"/>
          <a:ext cx="0" cy="0"/>
          <a:chOff x="0" y="0"/>
          <a:chExt cx="0" cy="0"/>
        </a:xfrm>
      </p:grpSpPr>
      <p:sp>
        <p:nvSpPr>
          <p:cNvPr id="180" name="Google Shape;180;p32"/>
          <p:cNvSpPr txBox="1"/>
          <p:nvPr>
            <p:ph idx="1" type="body"/>
          </p:nvPr>
        </p:nvSpPr>
        <p:spPr>
          <a:xfrm>
            <a:off x="311700" y="5215600"/>
            <a:ext cx="2627100" cy="13581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181" name="Google Shape;181;p32"/>
          <p:cNvSpPr/>
          <p:nvPr>
            <p:ph idx="2" type="pic"/>
          </p:nvPr>
        </p:nvSpPr>
        <p:spPr>
          <a:xfrm>
            <a:off x="6205225" y="1504433"/>
            <a:ext cx="2627100" cy="3030900"/>
          </a:xfrm>
          <a:prstGeom prst="rect">
            <a:avLst/>
          </a:prstGeom>
          <a:noFill/>
          <a:ln>
            <a:noFill/>
          </a:ln>
        </p:spPr>
      </p:sp>
      <p:sp>
        <p:nvSpPr>
          <p:cNvPr id="182" name="Google Shape;182;p32"/>
          <p:cNvSpPr/>
          <p:nvPr>
            <p:ph idx="3" type="pic"/>
          </p:nvPr>
        </p:nvSpPr>
        <p:spPr>
          <a:xfrm>
            <a:off x="311725" y="1504433"/>
            <a:ext cx="2627100" cy="3030900"/>
          </a:xfrm>
          <a:prstGeom prst="rect">
            <a:avLst/>
          </a:prstGeom>
          <a:noFill/>
          <a:ln>
            <a:noFill/>
          </a:ln>
        </p:spPr>
      </p:sp>
      <p:sp>
        <p:nvSpPr>
          <p:cNvPr id="183" name="Google Shape;183;p32"/>
          <p:cNvSpPr txBox="1"/>
          <p:nvPr>
            <p:ph idx="4" type="body"/>
          </p:nvPr>
        </p:nvSpPr>
        <p:spPr>
          <a:xfrm>
            <a:off x="6205225" y="5215600"/>
            <a:ext cx="2627100" cy="13581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184" name="Google Shape;184;p32"/>
          <p:cNvSpPr/>
          <p:nvPr>
            <p:ph idx="5" type="pic"/>
          </p:nvPr>
        </p:nvSpPr>
        <p:spPr>
          <a:xfrm>
            <a:off x="3255250" y="1504433"/>
            <a:ext cx="2627100" cy="3030900"/>
          </a:xfrm>
          <a:prstGeom prst="rect">
            <a:avLst/>
          </a:prstGeom>
          <a:noFill/>
          <a:ln>
            <a:noFill/>
          </a:ln>
        </p:spPr>
      </p:sp>
      <p:sp>
        <p:nvSpPr>
          <p:cNvPr id="185" name="Google Shape;185;p32"/>
          <p:cNvSpPr txBox="1"/>
          <p:nvPr>
            <p:ph idx="6" type="body"/>
          </p:nvPr>
        </p:nvSpPr>
        <p:spPr>
          <a:xfrm>
            <a:off x="3255250" y="5215600"/>
            <a:ext cx="2627100" cy="13581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186" name="Google Shape;186;p32"/>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
        <p:nvSpPr>
          <p:cNvPr id="187" name="Google Shape;187;p32"/>
          <p:cNvSpPr txBox="1"/>
          <p:nvPr>
            <p:ph type="title"/>
          </p:nvPr>
        </p:nvSpPr>
        <p:spPr>
          <a:xfrm>
            <a:off x="311700" y="593367"/>
            <a:ext cx="8520600" cy="763500"/>
          </a:xfrm>
          <a:prstGeom prst="rect">
            <a:avLst/>
          </a:prstGeom>
        </p:spPr>
        <p:txBody>
          <a:bodyPr anchorCtr="0" anchor="t" bIns="91425" lIns="91425" spcFirstLastPara="1" rIns="91425" wrap="square" tIns="91425">
            <a:normAutofit/>
          </a:bodyPr>
          <a:lstStyle>
            <a:lvl1pPr lvl="0">
              <a:spcBef>
                <a:spcPts val="0"/>
              </a:spcBef>
              <a:spcAft>
                <a:spcPts val="0"/>
              </a:spcAft>
              <a:buSzPts val="3450"/>
              <a:buNone/>
              <a:defRPr/>
            </a:lvl1pPr>
            <a:lvl2pPr lvl="1">
              <a:spcBef>
                <a:spcPts val="0"/>
              </a:spcBef>
              <a:spcAft>
                <a:spcPts val="0"/>
              </a:spcAft>
              <a:buSzPts val="3450"/>
              <a:buNone/>
              <a:defRPr/>
            </a:lvl2pPr>
            <a:lvl3pPr lvl="2">
              <a:spcBef>
                <a:spcPts val="0"/>
              </a:spcBef>
              <a:spcAft>
                <a:spcPts val="0"/>
              </a:spcAft>
              <a:buSzPts val="3450"/>
              <a:buNone/>
              <a:defRPr/>
            </a:lvl3pPr>
            <a:lvl4pPr lvl="3">
              <a:spcBef>
                <a:spcPts val="0"/>
              </a:spcBef>
              <a:spcAft>
                <a:spcPts val="0"/>
              </a:spcAft>
              <a:buSzPts val="3450"/>
              <a:buNone/>
              <a:defRPr/>
            </a:lvl4pPr>
            <a:lvl5pPr lvl="4">
              <a:spcBef>
                <a:spcPts val="0"/>
              </a:spcBef>
              <a:spcAft>
                <a:spcPts val="0"/>
              </a:spcAft>
              <a:buSzPts val="3450"/>
              <a:buNone/>
              <a:defRPr/>
            </a:lvl5pPr>
            <a:lvl6pPr lvl="5">
              <a:spcBef>
                <a:spcPts val="0"/>
              </a:spcBef>
              <a:spcAft>
                <a:spcPts val="0"/>
              </a:spcAft>
              <a:buSzPts val="3450"/>
              <a:buNone/>
              <a:defRPr/>
            </a:lvl6pPr>
            <a:lvl7pPr lvl="6">
              <a:spcBef>
                <a:spcPts val="0"/>
              </a:spcBef>
              <a:spcAft>
                <a:spcPts val="0"/>
              </a:spcAft>
              <a:buSzPts val="3450"/>
              <a:buNone/>
              <a:defRPr/>
            </a:lvl7pPr>
            <a:lvl8pPr lvl="7">
              <a:spcBef>
                <a:spcPts val="0"/>
              </a:spcBef>
              <a:spcAft>
                <a:spcPts val="0"/>
              </a:spcAft>
              <a:buSzPts val="3450"/>
              <a:buNone/>
              <a:defRPr/>
            </a:lvl8pPr>
            <a:lvl9pPr lvl="8">
              <a:spcBef>
                <a:spcPts val="0"/>
              </a:spcBef>
              <a:spcAft>
                <a:spcPts val="0"/>
              </a:spcAft>
              <a:buSzPts val="3450"/>
              <a:buNone/>
              <a:defRPr/>
            </a:lvl9pPr>
          </a:lstStyle>
          <a:p/>
        </p:txBody>
      </p:sp>
      <p:sp>
        <p:nvSpPr>
          <p:cNvPr id="188" name="Google Shape;188;p32"/>
          <p:cNvSpPr txBox="1"/>
          <p:nvPr>
            <p:ph idx="7" type="subTitle"/>
          </p:nvPr>
        </p:nvSpPr>
        <p:spPr>
          <a:xfrm>
            <a:off x="311725" y="4574000"/>
            <a:ext cx="2627100" cy="641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000"/>
              <a:buNone/>
              <a:defRPr/>
            </a:lvl1pPr>
            <a:lvl2pPr lvl="1">
              <a:lnSpc>
                <a:spcPct val="100000"/>
              </a:lnSpc>
              <a:spcBef>
                <a:spcPts val="0"/>
              </a:spcBef>
              <a:spcAft>
                <a:spcPts val="0"/>
              </a:spcAft>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p:txBody>
      </p:sp>
      <p:sp>
        <p:nvSpPr>
          <p:cNvPr id="189" name="Google Shape;189;p32"/>
          <p:cNvSpPr txBox="1"/>
          <p:nvPr>
            <p:ph idx="8" type="subTitle"/>
          </p:nvPr>
        </p:nvSpPr>
        <p:spPr>
          <a:xfrm>
            <a:off x="6205225" y="4574000"/>
            <a:ext cx="2627100" cy="641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000"/>
              <a:buNone/>
              <a:defRPr/>
            </a:lvl1pPr>
            <a:lvl2pPr lvl="1">
              <a:lnSpc>
                <a:spcPct val="100000"/>
              </a:lnSpc>
              <a:spcBef>
                <a:spcPts val="0"/>
              </a:spcBef>
              <a:spcAft>
                <a:spcPts val="0"/>
              </a:spcAft>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p:txBody>
      </p:sp>
      <p:sp>
        <p:nvSpPr>
          <p:cNvPr id="190" name="Google Shape;190;p32"/>
          <p:cNvSpPr txBox="1"/>
          <p:nvPr>
            <p:ph idx="9" type="subTitle"/>
          </p:nvPr>
        </p:nvSpPr>
        <p:spPr>
          <a:xfrm>
            <a:off x="3255250" y="4574000"/>
            <a:ext cx="2627100" cy="641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000"/>
              <a:buNone/>
              <a:defRPr/>
            </a:lvl1pPr>
            <a:lvl2pPr lvl="1">
              <a:lnSpc>
                <a:spcPct val="100000"/>
              </a:lnSpc>
              <a:spcBef>
                <a:spcPts val="0"/>
              </a:spcBef>
              <a:spcAft>
                <a:spcPts val="0"/>
              </a:spcAft>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CUSTOM_5_1">
    <p:spTree>
      <p:nvGrpSpPr>
        <p:cNvPr id="191" name="Shape 191"/>
        <p:cNvGrpSpPr/>
        <p:nvPr/>
      </p:nvGrpSpPr>
      <p:grpSpPr>
        <a:xfrm>
          <a:off x="0" y="0"/>
          <a:ext cx="0" cy="0"/>
          <a:chOff x="0" y="0"/>
          <a:chExt cx="0" cy="0"/>
        </a:xfrm>
      </p:grpSpPr>
      <p:sp>
        <p:nvSpPr>
          <p:cNvPr id="192" name="Google Shape;192;p33"/>
          <p:cNvSpPr/>
          <p:nvPr>
            <p:ph idx="2" type="pic"/>
          </p:nvPr>
        </p:nvSpPr>
        <p:spPr>
          <a:xfrm>
            <a:off x="311700" y="593367"/>
            <a:ext cx="8520600" cy="5624400"/>
          </a:xfrm>
          <a:prstGeom prst="rect">
            <a:avLst/>
          </a:prstGeom>
          <a:noFill/>
          <a:ln>
            <a:noFill/>
          </a:ln>
        </p:spPr>
      </p:sp>
      <p:sp>
        <p:nvSpPr>
          <p:cNvPr id="193" name="Google Shape;193;p33"/>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CUSTOM_6_1">
    <p:spTree>
      <p:nvGrpSpPr>
        <p:cNvPr id="194" name="Shape 194"/>
        <p:cNvGrpSpPr/>
        <p:nvPr/>
      </p:nvGrpSpPr>
      <p:grpSpPr>
        <a:xfrm>
          <a:off x="0" y="0"/>
          <a:ext cx="0" cy="0"/>
          <a:chOff x="0" y="0"/>
          <a:chExt cx="0" cy="0"/>
        </a:xfrm>
      </p:grpSpPr>
      <p:sp>
        <p:nvSpPr>
          <p:cNvPr id="195" name="Google Shape;195;p34"/>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
        <p:nvSpPr>
          <p:cNvPr id="196" name="Google Shape;196;p34"/>
          <p:cNvSpPr/>
          <p:nvPr>
            <p:ph idx="2" type="pic"/>
          </p:nvPr>
        </p:nvSpPr>
        <p:spPr>
          <a:xfrm>
            <a:off x="3389600" y="158550"/>
            <a:ext cx="1643700" cy="2046900"/>
          </a:xfrm>
          <a:prstGeom prst="rect">
            <a:avLst/>
          </a:prstGeom>
          <a:noFill/>
          <a:ln>
            <a:noFill/>
          </a:ln>
        </p:spPr>
      </p:sp>
      <p:sp>
        <p:nvSpPr>
          <p:cNvPr id="197" name="Google Shape;197;p34"/>
          <p:cNvSpPr/>
          <p:nvPr>
            <p:ph idx="3" type="pic"/>
          </p:nvPr>
        </p:nvSpPr>
        <p:spPr>
          <a:xfrm>
            <a:off x="5195935" y="158550"/>
            <a:ext cx="1643700" cy="2046900"/>
          </a:xfrm>
          <a:prstGeom prst="rect">
            <a:avLst/>
          </a:prstGeom>
          <a:noFill/>
          <a:ln>
            <a:noFill/>
          </a:ln>
        </p:spPr>
      </p:sp>
      <p:sp>
        <p:nvSpPr>
          <p:cNvPr id="198" name="Google Shape;198;p34"/>
          <p:cNvSpPr/>
          <p:nvPr>
            <p:ph idx="4" type="pic"/>
          </p:nvPr>
        </p:nvSpPr>
        <p:spPr>
          <a:xfrm>
            <a:off x="7002270" y="158550"/>
            <a:ext cx="1643700" cy="2046900"/>
          </a:xfrm>
          <a:prstGeom prst="rect">
            <a:avLst/>
          </a:prstGeom>
          <a:noFill/>
          <a:ln>
            <a:noFill/>
          </a:ln>
        </p:spPr>
      </p:sp>
      <p:sp>
        <p:nvSpPr>
          <p:cNvPr id="199" name="Google Shape;199;p34"/>
          <p:cNvSpPr/>
          <p:nvPr>
            <p:ph idx="5" type="pic"/>
          </p:nvPr>
        </p:nvSpPr>
        <p:spPr>
          <a:xfrm>
            <a:off x="3389588" y="2405616"/>
            <a:ext cx="1643700" cy="2046900"/>
          </a:xfrm>
          <a:prstGeom prst="rect">
            <a:avLst/>
          </a:prstGeom>
          <a:noFill/>
          <a:ln>
            <a:noFill/>
          </a:ln>
        </p:spPr>
      </p:sp>
      <p:sp>
        <p:nvSpPr>
          <p:cNvPr id="200" name="Google Shape;200;p34"/>
          <p:cNvSpPr/>
          <p:nvPr>
            <p:ph idx="6" type="pic"/>
          </p:nvPr>
        </p:nvSpPr>
        <p:spPr>
          <a:xfrm>
            <a:off x="5195922" y="2405616"/>
            <a:ext cx="1643700" cy="2046900"/>
          </a:xfrm>
          <a:prstGeom prst="rect">
            <a:avLst/>
          </a:prstGeom>
          <a:noFill/>
          <a:ln>
            <a:noFill/>
          </a:ln>
        </p:spPr>
      </p:sp>
      <p:sp>
        <p:nvSpPr>
          <p:cNvPr id="201" name="Google Shape;201;p34"/>
          <p:cNvSpPr/>
          <p:nvPr>
            <p:ph idx="7" type="pic"/>
          </p:nvPr>
        </p:nvSpPr>
        <p:spPr>
          <a:xfrm>
            <a:off x="7002257" y="2405616"/>
            <a:ext cx="1643700" cy="2046900"/>
          </a:xfrm>
          <a:prstGeom prst="rect">
            <a:avLst/>
          </a:prstGeom>
          <a:noFill/>
          <a:ln>
            <a:noFill/>
          </a:ln>
        </p:spPr>
      </p:sp>
      <p:sp>
        <p:nvSpPr>
          <p:cNvPr id="202" name="Google Shape;202;p34"/>
          <p:cNvSpPr txBox="1"/>
          <p:nvPr>
            <p:ph type="title"/>
          </p:nvPr>
        </p:nvSpPr>
        <p:spPr>
          <a:xfrm>
            <a:off x="351550" y="593367"/>
            <a:ext cx="2596800" cy="2275200"/>
          </a:xfrm>
          <a:prstGeom prst="rect">
            <a:avLst/>
          </a:prstGeom>
        </p:spPr>
        <p:txBody>
          <a:bodyPr anchorCtr="0" anchor="t" bIns="91425" lIns="91425" spcFirstLastPara="1" rIns="91425" wrap="square" tIns="91425">
            <a:spAutoFit/>
          </a:bodyPr>
          <a:lstStyle>
            <a:lvl1pPr lvl="0">
              <a:spcBef>
                <a:spcPts val="0"/>
              </a:spcBef>
              <a:spcAft>
                <a:spcPts val="0"/>
              </a:spcAft>
              <a:buSzPts val="3450"/>
              <a:buNone/>
              <a:defRPr/>
            </a:lvl1pPr>
            <a:lvl2pPr lvl="1">
              <a:spcBef>
                <a:spcPts val="0"/>
              </a:spcBef>
              <a:spcAft>
                <a:spcPts val="0"/>
              </a:spcAft>
              <a:buSzPts val="3450"/>
              <a:buNone/>
              <a:defRPr/>
            </a:lvl2pPr>
            <a:lvl3pPr lvl="2">
              <a:spcBef>
                <a:spcPts val="0"/>
              </a:spcBef>
              <a:spcAft>
                <a:spcPts val="0"/>
              </a:spcAft>
              <a:buSzPts val="3450"/>
              <a:buNone/>
              <a:defRPr/>
            </a:lvl3pPr>
            <a:lvl4pPr lvl="3">
              <a:spcBef>
                <a:spcPts val="0"/>
              </a:spcBef>
              <a:spcAft>
                <a:spcPts val="0"/>
              </a:spcAft>
              <a:buSzPts val="3450"/>
              <a:buNone/>
              <a:defRPr/>
            </a:lvl4pPr>
            <a:lvl5pPr lvl="4">
              <a:spcBef>
                <a:spcPts val="0"/>
              </a:spcBef>
              <a:spcAft>
                <a:spcPts val="0"/>
              </a:spcAft>
              <a:buSzPts val="3450"/>
              <a:buNone/>
              <a:defRPr/>
            </a:lvl5pPr>
            <a:lvl6pPr lvl="5">
              <a:spcBef>
                <a:spcPts val="0"/>
              </a:spcBef>
              <a:spcAft>
                <a:spcPts val="0"/>
              </a:spcAft>
              <a:buSzPts val="3450"/>
              <a:buNone/>
              <a:defRPr/>
            </a:lvl6pPr>
            <a:lvl7pPr lvl="6">
              <a:spcBef>
                <a:spcPts val="0"/>
              </a:spcBef>
              <a:spcAft>
                <a:spcPts val="0"/>
              </a:spcAft>
              <a:buSzPts val="3450"/>
              <a:buNone/>
              <a:defRPr/>
            </a:lvl7pPr>
            <a:lvl8pPr lvl="7">
              <a:spcBef>
                <a:spcPts val="0"/>
              </a:spcBef>
              <a:spcAft>
                <a:spcPts val="0"/>
              </a:spcAft>
              <a:buSzPts val="3450"/>
              <a:buNone/>
              <a:defRPr/>
            </a:lvl8pPr>
            <a:lvl9pPr lvl="8">
              <a:spcBef>
                <a:spcPts val="0"/>
              </a:spcBef>
              <a:spcAft>
                <a:spcPts val="0"/>
              </a:spcAft>
              <a:buSzPts val="3450"/>
              <a:buNone/>
              <a:defRPr/>
            </a:lvl9pPr>
          </a:lstStyle>
          <a:p/>
        </p:txBody>
      </p:sp>
      <p:sp>
        <p:nvSpPr>
          <p:cNvPr id="203" name="Google Shape;203;p34"/>
          <p:cNvSpPr/>
          <p:nvPr>
            <p:ph idx="8" type="pic"/>
          </p:nvPr>
        </p:nvSpPr>
        <p:spPr>
          <a:xfrm>
            <a:off x="3389588" y="4652649"/>
            <a:ext cx="1643700" cy="2046900"/>
          </a:xfrm>
          <a:prstGeom prst="rect">
            <a:avLst/>
          </a:prstGeom>
          <a:noFill/>
          <a:ln>
            <a:noFill/>
          </a:ln>
        </p:spPr>
      </p:sp>
      <p:sp>
        <p:nvSpPr>
          <p:cNvPr id="204" name="Google Shape;204;p34"/>
          <p:cNvSpPr/>
          <p:nvPr>
            <p:ph idx="9" type="pic"/>
          </p:nvPr>
        </p:nvSpPr>
        <p:spPr>
          <a:xfrm>
            <a:off x="5195922" y="4652649"/>
            <a:ext cx="1643700" cy="2046900"/>
          </a:xfrm>
          <a:prstGeom prst="rect">
            <a:avLst/>
          </a:prstGeom>
          <a:noFill/>
          <a:ln>
            <a:noFill/>
          </a:ln>
        </p:spPr>
      </p:sp>
      <p:sp>
        <p:nvSpPr>
          <p:cNvPr id="205" name="Google Shape;205;p34"/>
          <p:cNvSpPr/>
          <p:nvPr>
            <p:ph idx="13" type="pic"/>
          </p:nvPr>
        </p:nvSpPr>
        <p:spPr>
          <a:xfrm>
            <a:off x="7002257" y="4652649"/>
            <a:ext cx="1643700" cy="2046900"/>
          </a:xfrm>
          <a:prstGeom prst="rect">
            <a:avLst/>
          </a:prstGeom>
          <a:noFill/>
          <a:ln>
            <a:noFill/>
          </a:ln>
        </p:spPr>
      </p:sp>
    </p:spTree>
  </p:cSld>
  <p:clrMapOvr>
    <a:masterClrMapping/>
  </p:clrMapOvr>
  <p:extLst>
    <p:ext uri="{DCECCB84-F9BA-43D5-87BE-67443E8EF086}">
      <p15:sldGuideLst>
        <p15:guide id="1" pos="5564">
          <p15:clr>
            <a:srgbClr val="E46962"/>
          </p15:clr>
        </p15:guide>
      </p15:sldGuideLst>
    </p:ext>
  </p:extLst>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title slide" type="title">
  <p:cSld name="TITLE">
    <p:bg>
      <p:bgPr>
        <a:solidFill>
          <a:schemeClr val="dk1"/>
        </a:solidFill>
      </p:bgPr>
    </p:bg>
    <p:spTree>
      <p:nvGrpSpPr>
        <p:cNvPr id="206" name="Shape 206"/>
        <p:cNvGrpSpPr/>
        <p:nvPr/>
      </p:nvGrpSpPr>
      <p:grpSpPr>
        <a:xfrm>
          <a:off x="0" y="0"/>
          <a:ext cx="0" cy="0"/>
          <a:chOff x="0" y="0"/>
          <a:chExt cx="0" cy="0"/>
        </a:xfrm>
      </p:grpSpPr>
      <p:sp>
        <p:nvSpPr>
          <p:cNvPr id="207" name="Google Shape;207;p35"/>
          <p:cNvSpPr txBox="1"/>
          <p:nvPr>
            <p:ph idx="1" type="body"/>
          </p:nvPr>
        </p:nvSpPr>
        <p:spPr>
          <a:xfrm>
            <a:off x="196951" y="6317000"/>
            <a:ext cx="1860300" cy="278700"/>
          </a:xfrm>
          <a:prstGeom prst="rect">
            <a:avLst/>
          </a:prstGeom>
        </p:spPr>
        <p:txBody>
          <a:bodyPr anchorCtr="0" anchor="ctr" bIns="91425" lIns="91425" spcFirstLastPara="1" rIns="91425" wrap="square" tIns="91425">
            <a:noAutofit/>
          </a:bodyPr>
          <a:lstStyle>
            <a:lvl1pPr indent="-279400" lvl="0" marL="457200">
              <a:spcBef>
                <a:spcPts val="0"/>
              </a:spcBef>
              <a:spcAft>
                <a:spcPts val="0"/>
              </a:spcAft>
              <a:buClr>
                <a:schemeClr val="lt1"/>
              </a:buClr>
              <a:buSzPts val="800"/>
              <a:buChar char="●"/>
              <a:defRPr sz="800">
                <a:solidFill>
                  <a:schemeClr val="lt1"/>
                </a:solidFill>
              </a:defRPr>
            </a:lvl1pPr>
            <a:lvl2pPr indent="-279400" lvl="1" marL="914400">
              <a:spcBef>
                <a:spcPts val="0"/>
              </a:spcBef>
              <a:spcAft>
                <a:spcPts val="0"/>
              </a:spcAft>
              <a:buClr>
                <a:schemeClr val="lt1"/>
              </a:buClr>
              <a:buSzPts val="800"/>
              <a:buChar char="○"/>
              <a:defRPr>
                <a:solidFill>
                  <a:schemeClr val="lt1"/>
                </a:solidFill>
              </a:defRPr>
            </a:lvl2pPr>
            <a:lvl3pPr indent="-279400" lvl="2" marL="1371600">
              <a:spcBef>
                <a:spcPts val="0"/>
              </a:spcBef>
              <a:spcAft>
                <a:spcPts val="0"/>
              </a:spcAft>
              <a:buClr>
                <a:schemeClr val="lt1"/>
              </a:buClr>
              <a:buSzPts val="800"/>
              <a:buChar char="■"/>
              <a:defRPr sz="800">
                <a:solidFill>
                  <a:schemeClr val="lt1"/>
                </a:solidFill>
              </a:defRPr>
            </a:lvl3pPr>
            <a:lvl4pPr indent="-279400" lvl="3" marL="1828800">
              <a:spcBef>
                <a:spcPts val="0"/>
              </a:spcBef>
              <a:spcAft>
                <a:spcPts val="0"/>
              </a:spcAft>
              <a:buClr>
                <a:schemeClr val="lt1"/>
              </a:buClr>
              <a:buSzPts val="800"/>
              <a:buChar char="●"/>
              <a:defRPr sz="800">
                <a:solidFill>
                  <a:schemeClr val="lt1"/>
                </a:solidFill>
              </a:defRPr>
            </a:lvl4pPr>
            <a:lvl5pPr indent="-279400" lvl="4" marL="2286000">
              <a:spcBef>
                <a:spcPts val="0"/>
              </a:spcBef>
              <a:spcAft>
                <a:spcPts val="0"/>
              </a:spcAft>
              <a:buClr>
                <a:schemeClr val="lt1"/>
              </a:buClr>
              <a:buSzPts val="800"/>
              <a:buChar char="○"/>
              <a:defRPr sz="800">
                <a:solidFill>
                  <a:schemeClr val="lt1"/>
                </a:solidFill>
              </a:defRPr>
            </a:lvl5pPr>
            <a:lvl6pPr indent="-279400" lvl="5" marL="2743200">
              <a:spcBef>
                <a:spcPts val="0"/>
              </a:spcBef>
              <a:spcAft>
                <a:spcPts val="0"/>
              </a:spcAft>
              <a:buClr>
                <a:schemeClr val="lt1"/>
              </a:buClr>
              <a:buSzPts val="800"/>
              <a:buChar char="■"/>
              <a:defRPr sz="800">
                <a:solidFill>
                  <a:schemeClr val="lt1"/>
                </a:solidFill>
              </a:defRPr>
            </a:lvl6pPr>
            <a:lvl7pPr indent="-279400" lvl="6" marL="3200400">
              <a:spcBef>
                <a:spcPts val="0"/>
              </a:spcBef>
              <a:spcAft>
                <a:spcPts val="0"/>
              </a:spcAft>
              <a:buClr>
                <a:schemeClr val="lt1"/>
              </a:buClr>
              <a:buSzPts val="800"/>
              <a:buChar char="●"/>
              <a:defRPr sz="800">
                <a:solidFill>
                  <a:schemeClr val="lt1"/>
                </a:solidFill>
              </a:defRPr>
            </a:lvl7pPr>
            <a:lvl8pPr indent="-279400" lvl="7" marL="3657600">
              <a:spcBef>
                <a:spcPts val="0"/>
              </a:spcBef>
              <a:spcAft>
                <a:spcPts val="0"/>
              </a:spcAft>
              <a:buClr>
                <a:schemeClr val="lt1"/>
              </a:buClr>
              <a:buSzPts val="800"/>
              <a:buChar char="○"/>
              <a:defRPr sz="800">
                <a:solidFill>
                  <a:schemeClr val="lt1"/>
                </a:solidFill>
              </a:defRPr>
            </a:lvl8pPr>
            <a:lvl9pPr indent="-279400" lvl="8" marL="4114800">
              <a:spcBef>
                <a:spcPts val="0"/>
              </a:spcBef>
              <a:spcAft>
                <a:spcPts val="0"/>
              </a:spcAft>
              <a:buClr>
                <a:schemeClr val="lt1"/>
              </a:buClr>
              <a:buSzPts val="800"/>
              <a:buChar char="■"/>
              <a:defRPr sz="800">
                <a:solidFill>
                  <a:schemeClr val="lt1"/>
                </a:solidFill>
              </a:defRPr>
            </a:lvl9pPr>
          </a:lstStyle>
          <a:p/>
        </p:txBody>
      </p:sp>
      <p:sp>
        <p:nvSpPr>
          <p:cNvPr id="208" name="Google Shape;208;p35"/>
          <p:cNvSpPr txBox="1"/>
          <p:nvPr>
            <p:ph type="ctrTitle"/>
          </p:nvPr>
        </p:nvSpPr>
        <p:spPr>
          <a:xfrm>
            <a:off x="196950" y="298433"/>
            <a:ext cx="8011800" cy="25029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6750"/>
              <a:buNone/>
              <a:defRPr sz="6750">
                <a:solidFill>
                  <a:schemeClr val="lt1"/>
                </a:solidFill>
              </a:defRPr>
            </a:lvl1pPr>
            <a:lvl2pPr lvl="1">
              <a:spcBef>
                <a:spcPts val="0"/>
              </a:spcBef>
              <a:spcAft>
                <a:spcPts val="0"/>
              </a:spcAft>
              <a:buClr>
                <a:schemeClr val="lt1"/>
              </a:buClr>
              <a:buSzPts val="5200"/>
              <a:buNone/>
              <a:defRPr sz="5200">
                <a:solidFill>
                  <a:schemeClr val="lt1"/>
                </a:solidFill>
              </a:defRPr>
            </a:lvl2pPr>
            <a:lvl3pPr lvl="2">
              <a:spcBef>
                <a:spcPts val="0"/>
              </a:spcBef>
              <a:spcAft>
                <a:spcPts val="0"/>
              </a:spcAft>
              <a:buClr>
                <a:schemeClr val="lt1"/>
              </a:buClr>
              <a:buSzPts val="5200"/>
              <a:buNone/>
              <a:defRPr sz="5200">
                <a:solidFill>
                  <a:schemeClr val="lt1"/>
                </a:solidFill>
              </a:defRPr>
            </a:lvl3pPr>
            <a:lvl4pPr lvl="3">
              <a:spcBef>
                <a:spcPts val="0"/>
              </a:spcBef>
              <a:spcAft>
                <a:spcPts val="0"/>
              </a:spcAft>
              <a:buClr>
                <a:schemeClr val="lt1"/>
              </a:buClr>
              <a:buSzPts val="5200"/>
              <a:buNone/>
              <a:defRPr sz="5200">
                <a:solidFill>
                  <a:schemeClr val="lt1"/>
                </a:solidFill>
              </a:defRPr>
            </a:lvl4pPr>
            <a:lvl5pPr lvl="4">
              <a:spcBef>
                <a:spcPts val="0"/>
              </a:spcBef>
              <a:spcAft>
                <a:spcPts val="0"/>
              </a:spcAft>
              <a:buClr>
                <a:schemeClr val="lt1"/>
              </a:buClr>
              <a:buSzPts val="5200"/>
              <a:buNone/>
              <a:defRPr sz="5200">
                <a:solidFill>
                  <a:schemeClr val="lt1"/>
                </a:solidFill>
              </a:defRPr>
            </a:lvl5pPr>
            <a:lvl6pPr lvl="5">
              <a:spcBef>
                <a:spcPts val="0"/>
              </a:spcBef>
              <a:spcAft>
                <a:spcPts val="0"/>
              </a:spcAft>
              <a:buClr>
                <a:schemeClr val="lt1"/>
              </a:buClr>
              <a:buSzPts val="5200"/>
              <a:buNone/>
              <a:defRPr sz="5200">
                <a:solidFill>
                  <a:schemeClr val="lt1"/>
                </a:solidFill>
              </a:defRPr>
            </a:lvl6pPr>
            <a:lvl7pPr lvl="6">
              <a:spcBef>
                <a:spcPts val="0"/>
              </a:spcBef>
              <a:spcAft>
                <a:spcPts val="0"/>
              </a:spcAft>
              <a:buClr>
                <a:schemeClr val="lt1"/>
              </a:buClr>
              <a:buSzPts val="5200"/>
              <a:buNone/>
              <a:defRPr sz="5200">
                <a:solidFill>
                  <a:schemeClr val="lt1"/>
                </a:solidFill>
              </a:defRPr>
            </a:lvl7pPr>
            <a:lvl8pPr lvl="7">
              <a:spcBef>
                <a:spcPts val="0"/>
              </a:spcBef>
              <a:spcAft>
                <a:spcPts val="0"/>
              </a:spcAft>
              <a:buClr>
                <a:schemeClr val="lt1"/>
              </a:buClr>
              <a:buSzPts val="5200"/>
              <a:buNone/>
              <a:defRPr sz="5200">
                <a:solidFill>
                  <a:schemeClr val="lt1"/>
                </a:solidFill>
              </a:defRPr>
            </a:lvl8pPr>
            <a:lvl9pPr lvl="8">
              <a:spcBef>
                <a:spcPts val="0"/>
              </a:spcBef>
              <a:spcAft>
                <a:spcPts val="0"/>
              </a:spcAft>
              <a:buClr>
                <a:schemeClr val="lt1"/>
              </a:buClr>
              <a:buSzPts val="5200"/>
              <a:buNone/>
              <a:defRPr sz="5200">
                <a:solidFill>
                  <a:schemeClr val="lt1"/>
                </a:solidFill>
              </a:defRPr>
            </a:lvl9pPr>
          </a:lstStyle>
          <a:p/>
        </p:txBody>
      </p:sp>
      <p:sp>
        <p:nvSpPr>
          <p:cNvPr id="209" name="Google Shape;209;p35"/>
          <p:cNvSpPr txBox="1"/>
          <p:nvPr>
            <p:ph idx="2" type="subTitle"/>
          </p:nvPr>
        </p:nvSpPr>
        <p:spPr>
          <a:xfrm>
            <a:off x="196950" y="2895000"/>
            <a:ext cx="3986700" cy="740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Clr>
                <a:schemeClr val="lt1"/>
              </a:buClr>
              <a:buSzPts val="1850"/>
              <a:buFont typeface="DM Sans Medium"/>
              <a:buNone/>
              <a:defRPr sz="1850">
                <a:solidFill>
                  <a:schemeClr val="lt1"/>
                </a:solidFill>
                <a:latin typeface="DM Sans Medium"/>
                <a:ea typeface="DM Sans Medium"/>
                <a:cs typeface="DM Sans Medium"/>
                <a:sym typeface="DM Sans Medium"/>
              </a:defRPr>
            </a:lvl1pPr>
            <a:lvl2pPr lvl="1" algn="ctr">
              <a:lnSpc>
                <a:spcPct val="100000"/>
              </a:lnSpc>
              <a:spcBef>
                <a:spcPts val="0"/>
              </a:spcBef>
              <a:spcAft>
                <a:spcPts val="0"/>
              </a:spcAft>
              <a:buClr>
                <a:schemeClr val="lt1"/>
              </a:buClr>
              <a:buSzPts val="2800"/>
              <a:buNone/>
              <a:defRPr sz="2800">
                <a:solidFill>
                  <a:schemeClr val="lt1"/>
                </a:solidFill>
              </a:defRPr>
            </a:lvl2pPr>
            <a:lvl3pPr lvl="2" algn="ctr">
              <a:lnSpc>
                <a:spcPct val="100000"/>
              </a:lnSpc>
              <a:spcBef>
                <a:spcPts val="0"/>
              </a:spcBef>
              <a:spcAft>
                <a:spcPts val="0"/>
              </a:spcAft>
              <a:buClr>
                <a:schemeClr val="lt1"/>
              </a:buClr>
              <a:buSzPts val="2800"/>
              <a:buNone/>
              <a:defRPr sz="2800">
                <a:solidFill>
                  <a:schemeClr val="lt1"/>
                </a:solidFill>
              </a:defRPr>
            </a:lvl3pPr>
            <a:lvl4pPr lvl="3" algn="ctr">
              <a:lnSpc>
                <a:spcPct val="100000"/>
              </a:lnSpc>
              <a:spcBef>
                <a:spcPts val="0"/>
              </a:spcBef>
              <a:spcAft>
                <a:spcPts val="0"/>
              </a:spcAft>
              <a:buClr>
                <a:schemeClr val="lt1"/>
              </a:buClr>
              <a:buSzPts val="2800"/>
              <a:buNone/>
              <a:defRPr sz="2800">
                <a:solidFill>
                  <a:schemeClr val="lt1"/>
                </a:solidFill>
              </a:defRPr>
            </a:lvl4pPr>
            <a:lvl5pPr lvl="4" algn="ctr">
              <a:lnSpc>
                <a:spcPct val="100000"/>
              </a:lnSpc>
              <a:spcBef>
                <a:spcPts val="0"/>
              </a:spcBef>
              <a:spcAft>
                <a:spcPts val="0"/>
              </a:spcAft>
              <a:buClr>
                <a:schemeClr val="lt1"/>
              </a:buClr>
              <a:buSzPts val="2800"/>
              <a:buNone/>
              <a:defRPr sz="2800">
                <a:solidFill>
                  <a:schemeClr val="lt1"/>
                </a:solidFill>
              </a:defRPr>
            </a:lvl5pPr>
            <a:lvl6pPr lvl="5" algn="ctr">
              <a:lnSpc>
                <a:spcPct val="100000"/>
              </a:lnSpc>
              <a:spcBef>
                <a:spcPts val="0"/>
              </a:spcBef>
              <a:spcAft>
                <a:spcPts val="0"/>
              </a:spcAft>
              <a:buClr>
                <a:schemeClr val="lt1"/>
              </a:buClr>
              <a:buSzPts val="2800"/>
              <a:buNone/>
              <a:defRPr sz="2800">
                <a:solidFill>
                  <a:schemeClr val="lt1"/>
                </a:solidFill>
              </a:defRPr>
            </a:lvl6pPr>
            <a:lvl7pPr lvl="6" algn="ctr">
              <a:lnSpc>
                <a:spcPct val="100000"/>
              </a:lnSpc>
              <a:spcBef>
                <a:spcPts val="0"/>
              </a:spcBef>
              <a:spcAft>
                <a:spcPts val="0"/>
              </a:spcAft>
              <a:buClr>
                <a:schemeClr val="lt1"/>
              </a:buClr>
              <a:buSzPts val="2800"/>
              <a:buNone/>
              <a:defRPr sz="2800">
                <a:solidFill>
                  <a:schemeClr val="lt1"/>
                </a:solidFill>
              </a:defRPr>
            </a:lvl7pPr>
            <a:lvl8pPr lvl="7" algn="ctr">
              <a:lnSpc>
                <a:spcPct val="100000"/>
              </a:lnSpc>
              <a:spcBef>
                <a:spcPts val="0"/>
              </a:spcBef>
              <a:spcAft>
                <a:spcPts val="0"/>
              </a:spcAft>
              <a:buClr>
                <a:schemeClr val="lt1"/>
              </a:buClr>
              <a:buSzPts val="2800"/>
              <a:buNone/>
              <a:defRPr sz="2800">
                <a:solidFill>
                  <a:schemeClr val="lt1"/>
                </a:solidFill>
              </a:defRPr>
            </a:lvl8pPr>
            <a:lvl9pPr lvl="8" algn="ctr">
              <a:lnSpc>
                <a:spcPct val="100000"/>
              </a:lnSpc>
              <a:spcBef>
                <a:spcPts val="0"/>
              </a:spcBef>
              <a:spcAft>
                <a:spcPts val="0"/>
              </a:spcAft>
              <a:buClr>
                <a:schemeClr val="lt1"/>
              </a:buClr>
              <a:buSzPts val="2800"/>
              <a:buNone/>
              <a:defRPr sz="2800">
                <a:solidFill>
                  <a:schemeClr val="lt1"/>
                </a:solidFill>
              </a:defRPr>
            </a:lvl9pPr>
          </a:lstStyle>
          <a:p/>
        </p:txBody>
      </p:sp>
      <p:sp>
        <p:nvSpPr>
          <p:cNvPr id="210" name="Google Shape;210;p35"/>
          <p:cNvSpPr/>
          <p:nvPr>
            <p:ph idx="3" type="pic"/>
          </p:nvPr>
        </p:nvSpPr>
        <p:spPr>
          <a:xfrm>
            <a:off x="4437578" y="2895000"/>
            <a:ext cx="4509600" cy="3700800"/>
          </a:xfrm>
          <a:prstGeom prst="round2DiagRect">
            <a:avLst>
              <a:gd fmla="val 16667" name="adj1"/>
              <a:gd fmla="val 0" name="adj2"/>
            </a:avLst>
          </a:prstGeom>
          <a:noFill/>
          <a:ln>
            <a:noFill/>
          </a:ln>
        </p:spPr>
      </p:sp>
      <p:sp>
        <p:nvSpPr>
          <p:cNvPr id="211" name="Google Shape;211;p35"/>
          <p:cNvSpPr txBox="1"/>
          <p:nvPr>
            <p:ph idx="4" type="body"/>
          </p:nvPr>
        </p:nvSpPr>
        <p:spPr>
          <a:xfrm>
            <a:off x="7087526" y="262300"/>
            <a:ext cx="1933500" cy="278700"/>
          </a:xfrm>
          <a:prstGeom prst="rect">
            <a:avLst/>
          </a:prstGeom>
        </p:spPr>
        <p:txBody>
          <a:bodyPr anchorCtr="0" anchor="ctr" bIns="91425" lIns="91425" spcFirstLastPara="1" rIns="91425" wrap="square" tIns="91425">
            <a:noAutofit/>
          </a:bodyPr>
          <a:lstStyle>
            <a:lvl1pPr indent="-279400" lvl="0" marL="457200" algn="r">
              <a:spcBef>
                <a:spcPts val="0"/>
              </a:spcBef>
              <a:spcAft>
                <a:spcPts val="0"/>
              </a:spcAft>
              <a:buClr>
                <a:schemeClr val="lt1"/>
              </a:buClr>
              <a:buSzPts val="800"/>
              <a:buChar char="●"/>
              <a:defRPr sz="800">
                <a:solidFill>
                  <a:schemeClr val="lt1"/>
                </a:solidFill>
              </a:defRPr>
            </a:lvl1pPr>
            <a:lvl2pPr indent="-279400" lvl="1" marL="914400" algn="r">
              <a:spcBef>
                <a:spcPts val="0"/>
              </a:spcBef>
              <a:spcAft>
                <a:spcPts val="0"/>
              </a:spcAft>
              <a:buClr>
                <a:schemeClr val="lt1"/>
              </a:buClr>
              <a:buSzPts val="800"/>
              <a:buChar char="○"/>
              <a:defRPr>
                <a:solidFill>
                  <a:schemeClr val="lt1"/>
                </a:solidFill>
              </a:defRPr>
            </a:lvl2pPr>
            <a:lvl3pPr indent="-279400" lvl="2" marL="1371600" algn="r">
              <a:spcBef>
                <a:spcPts val="0"/>
              </a:spcBef>
              <a:spcAft>
                <a:spcPts val="0"/>
              </a:spcAft>
              <a:buClr>
                <a:schemeClr val="lt1"/>
              </a:buClr>
              <a:buSzPts val="800"/>
              <a:buChar char="■"/>
              <a:defRPr sz="800">
                <a:solidFill>
                  <a:schemeClr val="lt1"/>
                </a:solidFill>
              </a:defRPr>
            </a:lvl3pPr>
            <a:lvl4pPr indent="-279400" lvl="3" marL="1828800" algn="r">
              <a:spcBef>
                <a:spcPts val="0"/>
              </a:spcBef>
              <a:spcAft>
                <a:spcPts val="0"/>
              </a:spcAft>
              <a:buClr>
                <a:schemeClr val="lt1"/>
              </a:buClr>
              <a:buSzPts val="800"/>
              <a:buChar char="●"/>
              <a:defRPr sz="800">
                <a:solidFill>
                  <a:schemeClr val="lt1"/>
                </a:solidFill>
              </a:defRPr>
            </a:lvl4pPr>
            <a:lvl5pPr indent="-279400" lvl="4" marL="2286000" algn="r">
              <a:spcBef>
                <a:spcPts val="0"/>
              </a:spcBef>
              <a:spcAft>
                <a:spcPts val="0"/>
              </a:spcAft>
              <a:buClr>
                <a:schemeClr val="lt1"/>
              </a:buClr>
              <a:buSzPts val="800"/>
              <a:buChar char="○"/>
              <a:defRPr sz="800">
                <a:solidFill>
                  <a:schemeClr val="lt1"/>
                </a:solidFill>
              </a:defRPr>
            </a:lvl5pPr>
            <a:lvl6pPr indent="-279400" lvl="5" marL="2743200" algn="r">
              <a:spcBef>
                <a:spcPts val="0"/>
              </a:spcBef>
              <a:spcAft>
                <a:spcPts val="0"/>
              </a:spcAft>
              <a:buClr>
                <a:schemeClr val="lt1"/>
              </a:buClr>
              <a:buSzPts val="800"/>
              <a:buChar char="■"/>
              <a:defRPr sz="800">
                <a:solidFill>
                  <a:schemeClr val="lt1"/>
                </a:solidFill>
              </a:defRPr>
            </a:lvl6pPr>
            <a:lvl7pPr indent="-279400" lvl="6" marL="3200400" algn="r">
              <a:spcBef>
                <a:spcPts val="0"/>
              </a:spcBef>
              <a:spcAft>
                <a:spcPts val="0"/>
              </a:spcAft>
              <a:buClr>
                <a:schemeClr val="lt1"/>
              </a:buClr>
              <a:buSzPts val="800"/>
              <a:buChar char="●"/>
              <a:defRPr sz="800">
                <a:solidFill>
                  <a:schemeClr val="lt1"/>
                </a:solidFill>
              </a:defRPr>
            </a:lvl7pPr>
            <a:lvl8pPr indent="-279400" lvl="7" marL="3657600" algn="r">
              <a:spcBef>
                <a:spcPts val="0"/>
              </a:spcBef>
              <a:spcAft>
                <a:spcPts val="0"/>
              </a:spcAft>
              <a:buClr>
                <a:schemeClr val="lt1"/>
              </a:buClr>
              <a:buSzPts val="800"/>
              <a:buChar char="○"/>
              <a:defRPr sz="800">
                <a:solidFill>
                  <a:schemeClr val="lt1"/>
                </a:solidFill>
              </a:defRPr>
            </a:lvl8pPr>
            <a:lvl9pPr indent="-279400" lvl="8" marL="4114800" algn="r">
              <a:spcBef>
                <a:spcPts val="0"/>
              </a:spcBef>
              <a:spcAft>
                <a:spcPts val="0"/>
              </a:spcAft>
              <a:buClr>
                <a:schemeClr val="lt1"/>
              </a:buClr>
              <a:buSzPts val="800"/>
              <a:buChar char="■"/>
              <a:defRPr sz="800">
                <a:solidFill>
                  <a:schemeClr val="lt1"/>
                </a:solidFill>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number" type="secHead">
  <p:cSld name="SECTION_HEADER">
    <p:spTree>
      <p:nvGrpSpPr>
        <p:cNvPr id="212" name="Shape 212"/>
        <p:cNvGrpSpPr/>
        <p:nvPr/>
      </p:nvGrpSpPr>
      <p:grpSpPr>
        <a:xfrm>
          <a:off x="0" y="0"/>
          <a:ext cx="0" cy="0"/>
          <a:chOff x="0" y="0"/>
          <a:chExt cx="0" cy="0"/>
        </a:xfrm>
      </p:grpSpPr>
      <p:sp>
        <p:nvSpPr>
          <p:cNvPr id="213" name="Google Shape;213;p36"/>
          <p:cNvSpPr txBox="1"/>
          <p:nvPr>
            <p:ph type="title"/>
          </p:nvPr>
        </p:nvSpPr>
        <p:spPr>
          <a:xfrm>
            <a:off x="511953" y="784798"/>
            <a:ext cx="7464300" cy="1122300"/>
          </a:xfrm>
          <a:prstGeom prst="rect">
            <a:avLst/>
          </a:prstGeom>
        </p:spPr>
        <p:txBody>
          <a:bodyPr anchorCtr="0" anchor="ctr" bIns="91425" lIns="91425" spcFirstLastPara="1" rIns="91425" wrap="square" tIns="91425">
            <a:noAutofit/>
          </a:bodyPr>
          <a:lstStyle>
            <a:lvl1pPr lvl="0">
              <a:spcBef>
                <a:spcPts val="0"/>
              </a:spcBef>
              <a:spcAft>
                <a:spcPts val="0"/>
              </a:spcAft>
              <a:buSzPts val="3650"/>
              <a:buNone/>
              <a:defRPr sz="365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214" name="Google Shape;214;p36"/>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
        <p:nvSpPr>
          <p:cNvPr id="215" name="Google Shape;215;p36"/>
          <p:cNvSpPr txBox="1"/>
          <p:nvPr>
            <p:ph idx="2" type="title"/>
          </p:nvPr>
        </p:nvSpPr>
        <p:spPr>
          <a:xfrm>
            <a:off x="511953" y="1907198"/>
            <a:ext cx="7464300" cy="1122300"/>
          </a:xfrm>
          <a:prstGeom prst="rect">
            <a:avLst/>
          </a:prstGeom>
        </p:spPr>
        <p:txBody>
          <a:bodyPr anchorCtr="0" anchor="ctr" bIns="91425" lIns="91425" spcFirstLastPara="1" rIns="91425" wrap="square" tIns="91425">
            <a:noAutofit/>
          </a:bodyPr>
          <a:lstStyle>
            <a:lvl1pPr lvl="0">
              <a:spcBef>
                <a:spcPts val="0"/>
              </a:spcBef>
              <a:spcAft>
                <a:spcPts val="0"/>
              </a:spcAft>
              <a:buSzPts val="3650"/>
              <a:buNone/>
              <a:defRPr sz="365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216" name="Google Shape;216;p36"/>
          <p:cNvSpPr txBox="1"/>
          <p:nvPr>
            <p:ph idx="3" type="title"/>
          </p:nvPr>
        </p:nvSpPr>
        <p:spPr>
          <a:xfrm>
            <a:off x="511953" y="3029598"/>
            <a:ext cx="7464300" cy="1122300"/>
          </a:xfrm>
          <a:prstGeom prst="rect">
            <a:avLst/>
          </a:prstGeom>
        </p:spPr>
        <p:txBody>
          <a:bodyPr anchorCtr="0" anchor="ctr" bIns="91425" lIns="91425" spcFirstLastPara="1" rIns="91425" wrap="square" tIns="91425">
            <a:noAutofit/>
          </a:bodyPr>
          <a:lstStyle>
            <a:lvl1pPr lvl="0">
              <a:spcBef>
                <a:spcPts val="0"/>
              </a:spcBef>
              <a:spcAft>
                <a:spcPts val="0"/>
              </a:spcAft>
              <a:buSzPts val="3650"/>
              <a:buNone/>
              <a:defRPr sz="365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217" name="Google Shape;217;p36"/>
          <p:cNvSpPr txBox="1"/>
          <p:nvPr>
            <p:ph idx="4" type="title"/>
          </p:nvPr>
        </p:nvSpPr>
        <p:spPr>
          <a:xfrm>
            <a:off x="511953" y="4151998"/>
            <a:ext cx="7464300" cy="1122300"/>
          </a:xfrm>
          <a:prstGeom prst="rect">
            <a:avLst/>
          </a:prstGeom>
        </p:spPr>
        <p:txBody>
          <a:bodyPr anchorCtr="0" anchor="ctr" bIns="91425" lIns="91425" spcFirstLastPara="1" rIns="91425" wrap="square" tIns="91425">
            <a:noAutofit/>
          </a:bodyPr>
          <a:lstStyle>
            <a:lvl1pPr lvl="0">
              <a:spcBef>
                <a:spcPts val="0"/>
              </a:spcBef>
              <a:spcAft>
                <a:spcPts val="0"/>
              </a:spcAft>
              <a:buSzPts val="3650"/>
              <a:buNone/>
              <a:defRPr sz="365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218" name="Google Shape;218;p36"/>
          <p:cNvSpPr txBox="1"/>
          <p:nvPr>
            <p:ph idx="5" type="title"/>
          </p:nvPr>
        </p:nvSpPr>
        <p:spPr>
          <a:xfrm>
            <a:off x="511953" y="5274398"/>
            <a:ext cx="7464300" cy="1122300"/>
          </a:xfrm>
          <a:prstGeom prst="rect">
            <a:avLst/>
          </a:prstGeom>
        </p:spPr>
        <p:txBody>
          <a:bodyPr anchorCtr="0" anchor="ctr" bIns="91425" lIns="91425" spcFirstLastPara="1" rIns="91425" wrap="square" tIns="91425">
            <a:noAutofit/>
          </a:bodyPr>
          <a:lstStyle>
            <a:lvl1pPr lvl="0">
              <a:spcBef>
                <a:spcPts val="0"/>
              </a:spcBef>
              <a:spcAft>
                <a:spcPts val="0"/>
              </a:spcAft>
              <a:buSzPts val="3650"/>
              <a:buNone/>
              <a:defRPr sz="365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219" name="Google Shape;219;p36"/>
          <p:cNvSpPr txBox="1"/>
          <p:nvPr>
            <p:ph idx="1" type="body"/>
          </p:nvPr>
        </p:nvSpPr>
        <p:spPr>
          <a:xfrm>
            <a:off x="196951" y="262300"/>
            <a:ext cx="1860300" cy="278700"/>
          </a:xfrm>
          <a:prstGeom prst="rect">
            <a:avLst/>
          </a:prstGeom>
        </p:spPr>
        <p:txBody>
          <a:bodyPr anchorCtr="0" anchor="ctr" bIns="91425" lIns="91425" spcFirstLastPara="1" rIns="91425" wrap="square" tIns="91425">
            <a:noAutofit/>
          </a:bodyPr>
          <a:lstStyle>
            <a:lvl1pPr indent="-279400" lvl="0" marL="457200">
              <a:spcBef>
                <a:spcPts val="0"/>
              </a:spcBef>
              <a:spcAft>
                <a:spcPts val="0"/>
              </a:spcAft>
              <a:buClr>
                <a:schemeClr val="dk1"/>
              </a:buClr>
              <a:buSzPts val="800"/>
              <a:buChar char="●"/>
              <a:defRPr sz="800">
                <a:solidFill>
                  <a:schemeClr val="dk1"/>
                </a:solidFill>
              </a:defRPr>
            </a:lvl1pPr>
            <a:lvl2pPr indent="-279400" lvl="1" marL="914400">
              <a:spcBef>
                <a:spcPts val="0"/>
              </a:spcBef>
              <a:spcAft>
                <a:spcPts val="0"/>
              </a:spcAft>
              <a:buClr>
                <a:schemeClr val="dk1"/>
              </a:buClr>
              <a:buSzPts val="800"/>
              <a:buChar char="○"/>
              <a:defRPr>
                <a:solidFill>
                  <a:schemeClr val="dk1"/>
                </a:solidFill>
              </a:defRPr>
            </a:lvl2pPr>
            <a:lvl3pPr indent="-279400" lvl="2" marL="1371600">
              <a:spcBef>
                <a:spcPts val="0"/>
              </a:spcBef>
              <a:spcAft>
                <a:spcPts val="0"/>
              </a:spcAft>
              <a:buClr>
                <a:schemeClr val="dk1"/>
              </a:buClr>
              <a:buSzPts val="800"/>
              <a:buChar char="■"/>
              <a:defRPr sz="800">
                <a:solidFill>
                  <a:schemeClr val="dk1"/>
                </a:solidFill>
              </a:defRPr>
            </a:lvl3pPr>
            <a:lvl4pPr indent="-279400" lvl="3" marL="1828800">
              <a:spcBef>
                <a:spcPts val="0"/>
              </a:spcBef>
              <a:spcAft>
                <a:spcPts val="0"/>
              </a:spcAft>
              <a:buClr>
                <a:schemeClr val="dk1"/>
              </a:buClr>
              <a:buSzPts val="800"/>
              <a:buChar char="●"/>
              <a:defRPr sz="800">
                <a:solidFill>
                  <a:schemeClr val="dk1"/>
                </a:solidFill>
              </a:defRPr>
            </a:lvl4pPr>
            <a:lvl5pPr indent="-279400" lvl="4" marL="2286000">
              <a:spcBef>
                <a:spcPts val="0"/>
              </a:spcBef>
              <a:spcAft>
                <a:spcPts val="0"/>
              </a:spcAft>
              <a:buClr>
                <a:schemeClr val="dk1"/>
              </a:buClr>
              <a:buSzPts val="800"/>
              <a:buChar char="○"/>
              <a:defRPr sz="800">
                <a:solidFill>
                  <a:schemeClr val="dk1"/>
                </a:solidFill>
              </a:defRPr>
            </a:lvl5pPr>
            <a:lvl6pPr indent="-279400" lvl="5" marL="2743200">
              <a:spcBef>
                <a:spcPts val="0"/>
              </a:spcBef>
              <a:spcAft>
                <a:spcPts val="0"/>
              </a:spcAft>
              <a:buClr>
                <a:schemeClr val="dk1"/>
              </a:buClr>
              <a:buSzPts val="800"/>
              <a:buChar char="■"/>
              <a:defRPr sz="800">
                <a:solidFill>
                  <a:schemeClr val="dk1"/>
                </a:solidFill>
              </a:defRPr>
            </a:lvl6pPr>
            <a:lvl7pPr indent="-279400" lvl="6" marL="3200400">
              <a:spcBef>
                <a:spcPts val="0"/>
              </a:spcBef>
              <a:spcAft>
                <a:spcPts val="0"/>
              </a:spcAft>
              <a:buClr>
                <a:schemeClr val="dk1"/>
              </a:buClr>
              <a:buSzPts val="800"/>
              <a:buChar char="●"/>
              <a:defRPr sz="800">
                <a:solidFill>
                  <a:schemeClr val="dk1"/>
                </a:solidFill>
              </a:defRPr>
            </a:lvl7pPr>
            <a:lvl8pPr indent="-279400" lvl="7" marL="3657600">
              <a:spcBef>
                <a:spcPts val="0"/>
              </a:spcBef>
              <a:spcAft>
                <a:spcPts val="0"/>
              </a:spcAft>
              <a:buClr>
                <a:schemeClr val="dk1"/>
              </a:buClr>
              <a:buSzPts val="800"/>
              <a:buChar char="○"/>
              <a:defRPr sz="800">
                <a:solidFill>
                  <a:schemeClr val="dk1"/>
                </a:solidFill>
              </a:defRPr>
            </a:lvl8pPr>
            <a:lvl9pPr indent="-279400" lvl="8" marL="4114800">
              <a:spcBef>
                <a:spcPts val="0"/>
              </a:spcBef>
              <a:spcAft>
                <a:spcPts val="0"/>
              </a:spcAft>
              <a:buClr>
                <a:schemeClr val="dk1"/>
              </a:buClr>
              <a:buSzPts val="800"/>
              <a:buChar char="■"/>
              <a:defRPr sz="800">
                <a:solidFill>
                  <a:schemeClr val="dk1"/>
                </a:solidFill>
              </a:defRPr>
            </a:lvl9pPr>
          </a:lstStyle>
          <a:p/>
        </p:txBody>
      </p:sp>
      <p:sp>
        <p:nvSpPr>
          <p:cNvPr id="220" name="Google Shape;220;p36"/>
          <p:cNvSpPr txBox="1"/>
          <p:nvPr>
            <p:ph idx="6" type="body"/>
          </p:nvPr>
        </p:nvSpPr>
        <p:spPr>
          <a:xfrm>
            <a:off x="7087526" y="262300"/>
            <a:ext cx="1933500" cy="278700"/>
          </a:xfrm>
          <a:prstGeom prst="rect">
            <a:avLst/>
          </a:prstGeom>
        </p:spPr>
        <p:txBody>
          <a:bodyPr anchorCtr="0" anchor="ctr" bIns="91425" lIns="91425" spcFirstLastPara="1" rIns="91425" wrap="square" tIns="91425">
            <a:noAutofit/>
          </a:bodyPr>
          <a:lstStyle>
            <a:lvl1pPr indent="-279400" lvl="0" marL="457200" algn="r">
              <a:spcBef>
                <a:spcPts val="0"/>
              </a:spcBef>
              <a:spcAft>
                <a:spcPts val="0"/>
              </a:spcAft>
              <a:buClr>
                <a:schemeClr val="dk1"/>
              </a:buClr>
              <a:buSzPts val="800"/>
              <a:buChar char="●"/>
              <a:defRPr sz="800">
                <a:solidFill>
                  <a:schemeClr val="dk1"/>
                </a:solidFill>
              </a:defRPr>
            </a:lvl1pPr>
            <a:lvl2pPr indent="-279400" lvl="1" marL="914400" algn="r">
              <a:spcBef>
                <a:spcPts val="0"/>
              </a:spcBef>
              <a:spcAft>
                <a:spcPts val="0"/>
              </a:spcAft>
              <a:buClr>
                <a:schemeClr val="dk1"/>
              </a:buClr>
              <a:buSzPts val="800"/>
              <a:buChar char="○"/>
              <a:defRPr>
                <a:solidFill>
                  <a:schemeClr val="dk1"/>
                </a:solidFill>
              </a:defRPr>
            </a:lvl2pPr>
            <a:lvl3pPr indent="-279400" lvl="2" marL="1371600" algn="r">
              <a:spcBef>
                <a:spcPts val="0"/>
              </a:spcBef>
              <a:spcAft>
                <a:spcPts val="0"/>
              </a:spcAft>
              <a:buClr>
                <a:schemeClr val="dk1"/>
              </a:buClr>
              <a:buSzPts val="800"/>
              <a:buChar char="■"/>
              <a:defRPr sz="800">
                <a:solidFill>
                  <a:schemeClr val="dk1"/>
                </a:solidFill>
              </a:defRPr>
            </a:lvl3pPr>
            <a:lvl4pPr indent="-279400" lvl="3" marL="1828800" algn="r">
              <a:spcBef>
                <a:spcPts val="0"/>
              </a:spcBef>
              <a:spcAft>
                <a:spcPts val="0"/>
              </a:spcAft>
              <a:buClr>
                <a:schemeClr val="dk1"/>
              </a:buClr>
              <a:buSzPts val="800"/>
              <a:buChar char="●"/>
              <a:defRPr sz="800">
                <a:solidFill>
                  <a:schemeClr val="dk1"/>
                </a:solidFill>
              </a:defRPr>
            </a:lvl4pPr>
            <a:lvl5pPr indent="-279400" lvl="4" marL="2286000" algn="r">
              <a:spcBef>
                <a:spcPts val="0"/>
              </a:spcBef>
              <a:spcAft>
                <a:spcPts val="0"/>
              </a:spcAft>
              <a:buClr>
                <a:schemeClr val="dk1"/>
              </a:buClr>
              <a:buSzPts val="800"/>
              <a:buChar char="○"/>
              <a:defRPr sz="800">
                <a:solidFill>
                  <a:schemeClr val="dk1"/>
                </a:solidFill>
              </a:defRPr>
            </a:lvl5pPr>
            <a:lvl6pPr indent="-279400" lvl="5" marL="2743200" algn="r">
              <a:spcBef>
                <a:spcPts val="0"/>
              </a:spcBef>
              <a:spcAft>
                <a:spcPts val="0"/>
              </a:spcAft>
              <a:buClr>
                <a:schemeClr val="dk1"/>
              </a:buClr>
              <a:buSzPts val="800"/>
              <a:buChar char="■"/>
              <a:defRPr sz="800">
                <a:solidFill>
                  <a:schemeClr val="dk1"/>
                </a:solidFill>
              </a:defRPr>
            </a:lvl6pPr>
            <a:lvl7pPr indent="-279400" lvl="6" marL="3200400" algn="r">
              <a:spcBef>
                <a:spcPts val="0"/>
              </a:spcBef>
              <a:spcAft>
                <a:spcPts val="0"/>
              </a:spcAft>
              <a:buClr>
                <a:schemeClr val="dk1"/>
              </a:buClr>
              <a:buSzPts val="800"/>
              <a:buChar char="●"/>
              <a:defRPr sz="800">
                <a:solidFill>
                  <a:schemeClr val="dk1"/>
                </a:solidFill>
              </a:defRPr>
            </a:lvl7pPr>
            <a:lvl8pPr indent="-279400" lvl="7" marL="3657600" algn="r">
              <a:spcBef>
                <a:spcPts val="0"/>
              </a:spcBef>
              <a:spcAft>
                <a:spcPts val="0"/>
              </a:spcAft>
              <a:buClr>
                <a:schemeClr val="dk1"/>
              </a:buClr>
              <a:buSzPts val="800"/>
              <a:buChar char="○"/>
              <a:defRPr sz="800">
                <a:solidFill>
                  <a:schemeClr val="dk1"/>
                </a:solidFill>
              </a:defRPr>
            </a:lvl8pPr>
            <a:lvl9pPr indent="-279400" lvl="8" marL="4114800" algn="r">
              <a:spcBef>
                <a:spcPts val="0"/>
              </a:spcBef>
              <a:spcAft>
                <a:spcPts val="0"/>
              </a:spcAft>
              <a:buClr>
                <a:schemeClr val="dk1"/>
              </a:buClr>
              <a:buSzPts val="800"/>
              <a:buChar char="■"/>
              <a:defRPr sz="800">
                <a:solidFill>
                  <a:schemeClr val="dk1"/>
                </a:solidFill>
              </a:defRPr>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1" type="tx">
  <p:cSld name="TITLE_AND_BODY">
    <p:spTree>
      <p:nvGrpSpPr>
        <p:cNvPr id="221" name="Shape 221"/>
        <p:cNvGrpSpPr/>
        <p:nvPr/>
      </p:nvGrpSpPr>
      <p:grpSpPr>
        <a:xfrm>
          <a:off x="0" y="0"/>
          <a:ext cx="0" cy="0"/>
          <a:chOff x="0" y="0"/>
          <a:chExt cx="0" cy="0"/>
        </a:xfrm>
      </p:grpSpPr>
      <p:sp>
        <p:nvSpPr>
          <p:cNvPr id="222" name="Google Shape;222;p37"/>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
        <p:nvSpPr>
          <p:cNvPr id="223" name="Google Shape;223;p37"/>
          <p:cNvSpPr txBox="1"/>
          <p:nvPr>
            <p:ph idx="1" type="subTitle"/>
          </p:nvPr>
        </p:nvSpPr>
        <p:spPr>
          <a:xfrm>
            <a:off x="975300" y="2485400"/>
            <a:ext cx="7193400" cy="1887300"/>
          </a:xfrm>
          <a:prstGeom prst="rect">
            <a:avLst/>
          </a:prstGeom>
        </p:spPr>
        <p:txBody>
          <a:bodyPr anchorCtr="0" anchor="ctr" bIns="91425" lIns="91425" spcFirstLastPara="1" rIns="91425" wrap="square" tIns="91425">
            <a:spAutoFit/>
          </a:bodyPr>
          <a:lstStyle>
            <a:lvl1pPr lvl="0" algn="ctr">
              <a:lnSpc>
                <a:spcPct val="100000"/>
              </a:lnSpc>
              <a:spcBef>
                <a:spcPts val="0"/>
              </a:spcBef>
              <a:spcAft>
                <a:spcPts val="0"/>
              </a:spcAft>
              <a:buClr>
                <a:schemeClr val="dk1"/>
              </a:buClr>
              <a:buSzPts val="2650"/>
              <a:buFont typeface="Merriweather"/>
              <a:buNone/>
              <a:defRPr sz="2650">
                <a:solidFill>
                  <a:schemeClr val="dk1"/>
                </a:solidFill>
                <a:latin typeface="Merriweather"/>
                <a:ea typeface="Merriweather"/>
                <a:cs typeface="Merriweather"/>
                <a:sym typeface="Merriweather"/>
              </a:defRPr>
            </a:lvl1pPr>
            <a:lvl2pPr lvl="1" algn="ctr">
              <a:lnSpc>
                <a:spcPct val="100000"/>
              </a:lnSpc>
              <a:spcBef>
                <a:spcPts val="0"/>
              </a:spcBef>
              <a:spcAft>
                <a:spcPts val="0"/>
              </a:spcAft>
              <a:buClr>
                <a:schemeClr val="dk1"/>
              </a:buClr>
              <a:buSzPts val="2650"/>
              <a:buFont typeface="Merriweather"/>
              <a:buNone/>
              <a:defRPr sz="2650">
                <a:solidFill>
                  <a:schemeClr val="dk1"/>
                </a:solidFill>
                <a:latin typeface="Merriweather"/>
                <a:ea typeface="Merriweather"/>
                <a:cs typeface="Merriweather"/>
                <a:sym typeface="Merriweather"/>
              </a:defRPr>
            </a:lvl2pPr>
            <a:lvl3pPr lvl="2" algn="ctr">
              <a:lnSpc>
                <a:spcPct val="100000"/>
              </a:lnSpc>
              <a:spcBef>
                <a:spcPts val="0"/>
              </a:spcBef>
              <a:spcAft>
                <a:spcPts val="0"/>
              </a:spcAft>
              <a:buClr>
                <a:schemeClr val="dk1"/>
              </a:buClr>
              <a:buSzPts val="2650"/>
              <a:buFont typeface="Merriweather"/>
              <a:buNone/>
              <a:defRPr sz="2650">
                <a:solidFill>
                  <a:schemeClr val="dk1"/>
                </a:solidFill>
                <a:latin typeface="Merriweather"/>
                <a:ea typeface="Merriweather"/>
                <a:cs typeface="Merriweather"/>
                <a:sym typeface="Merriweather"/>
              </a:defRPr>
            </a:lvl3pPr>
            <a:lvl4pPr lvl="3" algn="ctr">
              <a:lnSpc>
                <a:spcPct val="100000"/>
              </a:lnSpc>
              <a:spcBef>
                <a:spcPts val="0"/>
              </a:spcBef>
              <a:spcAft>
                <a:spcPts val="0"/>
              </a:spcAft>
              <a:buClr>
                <a:schemeClr val="dk1"/>
              </a:buClr>
              <a:buSzPts val="2650"/>
              <a:buFont typeface="Merriweather"/>
              <a:buNone/>
              <a:defRPr sz="2650">
                <a:solidFill>
                  <a:schemeClr val="dk1"/>
                </a:solidFill>
                <a:latin typeface="Merriweather"/>
                <a:ea typeface="Merriweather"/>
                <a:cs typeface="Merriweather"/>
                <a:sym typeface="Merriweather"/>
              </a:defRPr>
            </a:lvl4pPr>
            <a:lvl5pPr lvl="4" algn="ctr">
              <a:lnSpc>
                <a:spcPct val="100000"/>
              </a:lnSpc>
              <a:spcBef>
                <a:spcPts val="0"/>
              </a:spcBef>
              <a:spcAft>
                <a:spcPts val="0"/>
              </a:spcAft>
              <a:buClr>
                <a:schemeClr val="dk1"/>
              </a:buClr>
              <a:buSzPts val="2650"/>
              <a:buFont typeface="Merriweather"/>
              <a:buNone/>
              <a:defRPr sz="2650">
                <a:solidFill>
                  <a:schemeClr val="dk1"/>
                </a:solidFill>
                <a:latin typeface="Merriweather"/>
                <a:ea typeface="Merriweather"/>
                <a:cs typeface="Merriweather"/>
                <a:sym typeface="Merriweather"/>
              </a:defRPr>
            </a:lvl5pPr>
            <a:lvl6pPr lvl="5" algn="ctr">
              <a:lnSpc>
                <a:spcPct val="100000"/>
              </a:lnSpc>
              <a:spcBef>
                <a:spcPts val="0"/>
              </a:spcBef>
              <a:spcAft>
                <a:spcPts val="0"/>
              </a:spcAft>
              <a:buClr>
                <a:schemeClr val="dk1"/>
              </a:buClr>
              <a:buSzPts val="2650"/>
              <a:buFont typeface="Merriweather"/>
              <a:buNone/>
              <a:defRPr sz="2650">
                <a:solidFill>
                  <a:schemeClr val="dk1"/>
                </a:solidFill>
                <a:latin typeface="Merriweather"/>
                <a:ea typeface="Merriweather"/>
                <a:cs typeface="Merriweather"/>
                <a:sym typeface="Merriweather"/>
              </a:defRPr>
            </a:lvl6pPr>
            <a:lvl7pPr lvl="6" algn="ctr">
              <a:lnSpc>
                <a:spcPct val="100000"/>
              </a:lnSpc>
              <a:spcBef>
                <a:spcPts val="0"/>
              </a:spcBef>
              <a:spcAft>
                <a:spcPts val="0"/>
              </a:spcAft>
              <a:buClr>
                <a:schemeClr val="dk1"/>
              </a:buClr>
              <a:buSzPts val="2650"/>
              <a:buFont typeface="Merriweather"/>
              <a:buNone/>
              <a:defRPr sz="2650">
                <a:solidFill>
                  <a:schemeClr val="dk1"/>
                </a:solidFill>
                <a:latin typeface="Merriweather"/>
                <a:ea typeface="Merriweather"/>
                <a:cs typeface="Merriweather"/>
                <a:sym typeface="Merriweather"/>
              </a:defRPr>
            </a:lvl7pPr>
            <a:lvl8pPr lvl="7" algn="ctr">
              <a:lnSpc>
                <a:spcPct val="100000"/>
              </a:lnSpc>
              <a:spcBef>
                <a:spcPts val="0"/>
              </a:spcBef>
              <a:spcAft>
                <a:spcPts val="0"/>
              </a:spcAft>
              <a:buClr>
                <a:schemeClr val="dk1"/>
              </a:buClr>
              <a:buSzPts val="2650"/>
              <a:buFont typeface="Merriweather"/>
              <a:buNone/>
              <a:defRPr sz="2650">
                <a:solidFill>
                  <a:schemeClr val="dk1"/>
                </a:solidFill>
                <a:latin typeface="Merriweather"/>
                <a:ea typeface="Merriweather"/>
                <a:cs typeface="Merriweather"/>
                <a:sym typeface="Merriweather"/>
              </a:defRPr>
            </a:lvl8pPr>
            <a:lvl9pPr lvl="8" algn="ctr">
              <a:lnSpc>
                <a:spcPct val="100000"/>
              </a:lnSpc>
              <a:spcBef>
                <a:spcPts val="0"/>
              </a:spcBef>
              <a:spcAft>
                <a:spcPts val="0"/>
              </a:spcAft>
              <a:buClr>
                <a:schemeClr val="dk1"/>
              </a:buClr>
              <a:buSzPts val="2650"/>
              <a:buFont typeface="Merriweather"/>
              <a:buNone/>
              <a:defRPr sz="2650">
                <a:solidFill>
                  <a:schemeClr val="dk1"/>
                </a:solidFill>
                <a:latin typeface="Merriweather"/>
                <a:ea typeface="Merriweather"/>
                <a:cs typeface="Merriweather"/>
                <a:sym typeface="Merriweather"/>
              </a:defRPr>
            </a:lvl9pPr>
          </a:lstStyle>
          <a:p/>
        </p:txBody>
      </p:sp>
      <p:sp>
        <p:nvSpPr>
          <p:cNvPr id="224" name="Google Shape;224;p37"/>
          <p:cNvSpPr txBox="1"/>
          <p:nvPr>
            <p:ph idx="2" type="body"/>
          </p:nvPr>
        </p:nvSpPr>
        <p:spPr>
          <a:xfrm>
            <a:off x="196951" y="262300"/>
            <a:ext cx="1859100" cy="278700"/>
          </a:xfrm>
          <a:prstGeom prst="rect">
            <a:avLst/>
          </a:prstGeom>
        </p:spPr>
        <p:txBody>
          <a:bodyPr anchorCtr="0" anchor="ctr" bIns="91425" lIns="91425" spcFirstLastPara="1" rIns="91425" wrap="square" tIns="91425">
            <a:noAutofit/>
          </a:bodyPr>
          <a:lstStyle>
            <a:lvl1pPr indent="-279400" lvl="0" marL="457200">
              <a:spcBef>
                <a:spcPts val="0"/>
              </a:spcBef>
              <a:spcAft>
                <a:spcPts val="0"/>
              </a:spcAft>
              <a:buClr>
                <a:schemeClr val="dk1"/>
              </a:buClr>
              <a:buSzPts val="800"/>
              <a:buChar char="●"/>
              <a:defRPr sz="800">
                <a:solidFill>
                  <a:schemeClr val="dk1"/>
                </a:solidFill>
              </a:defRPr>
            </a:lvl1pPr>
            <a:lvl2pPr indent="-279400" lvl="1" marL="914400">
              <a:spcBef>
                <a:spcPts val="0"/>
              </a:spcBef>
              <a:spcAft>
                <a:spcPts val="0"/>
              </a:spcAft>
              <a:buClr>
                <a:schemeClr val="dk1"/>
              </a:buClr>
              <a:buSzPts val="800"/>
              <a:buChar char="○"/>
              <a:defRPr>
                <a:solidFill>
                  <a:schemeClr val="dk1"/>
                </a:solidFill>
              </a:defRPr>
            </a:lvl2pPr>
            <a:lvl3pPr indent="-279400" lvl="2" marL="1371600">
              <a:spcBef>
                <a:spcPts val="0"/>
              </a:spcBef>
              <a:spcAft>
                <a:spcPts val="0"/>
              </a:spcAft>
              <a:buClr>
                <a:schemeClr val="dk1"/>
              </a:buClr>
              <a:buSzPts val="800"/>
              <a:buChar char="■"/>
              <a:defRPr sz="800">
                <a:solidFill>
                  <a:schemeClr val="dk1"/>
                </a:solidFill>
              </a:defRPr>
            </a:lvl3pPr>
            <a:lvl4pPr indent="-279400" lvl="3" marL="1828800">
              <a:spcBef>
                <a:spcPts val="0"/>
              </a:spcBef>
              <a:spcAft>
                <a:spcPts val="0"/>
              </a:spcAft>
              <a:buClr>
                <a:schemeClr val="dk1"/>
              </a:buClr>
              <a:buSzPts val="800"/>
              <a:buChar char="●"/>
              <a:defRPr sz="800">
                <a:solidFill>
                  <a:schemeClr val="dk1"/>
                </a:solidFill>
              </a:defRPr>
            </a:lvl4pPr>
            <a:lvl5pPr indent="-279400" lvl="4" marL="2286000">
              <a:spcBef>
                <a:spcPts val="0"/>
              </a:spcBef>
              <a:spcAft>
                <a:spcPts val="0"/>
              </a:spcAft>
              <a:buClr>
                <a:schemeClr val="dk1"/>
              </a:buClr>
              <a:buSzPts val="800"/>
              <a:buChar char="○"/>
              <a:defRPr sz="800">
                <a:solidFill>
                  <a:schemeClr val="dk1"/>
                </a:solidFill>
              </a:defRPr>
            </a:lvl5pPr>
            <a:lvl6pPr indent="-279400" lvl="5" marL="2743200">
              <a:spcBef>
                <a:spcPts val="0"/>
              </a:spcBef>
              <a:spcAft>
                <a:spcPts val="0"/>
              </a:spcAft>
              <a:buClr>
                <a:schemeClr val="dk1"/>
              </a:buClr>
              <a:buSzPts val="800"/>
              <a:buChar char="■"/>
              <a:defRPr sz="800">
                <a:solidFill>
                  <a:schemeClr val="dk1"/>
                </a:solidFill>
              </a:defRPr>
            </a:lvl6pPr>
            <a:lvl7pPr indent="-279400" lvl="6" marL="3200400">
              <a:spcBef>
                <a:spcPts val="0"/>
              </a:spcBef>
              <a:spcAft>
                <a:spcPts val="0"/>
              </a:spcAft>
              <a:buClr>
                <a:schemeClr val="dk1"/>
              </a:buClr>
              <a:buSzPts val="800"/>
              <a:buChar char="●"/>
              <a:defRPr sz="800">
                <a:solidFill>
                  <a:schemeClr val="dk1"/>
                </a:solidFill>
              </a:defRPr>
            </a:lvl7pPr>
            <a:lvl8pPr indent="-279400" lvl="7" marL="3657600">
              <a:spcBef>
                <a:spcPts val="0"/>
              </a:spcBef>
              <a:spcAft>
                <a:spcPts val="0"/>
              </a:spcAft>
              <a:buClr>
                <a:schemeClr val="dk1"/>
              </a:buClr>
              <a:buSzPts val="800"/>
              <a:buChar char="○"/>
              <a:defRPr sz="800">
                <a:solidFill>
                  <a:schemeClr val="dk1"/>
                </a:solidFill>
              </a:defRPr>
            </a:lvl8pPr>
            <a:lvl9pPr indent="-279400" lvl="8" marL="4114800">
              <a:spcBef>
                <a:spcPts val="0"/>
              </a:spcBef>
              <a:spcAft>
                <a:spcPts val="0"/>
              </a:spcAft>
              <a:buClr>
                <a:schemeClr val="dk1"/>
              </a:buClr>
              <a:buSzPts val="800"/>
              <a:buChar char="■"/>
              <a:defRPr sz="800">
                <a:solidFill>
                  <a:schemeClr val="dk1"/>
                </a:solidFill>
              </a:defRPr>
            </a:lvl9pPr>
          </a:lstStyle>
          <a:p/>
        </p:txBody>
      </p:sp>
      <p:sp>
        <p:nvSpPr>
          <p:cNvPr id="225" name="Google Shape;225;p37"/>
          <p:cNvSpPr txBox="1"/>
          <p:nvPr>
            <p:ph idx="3" type="body"/>
          </p:nvPr>
        </p:nvSpPr>
        <p:spPr>
          <a:xfrm>
            <a:off x="7087526" y="262300"/>
            <a:ext cx="1933500" cy="278700"/>
          </a:xfrm>
          <a:prstGeom prst="rect">
            <a:avLst/>
          </a:prstGeom>
        </p:spPr>
        <p:txBody>
          <a:bodyPr anchorCtr="0" anchor="ctr" bIns="91425" lIns="91425" spcFirstLastPara="1" rIns="91425" wrap="square" tIns="91425">
            <a:noAutofit/>
          </a:bodyPr>
          <a:lstStyle>
            <a:lvl1pPr indent="-279400" lvl="0" marL="457200" algn="r">
              <a:spcBef>
                <a:spcPts val="0"/>
              </a:spcBef>
              <a:spcAft>
                <a:spcPts val="0"/>
              </a:spcAft>
              <a:buClr>
                <a:schemeClr val="dk1"/>
              </a:buClr>
              <a:buSzPts val="800"/>
              <a:buChar char="●"/>
              <a:defRPr sz="800">
                <a:solidFill>
                  <a:schemeClr val="dk1"/>
                </a:solidFill>
              </a:defRPr>
            </a:lvl1pPr>
            <a:lvl2pPr indent="-279400" lvl="1" marL="914400" algn="r">
              <a:spcBef>
                <a:spcPts val="0"/>
              </a:spcBef>
              <a:spcAft>
                <a:spcPts val="0"/>
              </a:spcAft>
              <a:buClr>
                <a:schemeClr val="dk1"/>
              </a:buClr>
              <a:buSzPts val="800"/>
              <a:buChar char="○"/>
              <a:defRPr>
                <a:solidFill>
                  <a:schemeClr val="dk1"/>
                </a:solidFill>
              </a:defRPr>
            </a:lvl2pPr>
            <a:lvl3pPr indent="-279400" lvl="2" marL="1371600" algn="r">
              <a:spcBef>
                <a:spcPts val="0"/>
              </a:spcBef>
              <a:spcAft>
                <a:spcPts val="0"/>
              </a:spcAft>
              <a:buClr>
                <a:schemeClr val="dk1"/>
              </a:buClr>
              <a:buSzPts val="800"/>
              <a:buChar char="■"/>
              <a:defRPr sz="800">
                <a:solidFill>
                  <a:schemeClr val="dk1"/>
                </a:solidFill>
              </a:defRPr>
            </a:lvl3pPr>
            <a:lvl4pPr indent="-279400" lvl="3" marL="1828800" algn="r">
              <a:spcBef>
                <a:spcPts val="0"/>
              </a:spcBef>
              <a:spcAft>
                <a:spcPts val="0"/>
              </a:spcAft>
              <a:buClr>
                <a:schemeClr val="dk1"/>
              </a:buClr>
              <a:buSzPts val="800"/>
              <a:buChar char="●"/>
              <a:defRPr sz="800">
                <a:solidFill>
                  <a:schemeClr val="dk1"/>
                </a:solidFill>
              </a:defRPr>
            </a:lvl4pPr>
            <a:lvl5pPr indent="-279400" lvl="4" marL="2286000" algn="r">
              <a:spcBef>
                <a:spcPts val="0"/>
              </a:spcBef>
              <a:spcAft>
                <a:spcPts val="0"/>
              </a:spcAft>
              <a:buClr>
                <a:schemeClr val="dk1"/>
              </a:buClr>
              <a:buSzPts val="800"/>
              <a:buChar char="○"/>
              <a:defRPr sz="800">
                <a:solidFill>
                  <a:schemeClr val="dk1"/>
                </a:solidFill>
              </a:defRPr>
            </a:lvl5pPr>
            <a:lvl6pPr indent="-279400" lvl="5" marL="2743200" algn="r">
              <a:spcBef>
                <a:spcPts val="0"/>
              </a:spcBef>
              <a:spcAft>
                <a:spcPts val="0"/>
              </a:spcAft>
              <a:buClr>
                <a:schemeClr val="dk1"/>
              </a:buClr>
              <a:buSzPts val="800"/>
              <a:buChar char="■"/>
              <a:defRPr sz="800">
                <a:solidFill>
                  <a:schemeClr val="dk1"/>
                </a:solidFill>
              </a:defRPr>
            </a:lvl6pPr>
            <a:lvl7pPr indent="-279400" lvl="6" marL="3200400" algn="r">
              <a:spcBef>
                <a:spcPts val="0"/>
              </a:spcBef>
              <a:spcAft>
                <a:spcPts val="0"/>
              </a:spcAft>
              <a:buClr>
                <a:schemeClr val="dk1"/>
              </a:buClr>
              <a:buSzPts val="800"/>
              <a:buChar char="●"/>
              <a:defRPr sz="800">
                <a:solidFill>
                  <a:schemeClr val="dk1"/>
                </a:solidFill>
              </a:defRPr>
            </a:lvl7pPr>
            <a:lvl8pPr indent="-279400" lvl="7" marL="3657600" algn="r">
              <a:spcBef>
                <a:spcPts val="0"/>
              </a:spcBef>
              <a:spcAft>
                <a:spcPts val="0"/>
              </a:spcAft>
              <a:buClr>
                <a:schemeClr val="dk1"/>
              </a:buClr>
              <a:buSzPts val="800"/>
              <a:buChar char="○"/>
              <a:defRPr sz="800">
                <a:solidFill>
                  <a:schemeClr val="dk1"/>
                </a:solidFill>
              </a:defRPr>
            </a:lvl8pPr>
            <a:lvl9pPr indent="-279400" lvl="8" marL="4114800" algn="r">
              <a:spcBef>
                <a:spcPts val="0"/>
              </a:spcBef>
              <a:spcAft>
                <a:spcPts val="0"/>
              </a:spcAft>
              <a:buClr>
                <a:schemeClr val="dk1"/>
              </a:buClr>
              <a:buSzPts val="800"/>
              <a:buChar char="■"/>
              <a:defRPr sz="800">
                <a:solidFill>
                  <a:schemeClr val="dk1"/>
                </a:solidFill>
              </a:defRPr>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2">
  <p:cSld name="TITLE_AND_BODY_1">
    <p:bg>
      <p:bgPr>
        <a:solidFill>
          <a:schemeClr val="dk1"/>
        </a:solidFill>
      </p:bgPr>
    </p:bg>
    <p:spTree>
      <p:nvGrpSpPr>
        <p:cNvPr id="226" name="Shape 226"/>
        <p:cNvGrpSpPr/>
        <p:nvPr/>
      </p:nvGrpSpPr>
      <p:grpSpPr>
        <a:xfrm>
          <a:off x="0" y="0"/>
          <a:ext cx="0" cy="0"/>
          <a:chOff x="0" y="0"/>
          <a:chExt cx="0" cy="0"/>
        </a:xfrm>
      </p:grpSpPr>
      <p:sp>
        <p:nvSpPr>
          <p:cNvPr id="227" name="Google Shape;227;p38"/>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n-US"/>
              <a:t>‹#›</a:t>
            </a:fld>
            <a:endParaRPr/>
          </a:p>
        </p:txBody>
      </p:sp>
      <p:sp>
        <p:nvSpPr>
          <p:cNvPr id="228" name="Google Shape;228;p38"/>
          <p:cNvSpPr txBox="1"/>
          <p:nvPr>
            <p:ph idx="1" type="subTitle"/>
          </p:nvPr>
        </p:nvSpPr>
        <p:spPr>
          <a:xfrm>
            <a:off x="975300" y="2485400"/>
            <a:ext cx="7193400" cy="1887300"/>
          </a:xfrm>
          <a:prstGeom prst="rect">
            <a:avLst/>
          </a:prstGeom>
        </p:spPr>
        <p:txBody>
          <a:bodyPr anchorCtr="0" anchor="ctr" bIns="91425" lIns="91425" spcFirstLastPara="1" rIns="91425" wrap="square" tIns="91425">
            <a:spAutoFit/>
          </a:bodyPr>
          <a:lstStyle>
            <a:lvl1pPr lvl="0" algn="ctr">
              <a:lnSpc>
                <a:spcPct val="100000"/>
              </a:lnSpc>
              <a:spcBef>
                <a:spcPts val="0"/>
              </a:spcBef>
              <a:spcAft>
                <a:spcPts val="0"/>
              </a:spcAft>
              <a:buClr>
                <a:schemeClr val="lt1"/>
              </a:buClr>
              <a:buSzPts val="2650"/>
              <a:buFont typeface="Merriweather"/>
              <a:buNone/>
              <a:defRPr sz="2650">
                <a:solidFill>
                  <a:schemeClr val="lt1"/>
                </a:solidFill>
                <a:latin typeface="Merriweather"/>
                <a:ea typeface="Merriweather"/>
                <a:cs typeface="Merriweather"/>
                <a:sym typeface="Merriweather"/>
              </a:defRPr>
            </a:lvl1pPr>
            <a:lvl2pPr lvl="1" algn="ctr">
              <a:lnSpc>
                <a:spcPct val="100000"/>
              </a:lnSpc>
              <a:spcBef>
                <a:spcPts val="0"/>
              </a:spcBef>
              <a:spcAft>
                <a:spcPts val="0"/>
              </a:spcAft>
              <a:buClr>
                <a:schemeClr val="lt1"/>
              </a:buClr>
              <a:buSzPts val="2650"/>
              <a:buFont typeface="Merriweather"/>
              <a:buNone/>
              <a:defRPr sz="2650">
                <a:solidFill>
                  <a:schemeClr val="lt1"/>
                </a:solidFill>
                <a:latin typeface="Merriweather"/>
                <a:ea typeface="Merriweather"/>
                <a:cs typeface="Merriweather"/>
                <a:sym typeface="Merriweather"/>
              </a:defRPr>
            </a:lvl2pPr>
            <a:lvl3pPr lvl="2" algn="ctr">
              <a:lnSpc>
                <a:spcPct val="100000"/>
              </a:lnSpc>
              <a:spcBef>
                <a:spcPts val="0"/>
              </a:spcBef>
              <a:spcAft>
                <a:spcPts val="0"/>
              </a:spcAft>
              <a:buClr>
                <a:schemeClr val="lt1"/>
              </a:buClr>
              <a:buSzPts val="2650"/>
              <a:buFont typeface="Merriweather"/>
              <a:buNone/>
              <a:defRPr sz="2650">
                <a:solidFill>
                  <a:schemeClr val="lt1"/>
                </a:solidFill>
                <a:latin typeface="Merriweather"/>
                <a:ea typeface="Merriweather"/>
                <a:cs typeface="Merriweather"/>
                <a:sym typeface="Merriweather"/>
              </a:defRPr>
            </a:lvl3pPr>
            <a:lvl4pPr lvl="3" algn="ctr">
              <a:lnSpc>
                <a:spcPct val="100000"/>
              </a:lnSpc>
              <a:spcBef>
                <a:spcPts val="0"/>
              </a:spcBef>
              <a:spcAft>
                <a:spcPts val="0"/>
              </a:spcAft>
              <a:buClr>
                <a:schemeClr val="lt1"/>
              </a:buClr>
              <a:buSzPts val="2650"/>
              <a:buFont typeface="Merriweather"/>
              <a:buNone/>
              <a:defRPr sz="2650">
                <a:solidFill>
                  <a:schemeClr val="lt1"/>
                </a:solidFill>
                <a:latin typeface="Merriweather"/>
                <a:ea typeface="Merriweather"/>
                <a:cs typeface="Merriweather"/>
                <a:sym typeface="Merriweather"/>
              </a:defRPr>
            </a:lvl4pPr>
            <a:lvl5pPr lvl="4" algn="ctr">
              <a:lnSpc>
                <a:spcPct val="100000"/>
              </a:lnSpc>
              <a:spcBef>
                <a:spcPts val="0"/>
              </a:spcBef>
              <a:spcAft>
                <a:spcPts val="0"/>
              </a:spcAft>
              <a:buClr>
                <a:schemeClr val="lt1"/>
              </a:buClr>
              <a:buSzPts val="2650"/>
              <a:buFont typeface="Merriweather"/>
              <a:buNone/>
              <a:defRPr sz="2650">
                <a:solidFill>
                  <a:schemeClr val="lt1"/>
                </a:solidFill>
                <a:latin typeface="Merriweather"/>
                <a:ea typeface="Merriweather"/>
                <a:cs typeface="Merriweather"/>
                <a:sym typeface="Merriweather"/>
              </a:defRPr>
            </a:lvl5pPr>
            <a:lvl6pPr lvl="5" algn="ctr">
              <a:lnSpc>
                <a:spcPct val="100000"/>
              </a:lnSpc>
              <a:spcBef>
                <a:spcPts val="0"/>
              </a:spcBef>
              <a:spcAft>
                <a:spcPts val="0"/>
              </a:spcAft>
              <a:buClr>
                <a:schemeClr val="lt1"/>
              </a:buClr>
              <a:buSzPts val="2650"/>
              <a:buFont typeface="Merriweather"/>
              <a:buNone/>
              <a:defRPr sz="2650">
                <a:solidFill>
                  <a:schemeClr val="lt1"/>
                </a:solidFill>
                <a:latin typeface="Merriweather"/>
                <a:ea typeface="Merriweather"/>
                <a:cs typeface="Merriweather"/>
                <a:sym typeface="Merriweather"/>
              </a:defRPr>
            </a:lvl6pPr>
            <a:lvl7pPr lvl="6" algn="ctr">
              <a:lnSpc>
                <a:spcPct val="100000"/>
              </a:lnSpc>
              <a:spcBef>
                <a:spcPts val="0"/>
              </a:spcBef>
              <a:spcAft>
                <a:spcPts val="0"/>
              </a:spcAft>
              <a:buClr>
                <a:schemeClr val="lt1"/>
              </a:buClr>
              <a:buSzPts val="2650"/>
              <a:buFont typeface="Merriweather"/>
              <a:buNone/>
              <a:defRPr sz="2650">
                <a:solidFill>
                  <a:schemeClr val="lt1"/>
                </a:solidFill>
                <a:latin typeface="Merriweather"/>
                <a:ea typeface="Merriweather"/>
                <a:cs typeface="Merriweather"/>
                <a:sym typeface="Merriweather"/>
              </a:defRPr>
            </a:lvl7pPr>
            <a:lvl8pPr lvl="7" algn="ctr">
              <a:lnSpc>
                <a:spcPct val="100000"/>
              </a:lnSpc>
              <a:spcBef>
                <a:spcPts val="0"/>
              </a:spcBef>
              <a:spcAft>
                <a:spcPts val="0"/>
              </a:spcAft>
              <a:buClr>
                <a:schemeClr val="lt1"/>
              </a:buClr>
              <a:buSzPts val="2650"/>
              <a:buFont typeface="Merriweather"/>
              <a:buNone/>
              <a:defRPr sz="2650">
                <a:solidFill>
                  <a:schemeClr val="lt1"/>
                </a:solidFill>
                <a:latin typeface="Merriweather"/>
                <a:ea typeface="Merriweather"/>
                <a:cs typeface="Merriweather"/>
                <a:sym typeface="Merriweather"/>
              </a:defRPr>
            </a:lvl8pPr>
            <a:lvl9pPr lvl="8" algn="ctr">
              <a:lnSpc>
                <a:spcPct val="100000"/>
              </a:lnSpc>
              <a:spcBef>
                <a:spcPts val="0"/>
              </a:spcBef>
              <a:spcAft>
                <a:spcPts val="0"/>
              </a:spcAft>
              <a:buClr>
                <a:schemeClr val="lt1"/>
              </a:buClr>
              <a:buSzPts val="2650"/>
              <a:buFont typeface="Merriweather"/>
              <a:buNone/>
              <a:defRPr sz="2650">
                <a:solidFill>
                  <a:schemeClr val="lt1"/>
                </a:solidFill>
                <a:latin typeface="Merriweather"/>
                <a:ea typeface="Merriweather"/>
                <a:cs typeface="Merriweather"/>
                <a:sym typeface="Merriweather"/>
              </a:defRPr>
            </a:lvl9pPr>
          </a:lstStyle>
          <a:p/>
        </p:txBody>
      </p:sp>
      <p:sp>
        <p:nvSpPr>
          <p:cNvPr id="229" name="Google Shape;229;p38"/>
          <p:cNvSpPr txBox="1"/>
          <p:nvPr>
            <p:ph idx="2" type="body"/>
          </p:nvPr>
        </p:nvSpPr>
        <p:spPr>
          <a:xfrm>
            <a:off x="196951" y="262300"/>
            <a:ext cx="1860300" cy="278700"/>
          </a:xfrm>
          <a:prstGeom prst="rect">
            <a:avLst/>
          </a:prstGeom>
        </p:spPr>
        <p:txBody>
          <a:bodyPr anchorCtr="0" anchor="ctr" bIns="91425" lIns="91425" spcFirstLastPara="1" rIns="91425" wrap="square" tIns="91425">
            <a:noAutofit/>
          </a:bodyPr>
          <a:lstStyle>
            <a:lvl1pPr indent="-279400" lvl="0" marL="457200">
              <a:spcBef>
                <a:spcPts val="0"/>
              </a:spcBef>
              <a:spcAft>
                <a:spcPts val="0"/>
              </a:spcAft>
              <a:buClr>
                <a:schemeClr val="lt1"/>
              </a:buClr>
              <a:buSzPts val="800"/>
              <a:buChar char="●"/>
              <a:defRPr sz="800">
                <a:solidFill>
                  <a:schemeClr val="lt1"/>
                </a:solidFill>
              </a:defRPr>
            </a:lvl1pPr>
            <a:lvl2pPr indent="-279400" lvl="1" marL="914400">
              <a:spcBef>
                <a:spcPts val="0"/>
              </a:spcBef>
              <a:spcAft>
                <a:spcPts val="0"/>
              </a:spcAft>
              <a:buClr>
                <a:schemeClr val="lt1"/>
              </a:buClr>
              <a:buSzPts val="800"/>
              <a:buChar char="○"/>
              <a:defRPr>
                <a:solidFill>
                  <a:schemeClr val="lt1"/>
                </a:solidFill>
              </a:defRPr>
            </a:lvl2pPr>
            <a:lvl3pPr indent="-279400" lvl="2" marL="1371600">
              <a:spcBef>
                <a:spcPts val="0"/>
              </a:spcBef>
              <a:spcAft>
                <a:spcPts val="0"/>
              </a:spcAft>
              <a:buClr>
                <a:schemeClr val="lt1"/>
              </a:buClr>
              <a:buSzPts val="800"/>
              <a:buChar char="■"/>
              <a:defRPr sz="800">
                <a:solidFill>
                  <a:schemeClr val="lt1"/>
                </a:solidFill>
              </a:defRPr>
            </a:lvl3pPr>
            <a:lvl4pPr indent="-279400" lvl="3" marL="1828800">
              <a:spcBef>
                <a:spcPts val="0"/>
              </a:spcBef>
              <a:spcAft>
                <a:spcPts val="0"/>
              </a:spcAft>
              <a:buClr>
                <a:schemeClr val="lt1"/>
              </a:buClr>
              <a:buSzPts val="800"/>
              <a:buChar char="●"/>
              <a:defRPr sz="800">
                <a:solidFill>
                  <a:schemeClr val="lt1"/>
                </a:solidFill>
              </a:defRPr>
            </a:lvl4pPr>
            <a:lvl5pPr indent="-279400" lvl="4" marL="2286000">
              <a:spcBef>
                <a:spcPts val="0"/>
              </a:spcBef>
              <a:spcAft>
                <a:spcPts val="0"/>
              </a:spcAft>
              <a:buClr>
                <a:schemeClr val="lt1"/>
              </a:buClr>
              <a:buSzPts val="800"/>
              <a:buChar char="○"/>
              <a:defRPr sz="800">
                <a:solidFill>
                  <a:schemeClr val="lt1"/>
                </a:solidFill>
              </a:defRPr>
            </a:lvl5pPr>
            <a:lvl6pPr indent="-279400" lvl="5" marL="2743200">
              <a:spcBef>
                <a:spcPts val="0"/>
              </a:spcBef>
              <a:spcAft>
                <a:spcPts val="0"/>
              </a:spcAft>
              <a:buClr>
                <a:schemeClr val="lt1"/>
              </a:buClr>
              <a:buSzPts val="800"/>
              <a:buChar char="■"/>
              <a:defRPr sz="800">
                <a:solidFill>
                  <a:schemeClr val="lt1"/>
                </a:solidFill>
              </a:defRPr>
            </a:lvl6pPr>
            <a:lvl7pPr indent="-279400" lvl="6" marL="3200400">
              <a:spcBef>
                <a:spcPts val="0"/>
              </a:spcBef>
              <a:spcAft>
                <a:spcPts val="0"/>
              </a:spcAft>
              <a:buClr>
                <a:schemeClr val="lt1"/>
              </a:buClr>
              <a:buSzPts val="800"/>
              <a:buChar char="●"/>
              <a:defRPr sz="800">
                <a:solidFill>
                  <a:schemeClr val="lt1"/>
                </a:solidFill>
              </a:defRPr>
            </a:lvl7pPr>
            <a:lvl8pPr indent="-279400" lvl="7" marL="3657600">
              <a:spcBef>
                <a:spcPts val="0"/>
              </a:spcBef>
              <a:spcAft>
                <a:spcPts val="0"/>
              </a:spcAft>
              <a:buClr>
                <a:schemeClr val="lt1"/>
              </a:buClr>
              <a:buSzPts val="800"/>
              <a:buChar char="○"/>
              <a:defRPr sz="800">
                <a:solidFill>
                  <a:schemeClr val="lt1"/>
                </a:solidFill>
              </a:defRPr>
            </a:lvl8pPr>
            <a:lvl9pPr indent="-279400" lvl="8" marL="4114800">
              <a:spcBef>
                <a:spcPts val="0"/>
              </a:spcBef>
              <a:spcAft>
                <a:spcPts val="0"/>
              </a:spcAft>
              <a:buClr>
                <a:schemeClr val="lt1"/>
              </a:buClr>
              <a:buSzPts val="800"/>
              <a:buChar char="■"/>
              <a:defRPr sz="800">
                <a:solidFill>
                  <a:schemeClr val="lt1"/>
                </a:solidFill>
              </a:defRPr>
            </a:lvl9pPr>
          </a:lstStyle>
          <a:p/>
        </p:txBody>
      </p:sp>
      <p:sp>
        <p:nvSpPr>
          <p:cNvPr id="230" name="Google Shape;230;p38"/>
          <p:cNvSpPr txBox="1"/>
          <p:nvPr>
            <p:ph idx="3" type="body"/>
          </p:nvPr>
        </p:nvSpPr>
        <p:spPr>
          <a:xfrm>
            <a:off x="7087526" y="262300"/>
            <a:ext cx="1933500" cy="278700"/>
          </a:xfrm>
          <a:prstGeom prst="rect">
            <a:avLst/>
          </a:prstGeom>
        </p:spPr>
        <p:txBody>
          <a:bodyPr anchorCtr="0" anchor="ctr" bIns="91425" lIns="91425" spcFirstLastPara="1" rIns="91425" wrap="square" tIns="91425">
            <a:noAutofit/>
          </a:bodyPr>
          <a:lstStyle>
            <a:lvl1pPr indent="-279400" lvl="0" marL="457200" algn="r">
              <a:spcBef>
                <a:spcPts val="0"/>
              </a:spcBef>
              <a:spcAft>
                <a:spcPts val="0"/>
              </a:spcAft>
              <a:buClr>
                <a:schemeClr val="lt1"/>
              </a:buClr>
              <a:buSzPts val="800"/>
              <a:buChar char="●"/>
              <a:defRPr sz="800">
                <a:solidFill>
                  <a:schemeClr val="lt1"/>
                </a:solidFill>
              </a:defRPr>
            </a:lvl1pPr>
            <a:lvl2pPr indent="-279400" lvl="1" marL="914400" algn="r">
              <a:spcBef>
                <a:spcPts val="0"/>
              </a:spcBef>
              <a:spcAft>
                <a:spcPts val="0"/>
              </a:spcAft>
              <a:buClr>
                <a:schemeClr val="lt1"/>
              </a:buClr>
              <a:buSzPts val="800"/>
              <a:buChar char="○"/>
              <a:defRPr>
                <a:solidFill>
                  <a:schemeClr val="lt1"/>
                </a:solidFill>
              </a:defRPr>
            </a:lvl2pPr>
            <a:lvl3pPr indent="-279400" lvl="2" marL="1371600" algn="r">
              <a:spcBef>
                <a:spcPts val="0"/>
              </a:spcBef>
              <a:spcAft>
                <a:spcPts val="0"/>
              </a:spcAft>
              <a:buClr>
                <a:schemeClr val="lt1"/>
              </a:buClr>
              <a:buSzPts val="800"/>
              <a:buChar char="■"/>
              <a:defRPr sz="800">
                <a:solidFill>
                  <a:schemeClr val="lt1"/>
                </a:solidFill>
              </a:defRPr>
            </a:lvl3pPr>
            <a:lvl4pPr indent="-279400" lvl="3" marL="1828800" algn="r">
              <a:spcBef>
                <a:spcPts val="0"/>
              </a:spcBef>
              <a:spcAft>
                <a:spcPts val="0"/>
              </a:spcAft>
              <a:buClr>
                <a:schemeClr val="lt1"/>
              </a:buClr>
              <a:buSzPts val="800"/>
              <a:buChar char="●"/>
              <a:defRPr sz="800">
                <a:solidFill>
                  <a:schemeClr val="lt1"/>
                </a:solidFill>
              </a:defRPr>
            </a:lvl4pPr>
            <a:lvl5pPr indent="-279400" lvl="4" marL="2286000" algn="r">
              <a:spcBef>
                <a:spcPts val="0"/>
              </a:spcBef>
              <a:spcAft>
                <a:spcPts val="0"/>
              </a:spcAft>
              <a:buClr>
                <a:schemeClr val="lt1"/>
              </a:buClr>
              <a:buSzPts val="800"/>
              <a:buChar char="○"/>
              <a:defRPr sz="800">
                <a:solidFill>
                  <a:schemeClr val="lt1"/>
                </a:solidFill>
              </a:defRPr>
            </a:lvl5pPr>
            <a:lvl6pPr indent="-279400" lvl="5" marL="2743200" algn="r">
              <a:spcBef>
                <a:spcPts val="0"/>
              </a:spcBef>
              <a:spcAft>
                <a:spcPts val="0"/>
              </a:spcAft>
              <a:buClr>
                <a:schemeClr val="lt1"/>
              </a:buClr>
              <a:buSzPts val="800"/>
              <a:buChar char="■"/>
              <a:defRPr sz="800">
                <a:solidFill>
                  <a:schemeClr val="lt1"/>
                </a:solidFill>
              </a:defRPr>
            </a:lvl6pPr>
            <a:lvl7pPr indent="-279400" lvl="6" marL="3200400" algn="r">
              <a:spcBef>
                <a:spcPts val="0"/>
              </a:spcBef>
              <a:spcAft>
                <a:spcPts val="0"/>
              </a:spcAft>
              <a:buClr>
                <a:schemeClr val="lt1"/>
              </a:buClr>
              <a:buSzPts val="800"/>
              <a:buChar char="●"/>
              <a:defRPr sz="800">
                <a:solidFill>
                  <a:schemeClr val="lt1"/>
                </a:solidFill>
              </a:defRPr>
            </a:lvl7pPr>
            <a:lvl8pPr indent="-279400" lvl="7" marL="3657600" algn="r">
              <a:spcBef>
                <a:spcPts val="0"/>
              </a:spcBef>
              <a:spcAft>
                <a:spcPts val="0"/>
              </a:spcAft>
              <a:buClr>
                <a:schemeClr val="lt1"/>
              </a:buClr>
              <a:buSzPts val="800"/>
              <a:buChar char="○"/>
              <a:defRPr sz="800">
                <a:solidFill>
                  <a:schemeClr val="lt1"/>
                </a:solidFill>
              </a:defRPr>
            </a:lvl8pPr>
            <a:lvl9pPr indent="-279400" lvl="8" marL="4114800" algn="r">
              <a:spcBef>
                <a:spcPts val="0"/>
              </a:spcBef>
              <a:spcAft>
                <a:spcPts val="0"/>
              </a:spcAft>
              <a:buClr>
                <a:schemeClr val="lt1"/>
              </a:buClr>
              <a:buSzPts val="800"/>
              <a:buChar char="■"/>
              <a:defRPr sz="800">
                <a:solidFill>
                  <a:schemeClr val="lt1"/>
                </a:solidFill>
              </a:defRPr>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1" type="twoColTx">
  <p:cSld name="TITLE_AND_TWO_COLUMNS">
    <p:spTree>
      <p:nvGrpSpPr>
        <p:cNvPr id="231" name="Shape 231"/>
        <p:cNvGrpSpPr/>
        <p:nvPr/>
      </p:nvGrpSpPr>
      <p:grpSpPr>
        <a:xfrm>
          <a:off x="0" y="0"/>
          <a:ext cx="0" cy="0"/>
          <a:chOff x="0" y="0"/>
          <a:chExt cx="0" cy="0"/>
        </a:xfrm>
      </p:grpSpPr>
      <p:sp>
        <p:nvSpPr>
          <p:cNvPr id="232" name="Google Shape;232;p39"/>
          <p:cNvSpPr txBox="1"/>
          <p:nvPr>
            <p:ph type="title"/>
          </p:nvPr>
        </p:nvSpPr>
        <p:spPr>
          <a:xfrm>
            <a:off x="197375" y="1403667"/>
            <a:ext cx="3151800" cy="2177100"/>
          </a:xfrm>
          <a:prstGeom prst="rect">
            <a:avLst/>
          </a:prstGeom>
        </p:spPr>
        <p:txBody>
          <a:bodyPr anchorCtr="0" anchor="b" bIns="91425" lIns="91425" spcFirstLastPara="1" rIns="91425" wrap="square" tIns="91425">
            <a:noAutofit/>
          </a:bodyPr>
          <a:lstStyle>
            <a:lvl1pPr lvl="0">
              <a:spcBef>
                <a:spcPts val="0"/>
              </a:spcBef>
              <a:spcAft>
                <a:spcPts val="0"/>
              </a:spcAft>
              <a:buSzPts val="3450"/>
              <a:buNone/>
              <a:defRPr/>
            </a:lvl1pPr>
            <a:lvl2pPr lvl="1">
              <a:spcBef>
                <a:spcPts val="0"/>
              </a:spcBef>
              <a:spcAft>
                <a:spcPts val="0"/>
              </a:spcAft>
              <a:buSzPts val="3450"/>
              <a:buNone/>
              <a:defRPr/>
            </a:lvl2pPr>
            <a:lvl3pPr lvl="2">
              <a:spcBef>
                <a:spcPts val="0"/>
              </a:spcBef>
              <a:spcAft>
                <a:spcPts val="0"/>
              </a:spcAft>
              <a:buSzPts val="3450"/>
              <a:buNone/>
              <a:defRPr/>
            </a:lvl3pPr>
            <a:lvl4pPr lvl="3">
              <a:spcBef>
                <a:spcPts val="0"/>
              </a:spcBef>
              <a:spcAft>
                <a:spcPts val="0"/>
              </a:spcAft>
              <a:buSzPts val="3450"/>
              <a:buNone/>
              <a:defRPr/>
            </a:lvl4pPr>
            <a:lvl5pPr lvl="4">
              <a:spcBef>
                <a:spcPts val="0"/>
              </a:spcBef>
              <a:spcAft>
                <a:spcPts val="0"/>
              </a:spcAft>
              <a:buSzPts val="3450"/>
              <a:buNone/>
              <a:defRPr/>
            </a:lvl5pPr>
            <a:lvl6pPr lvl="5">
              <a:spcBef>
                <a:spcPts val="0"/>
              </a:spcBef>
              <a:spcAft>
                <a:spcPts val="0"/>
              </a:spcAft>
              <a:buSzPts val="3450"/>
              <a:buNone/>
              <a:defRPr/>
            </a:lvl6pPr>
            <a:lvl7pPr lvl="6">
              <a:spcBef>
                <a:spcPts val="0"/>
              </a:spcBef>
              <a:spcAft>
                <a:spcPts val="0"/>
              </a:spcAft>
              <a:buSzPts val="3450"/>
              <a:buNone/>
              <a:defRPr/>
            </a:lvl7pPr>
            <a:lvl8pPr lvl="7">
              <a:spcBef>
                <a:spcPts val="0"/>
              </a:spcBef>
              <a:spcAft>
                <a:spcPts val="0"/>
              </a:spcAft>
              <a:buSzPts val="3450"/>
              <a:buNone/>
              <a:defRPr/>
            </a:lvl8pPr>
            <a:lvl9pPr lvl="8">
              <a:spcBef>
                <a:spcPts val="0"/>
              </a:spcBef>
              <a:spcAft>
                <a:spcPts val="0"/>
              </a:spcAft>
              <a:buSzPts val="3450"/>
              <a:buNone/>
              <a:defRPr/>
            </a:lvl9pPr>
          </a:lstStyle>
          <a:p/>
        </p:txBody>
      </p:sp>
      <p:sp>
        <p:nvSpPr>
          <p:cNvPr id="233" name="Google Shape;233;p39"/>
          <p:cNvSpPr txBox="1"/>
          <p:nvPr>
            <p:ph idx="1" type="body"/>
          </p:nvPr>
        </p:nvSpPr>
        <p:spPr>
          <a:xfrm>
            <a:off x="197375" y="3580867"/>
            <a:ext cx="3151800" cy="2430000"/>
          </a:xfrm>
          <a:prstGeom prst="rect">
            <a:avLst/>
          </a:prstGeom>
        </p:spPr>
        <p:txBody>
          <a:bodyPr anchorCtr="0" anchor="t" bIns="91425" lIns="91425" spcFirstLastPara="1" rIns="91425" wrap="square" tIns="91425">
            <a:noAutofit/>
          </a:bodyPr>
          <a:lstStyle>
            <a:lvl1pPr indent="-292100" lvl="0" marL="457200">
              <a:lnSpc>
                <a:spcPct val="100000"/>
              </a:lnSpc>
              <a:spcBef>
                <a:spcPts val="0"/>
              </a:spcBef>
              <a:spcAft>
                <a:spcPts val="0"/>
              </a:spcAft>
              <a:buClr>
                <a:schemeClr val="dk1"/>
              </a:buClr>
              <a:buSzPts val="1000"/>
              <a:buChar char="●"/>
              <a:defRPr>
                <a:solidFill>
                  <a:schemeClr val="dk1"/>
                </a:solidFill>
              </a:defRPr>
            </a:lvl1pPr>
            <a:lvl2pPr indent="-292100" lvl="1" marL="914400">
              <a:lnSpc>
                <a:spcPct val="100000"/>
              </a:lnSpc>
              <a:spcBef>
                <a:spcPts val="0"/>
              </a:spcBef>
              <a:spcAft>
                <a:spcPts val="0"/>
              </a:spcAft>
              <a:buClr>
                <a:schemeClr val="dk1"/>
              </a:buClr>
              <a:buSzPts val="1000"/>
              <a:buChar char="○"/>
              <a:defRPr sz="1000">
                <a:solidFill>
                  <a:schemeClr val="dk1"/>
                </a:solidFill>
              </a:defRPr>
            </a:lvl2pPr>
            <a:lvl3pPr indent="-292100" lvl="2" marL="1371600">
              <a:lnSpc>
                <a:spcPct val="100000"/>
              </a:lnSpc>
              <a:spcBef>
                <a:spcPts val="0"/>
              </a:spcBef>
              <a:spcAft>
                <a:spcPts val="0"/>
              </a:spcAft>
              <a:buClr>
                <a:schemeClr val="dk1"/>
              </a:buClr>
              <a:buSzPts val="1000"/>
              <a:buChar char="■"/>
              <a:defRPr>
                <a:solidFill>
                  <a:schemeClr val="dk1"/>
                </a:solidFill>
              </a:defRPr>
            </a:lvl3pPr>
            <a:lvl4pPr indent="-292100" lvl="3" marL="1828800">
              <a:lnSpc>
                <a:spcPct val="100000"/>
              </a:lnSpc>
              <a:spcBef>
                <a:spcPts val="0"/>
              </a:spcBef>
              <a:spcAft>
                <a:spcPts val="0"/>
              </a:spcAft>
              <a:buClr>
                <a:schemeClr val="dk1"/>
              </a:buClr>
              <a:buSzPts val="1000"/>
              <a:buChar char="●"/>
              <a:defRPr>
                <a:solidFill>
                  <a:schemeClr val="dk1"/>
                </a:solidFill>
              </a:defRPr>
            </a:lvl4pPr>
            <a:lvl5pPr indent="-292100" lvl="4" marL="2286000">
              <a:lnSpc>
                <a:spcPct val="100000"/>
              </a:lnSpc>
              <a:spcBef>
                <a:spcPts val="0"/>
              </a:spcBef>
              <a:spcAft>
                <a:spcPts val="0"/>
              </a:spcAft>
              <a:buClr>
                <a:schemeClr val="dk1"/>
              </a:buClr>
              <a:buSzPts val="1000"/>
              <a:buChar char="○"/>
              <a:defRPr>
                <a:solidFill>
                  <a:schemeClr val="dk1"/>
                </a:solidFill>
              </a:defRPr>
            </a:lvl5pPr>
            <a:lvl6pPr indent="-292100" lvl="5" marL="2743200">
              <a:lnSpc>
                <a:spcPct val="100000"/>
              </a:lnSpc>
              <a:spcBef>
                <a:spcPts val="0"/>
              </a:spcBef>
              <a:spcAft>
                <a:spcPts val="0"/>
              </a:spcAft>
              <a:buClr>
                <a:schemeClr val="dk1"/>
              </a:buClr>
              <a:buSzPts val="1000"/>
              <a:buChar char="■"/>
              <a:defRPr>
                <a:solidFill>
                  <a:schemeClr val="dk1"/>
                </a:solidFill>
              </a:defRPr>
            </a:lvl6pPr>
            <a:lvl7pPr indent="-292100" lvl="6" marL="3200400">
              <a:lnSpc>
                <a:spcPct val="100000"/>
              </a:lnSpc>
              <a:spcBef>
                <a:spcPts val="0"/>
              </a:spcBef>
              <a:spcAft>
                <a:spcPts val="0"/>
              </a:spcAft>
              <a:buClr>
                <a:schemeClr val="dk1"/>
              </a:buClr>
              <a:buSzPts val="1000"/>
              <a:buChar char="●"/>
              <a:defRPr>
                <a:solidFill>
                  <a:schemeClr val="dk1"/>
                </a:solidFill>
              </a:defRPr>
            </a:lvl7pPr>
            <a:lvl8pPr indent="-292100" lvl="7" marL="3657600">
              <a:lnSpc>
                <a:spcPct val="100000"/>
              </a:lnSpc>
              <a:spcBef>
                <a:spcPts val="0"/>
              </a:spcBef>
              <a:spcAft>
                <a:spcPts val="0"/>
              </a:spcAft>
              <a:buClr>
                <a:schemeClr val="dk1"/>
              </a:buClr>
              <a:buSzPts val="1000"/>
              <a:buChar char="○"/>
              <a:defRPr>
                <a:solidFill>
                  <a:schemeClr val="dk1"/>
                </a:solidFill>
              </a:defRPr>
            </a:lvl8pPr>
            <a:lvl9pPr indent="-292100" lvl="8" marL="4114800">
              <a:lnSpc>
                <a:spcPct val="100000"/>
              </a:lnSpc>
              <a:spcBef>
                <a:spcPts val="0"/>
              </a:spcBef>
              <a:spcAft>
                <a:spcPts val="0"/>
              </a:spcAft>
              <a:buClr>
                <a:schemeClr val="dk1"/>
              </a:buClr>
              <a:buSzPts val="1000"/>
              <a:buChar char="■"/>
              <a:defRPr>
                <a:solidFill>
                  <a:schemeClr val="dk1"/>
                </a:solidFill>
              </a:defRPr>
            </a:lvl9pPr>
          </a:lstStyle>
          <a:p/>
        </p:txBody>
      </p:sp>
      <p:sp>
        <p:nvSpPr>
          <p:cNvPr id="234" name="Google Shape;234;p39"/>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
        <p:nvSpPr>
          <p:cNvPr id="235" name="Google Shape;235;p39"/>
          <p:cNvSpPr/>
          <p:nvPr>
            <p:ph idx="2" type="pic"/>
          </p:nvPr>
        </p:nvSpPr>
        <p:spPr>
          <a:xfrm>
            <a:off x="3726325" y="893233"/>
            <a:ext cx="5220900" cy="5702400"/>
          </a:xfrm>
          <a:prstGeom prst="round2DiagRect">
            <a:avLst>
              <a:gd fmla="val 16667" name="adj1"/>
              <a:gd fmla="val 0" name="adj2"/>
            </a:avLst>
          </a:prstGeom>
          <a:noFill/>
          <a:ln>
            <a:noFill/>
          </a:ln>
        </p:spPr>
      </p:sp>
      <p:sp>
        <p:nvSpPr>
          <p:cNvPr id="236" name="Google Shape;236;p39"/>
          <p:cNvSpPr txBox="1"/>
          <p:nvPr>
            <p:ph idx="3" type="body"/>
          </p:nvPr>
        </p:nvSpPr>
        <p:spPr>
          <a:xfrm>
            <a:off x="196951" y="262300"/>
            <a:ext cx="1860600" cy="278700"/>
          </a:xfrm>
          <a:prstGeom prst="rect">
            <a:avLst/>
          </a:prstGeom>
        </p:spPr>
        <p:txBody>
          <a:bodyPr anchorCtr="0" anchor="ctr" bIns="91425" lIns="91425" spcFirstLastPara="1" rIns="91425" wrap="square" tIns="91425">
            <a:noAutofit/>
          </a:bodyPr>
          <a:lstStyle>
            <a:lvl1pPr indent="-279400" lvl="0" marL="457200">
              <a:spcBef>
                <a:spcPts val="0"/>
              </a:spcBef>
              <a:spcAft>
                <a:spcPts val="0"/>
              </a:spcAft>
              <a:buClr>
                <a:schemeClr val="dk1"/>
              </a:buClr>
              <a:buSzPts val="800"/>
              <a:buChar char="●"/>
              <a:defRPr sz="800">
                <a:solidFill>
                  <a:schemeClr val="dk1"/>
                </a:solidFill>
              </a:defRPr>
            </a:lvl1pPr>
            <a:lvl2pPr indent="-279400" lvl="1" marL="914400">
              <a:spcBef>
                <a:spcPts val="0"/>
              </a:spcBef>
              <a:spcAft>
                <a:spcPts val="0"/>
              </a:spcAft>
              <a:buClr>
                <a:schemeClr val="dk1"/>
              </a:buClr>
              <a:buSzPts val="800"/>
              <a:buChar char="○"/>
              <a:defRPr>
                <a:solidFill>
                  <a:schemeClr val="dk1"/>
                </a:solidFill>
              </a:defRPr>
            </a:lvl2pPr>
            <a:lvl3pPr indent="-279400" lvl="2" marL="1371600">
              <a:spcBef>
                <a:spcPts val="0"/>
              </a:spcBef>
              <a:spcAft>
                <a:spcPts val="0"/>
              </a:spcAft>
              <a:buClr>
                <a:schemeClr val="dk1"/>
              </a:buClr>
              <a:buSzPts val="800"/>
              <a:buChar char="■"/>
              <a:defRPr sz="800">
                <a:solidFill>
                  <a:schemeClr val="dk1"/>
                </a:solidFill>
              </a:defRPr>
            </a:lvl3pPr>
            <a:lvl4pPr indent="-279400" lvl="3" marL="1828800">
              <a:spcBef>
                <a:spcPts val="0"/>
              </a:spcBef>
              <a:spcAft>
                <a:spcPts val="0"/>
              </a:spcAft>
              <a:buClr>
                <a:schemeClr val="dk1"/>
              </a:buClr>
              <a:buSzPts val="800"/>
              <a:buChar char="●"/>
              <a:defRPr sz="800">
                <a:solidFill>
                  <a:schemeClr val="dk1"/>
                </a:solidFill>
              </a:defRPr>
            </a:lvl4pPr>
            <a:lvl5pPr indent="-279400" lvl="4" marL="2286000">
              <a:spcBef>
                <a:spcPts val="0"/>
              </a:spcBef>
              <a:spcAft>
                <a:spcPts val="0"/>
              </a:spcAft>
              <a:buClr>
                <a:schemeClr val="dk1"/>
              </a:buClr>
              <a:buSzPts val="800"/>
              <a:buChar char="○"/>
              <a:defRPr sz="800">
                <a:solidFill>
                  <a:schemeClr val="dk1"/>
                </a:solidFill>
              </a:defRPr>
            </a:lvl5pPr>
            <a:lvl6pPr indent="-279400" lvl="5" marL="2743200">
              <a:spcBef>
                <a:spcPts val="0"/>
              </a:spcBef>
              <a:spcAft>
                <a:spcPts val="0"/>
              </a:spcAft>
              <a:buClr>
                <a:schemeClr val="dk1"/>
              </a:buClr>
              <a:buSzPts val="800"/>
              <a:buChar char="■"/>
              <a:defRPr sz="800">
                <a:solidFill>
                  <a:schemeClr val="dk1"/>
                </a:solidFill>
              </a:defRPr>
            </a:lvl6pPr>
            <a:lvl7pPr indent="-279400" lvl="6" marL="3200400">
              <a:spcBef>
                <a:spcPts val="0"/>
              </a:spcBef>
              <a:spcAft>
                <a:spcPts val="0"/>
              </a:spcAft>
              <a:buClr>
                <a:schemeClr val="dk1"/>
              </a:buClr>
              <a:buSzPts val="800"/>
              <a:buChar char="●"/>
              <a:defRPr sz="800">
                <a:solidFill>
                  <a:schemeClr val="dk1"/>
                </a:solidFill>
              </a:defRPr>
            </a:lvl7pPr>
            <a:lvl8pPr indent="-279400" lvl="7" marL="3657600">
              <a:spcBef>
                <a:spcPts val="0"/>
              </a:spcBef>
              <a:spcAft>
                <a:spcPts val="0"/>
              </a:spcAft>
              <a:buClr>
                <a:schemeClr val="dk1"/>
              </a:buClr>
              <a:buSzPts val="800"/>
              <a:buChar char="○"/>
              <a:defRPr sz="800">
                <a:solidFill>
                  <a:schemeClr val="dk1"/>
                </a:solidFill>
              </a:defRPr>
            </a:lvl8pPr>
            <a:lvl9pPr indent="-279400" lvl="8" marL="4114800">
              <a:spcBef>
                <a:spcPts val="0"/>
              </a:spcBef>
              <a:spcAft>
                <a:spcPts val="0"/>
              </a:spcAft>
              <a:buClr>
                <a:schemeClr val="dk1"/>
              </a:buClr>
              <a:buSzPts val="800"/>
              <a:buChar char="■"/>
              <a:defRPr sz="800">
                <a:solidFill>
                  <a:schemeClr val="dk1"/>
                </a:solidFill>
              </a:defRPr>
            </a:lvl9pPr>
          </a:lstStyle>
          <a:p/>
        </p:txBody>
      </p:sp>
      <p:sp>
        <p:nvSpPr>
          <p:cNvPr id="237" name="Google Shape;237;p39"/>
          <p:cNvSpPr txBox="1"/>
          <p:nvPr>
            <p:ph idx="4" type="body"/>
          </p:nvPr>
        </p:nvSpPr>
        <p:spPr>
          <a:xfrm>
            <a:off x="7087526" y="262300"/>
            <a:ext cx="1933500" cy="278700"/>
          </a:xfrm>
          <a:prstGeom prst="rect">
            <a:avLst/>
          </a:prstGeom>
        </p:spPr>
        <p:txBody>
          <a:bodyPr anchorCtr="0" anchor="ctr" bIns="91425" lIns="91425" spcFirstLastPara="1" rIns="91425" wrap="square" tIns="91425">
            <a:noAutofit/>
          </a:bodyPr>
          <a:lstStyle>
            <a:lvl1pPr indent="-279400" lvl="0" marL="457200" algn="r">
              <a:spcBef>
                <a:spcPts val="0"/>
              </a:spcBef>
              <a:spcAft>
                <a:spcPts val="0"/>
              </a:spcAft>
              <a:buClr>
                <a:schemeClr val="dk1"/>
              </a:buClr>
              <a:buSzPts val="800"/>
              <a:buChar char="●"/>
              <a:defRPr sz="800">
                <a:solidFill>
                  <a:schemeClr val="dk1"/>
                </a:solidFill>
              </a:defRPr>
            </a:lvl1pPr>
            <a:lvl2pPr indent="-279400" lvl="1" marL="914400" algn="r">
              <a:spcBef>
                <a:spcPts val="0"/>
              </a:spcBef>
              <a:spcAft>
                <a:spcPts val="0"/>
              </a:spcAft>
              <a:buClr>
                <a:schemeClr val="dk1"/>
              </a:buClr>
              <a:buSzPts val="800"/>
              <a:buChar char="○"/>
              <a:defRPr>
                <a:solidFill>
                  <a:schemeClr val="dk1"/>
                </a:solidFill>
              </a:defRPr>
            </a:lvl2pPr>
            <a:lvl3pPr indent="-279400" lvl="2" marL="1371600" algn="r">
              <a:spcBef>
                <a:spcPts val="0"/>
              </a:spcBef>
              <a:spcAft>
                <a:spcPts val="0"/>
              </a:spcAft>
              <a:buClr>
                <a:schemeClr val="dk1"/>
              </a:buClr>
              <a:buSzPts val="800"/>
              <a:buChar char="■"/>
              <a:defRPr sz="800">
                <a:solidFill>
                  <a:schemeClr val="dk1"/>
                </a:solidFill>
              </a:defRPr>
            </a:lvl3pPr>
            <a:lvl4pPr indent="-279400" lvl="3" marL="1828800" algn="r">
              <a:spcBef>
                <a:spcPts val="0"/>
              </a:spcBef>
              <a:spcAft>
                <a:spcPts val="0"/>
              </a:spcAft>
              <a:buClr>
                <a:schemeClr val="dk1"/>
              </a:buClr>
              <a:buSzPts val="800"/>
              <a:buChar char="●"/>
              <a:defRPr sz="800">
                <a:solidFill>
                  <a:schemeClr val="dk1"/>
                </a:solidFill>
              </a:defRPr>
            </a:lvl4pPr>
            <a:lvl5pPr indent="-279400" lvl="4" marL="2286000" algn="r">
              <a:spcBef>
                <a:spcPts val="0"/>
              </a:spcBef>
              <a:spcAft>
                <a:spcPts val="0"/>
              </a:spcAft>
              <a:buClr>
                <a:schemeClr val="dk1"/>
              </a:buClr>
              <a:buSzPts val="800"/>
              <a:buChar char="○"/>
              <a:defRPr sz="800">
                <a:solidFill>
                  <a:schemeClr val="dk1"/>
                </a:solidFill>
              </a:defRPr>
            </a:lvl5pPr>
            <a:lvl6pPr indent="-279400" lvl="5" marL="2743200" algn="r">
              <a:spcBef>
                <a:spcPts val="0"/>
              </a:spcBef>
              <a:spcAft>
                <a:spcPts val="0"/>
              </a:spcAft>
              <a:buClr>
                <a:schemeClr val="dk1"/>
              </a:buClr>
              <a:buSzPts val="800"/>
              <a:buChar char="■"/>
              <a:defRPr sz="800">
                <a:solidFill>
                  <a:schemeClr val="dk1"/>
                </a:solidFill>
              </a:defRPr>
            </a:lvl6pPr>
            <a:lvl7pPr indent="-279400" lvl="6" marL="3200400" algn="r">
              <a:spcBef>
                <a:spcPts val="0"/>
              </a:spcBef>
              <a:spcAft>
                <a:spcPts val="0"/>
              </a:spcAft>
              <a:buClr>
                <a:schemeClr val="dk1"/>
              </a:buClr>
              <a:buSzPts val="800"/>
              <a:buChar char="●"/>
              <a:defRPr sz="800">
                <a:solidFill>
                  <a:schemeClr val="dk1"/>
                </a:solidFill>
              </a:defRPr>
            </a:lvl7pPr>
            <a:lvl8pPr indent="-279400" lvl="7" marL="3657600" algn="r">
              <a:spcBef>
                <a:spcPts val="0"/>
              </a:spcBef>
              <a:spcAft>
                <a:spcPts val="0"/>
              </a:spcAft>
              <a:buClr>
                <a:schemeClr val="dk1"/>
              </a:buClr>
              <a:buSzPts val="800"/>
              <a:buChar char="○"/>
              <a:defRPr sz="800">
                <a:solidFill>
                  <a:schemeClr val="dk1"/>
                </a:solidFill>
              </a:defRPr>
            </a:lvl8pPr>
            <a:lvl9pPr indent="-279400" lvl="8" marL="4114800" algn="r">
              <a:spcBef>
                <a:spcPts val="0"/>
              </a:spcBef>
              <a:spcAft>
                <a:spcPts val="0"/>
              </a:spcAft>
              <a:buClr>
                <a:schemeClr val="dk1"/>
              </a:buClr>
              <a:buSzPts val="800"/>
              <a:buChar char="■"/>
              <a:defRPr sz="800">
                <a:solidFill>
                  <a:schemeClr val="dk1"/>
                </a:solidFill>
              </a:defRPr>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2">
  <p:cSld name="TITLE_AND_TWO_COLUMNS_1">
    <p:bg>
      <p:bgPr>
        <a:solidFill>
          <a:schemeClr val="dk1"/>
        </a:solidFill>
      </p:bgPr>
    </p:bg>
    <p:spTree>
      <p:nvGrpSpPr>
        <p:cNvPr id="238" name="Shape 238"/>
        <p:cNvGrpSpPr/>
        <p:nvPr/>
      </p:nvGrpSpPr>
      <p:grpSpPr>
        <a:xfrm>
          <a:off x="0" y="0"/>
          <a:ext cx="0" cy="0"/>
          <a:chOff x="0" y="0"/>
          <a:chExt cx="0" cy="0"/>
        </a:xfrm>
      </p:grpSpPr>
      <p:sp>
        <p:nvSpPr>
          <p:cNvPr id="239" name="Google Shape;239;p40"/>
          <p:cNvSpPr txBox="1"/>
          <p:nvPr>
            <p:ph type="title"/>
          </p:nvPr>
        </p:nvSpPr>
        <p:spPr>
          <a:xfrm>
            <a:off x="197375" y="1403667"/>
            <a:ext cx="3151800" cy="2177100"/>
          </a:xfrm>
          <a:prstGeom prst="rect">
            <a:avLst/>
          </a:prstGeom>
        </p:spPr>
        <p:txBody>
          <a:bodyPr anchorCtr="0" anchor="b" bIns="91425" lIns="91425" spcFirstLastPara="1" rIns="91425" wrap="square" tIns="91425">
            <a:noAutofit/>
          </a:bodyPr>
          <a:lstStyle>
            <a:lvl1pPr lvl="0">
              <a:spcBef>
                <a:spcPts val="0"/>
              </a:spcBef>
              <a:spcAft>
                <a:spcPts val="0"/>
              </a:spcAft>
              <a:buClr>
                <a:schemeClr val="lt1"/>
              </a:buClr>
              <a:buSzPts val="3450"/>
              <a:buNone/>
              <a:defRPr>
                <a:solidFill>
                  <a:schemeClr val="lt1"/>
                </a:solidFill>
              </a:defRPr>
            </a:lvl1pPr>
            <a:lvl2pPr lvl="1">
              <a:spcBef>
                <a:spcPts val="0"/>
              </a:spcBef>
              <a:spcAft>
                <a:spcPts val="0"/>
              </a:spcAft>
              <a:buClr>
                <a:schemeClr val="lt1"/>
              </a:buClr>
              <a:buSzPts val="3450"/>
              <a:buNone/>
              <a:defRPr>
                <a:solidFill>
                  <a:schemeClr val="lt1"/>
                </a:solidFill>
              </a:defRPr>
            </a:lvl2pPr>
            <a:lvl3pPr lvl="2">
              <a:spcBef>
                <a:spcPts val="0"/>
              </a:spcBef>
              <a:spcAft>
                <a:spcPts val="0"/>
              </a:spcAft>
              <a:buClr>
                <a:schemeClr val="lt1"/>
              </a:buClr>
              <a:buSzPts val="3450"/>
              <a:buNone/>
              <a:defRPr>
                <a:solidFill>
                  <a:schemeClr val="lt1"/>
                </a:solidFill>
              </a:defRPr>
            </a:lvl3pPr>
            <a:lvl4pPr lvl="3">
              <a:spcBef>
                <a:spcPts val="0"/>
              </a:spcBef>
              <a:spcAft>
                <a:spcPts val="0"/>
              </a:spcAft>
              <a:buClr>
                <a:schemeClr val="lt1"/>
              </a:buClr>
              <a:buSzPts val="3450"/>
              <a:buNone/>
              <a:defRPr>
                <a:solidFill>
                  <a:schemeClr val="lt1"/>
                </a:solidFill>
              </a:defRPr>
            </a:lvl4pPr>
            <a:lvl5pPr lvl="4">
              <a:spcBef>
                <a:spcPts val="0"/>
              </a:spcBef>
              <a:spcAft>
                <a:spcPts val="0"/>
              </a:spcAft>
              <a:buClr>
                <a:schemeClr val="lt1"/>
              </a:buClr>
              <a:buSzPts val="3450"/>
              <a:buNone/>
              <a:defRPr>
                <a:solidFill>
                  <a:schemeClr val="lt1"/>
                </a:solidFill>
              </a:defRPr>
            </a:lvl5pPr>
            <a:lvl6pPr lvl="5">
              <a:spcBef>
                <a:spcPts val="0"/>
              </a:spcBef>
              <a:spcAft>
                <a:spcPts val="0"/>
              </a:spcAft>
              <a:buClr>
                <a:schemeClr val="lt1"/>
              </a:buClr>
              <a:buSzPts val="3450"/>
              <a:buNone/>
              <a:defRPr>
                <a:solidFill>
                  <a:schemeClr val="lt1"/>
                </a:solidFill>
              </a:defRPr>
            </a:lvl6pPr>
            <a:lvl7pPr lvl="6">
              <a:spcBef>
                <a:spcPts val="0"/>
              </a:spcBef>
              <a:spcAft>
                <a:spcPts val="0"/>
              </a:spcAft>
              <a:buClr>
                <a:schemeClr val="lt1"/>
              </a:buClr>
              <a:buSzPts val="3450"/>
              <a:buNone/>
              <a:defRPr>
                <a:solidFill>
                  <a:schemeClr val="lt1"/>
                </a:solidFill>
              </a:defRPr>
            </a:lvl7pPr>
            <a:lvl8pPr lvl="7">
              <a:spcBef>
                <a:spcPts val="0"/>
              </a:spcBef>
              <a:spcAft>
                <a:spcPts val="0"/>
              </a:spcAft>
              <a:buClr>
                <a:schemeClr val="lt1"/>
              </a:buClr>
              <a:buSzPts val="3450"/>
              <a:buNone/>
              <a:defRPr>
                <a:solidFill>
                  <a:schemeClr val="lt1"/>
                </a:solidFill>
              </a:defRPr>
            </a:lvl8pPr>
            <a:lvl9pPr lvl="8">
              <a:spcBef>
                <a:spcPts val="0"/>
              </a:spcBef>
              <a:spcAft>
                <a:spcPts val="0"/>
              </a:spcAft>
              <a:buClr>
                <a:schemeClr val="lt1"/>
              </a:buClr>
              <a:buSzPts val="3450"/>
              <a:buNone/>
              <a:defRPr>
                <a:solidFill>
                  <a:schemeClr val="lt1"/>
                </a:solidFill>
              </a:defRPr>
            </a:lvl9pPr>
          </a:lstStyle>
          <a:p/>
        </p:txBody>
      </p:sp>
      <p:sp>
        <p:nvSpPr>
          <p:cNvPr id="240" name="Google Shape;240;p40"/>
          <p:cNvSpPr txBox="1"/>
          <p:nvPr>
            <p:ph idx="1" type="body"/>
          </p:nvPr>
        </p:nvSpPr>
        <p:spPr>
          <a:xfrm>
            <a:off x="197375" y="3580867"/>
            <a:ext cx="3151800" cy="2430000"/>
          </a:xfrm>
          <a:prstGeom prst="rect">
            <a:avLst/>
          </a:prstGeom>
        </p:spPr>
        <p:txBody>
          <a:bodyPr anchorCtr="0" anchor="t" bIns="91425" lIns="91425" spcFirstLastPara="1" rIns="91425" wrap="square" tIns="91425">
            <a:noAutofit/>
          </a:bodyPr>
          <a:lstStyle>
            <a:lvl1pPr indent="-292100" lvl="0" marL="457200">
              <a:lnSpc>
                <a:spcPct val="100000"/>
              </a:lnSpc>
              <a:spcBef>
                <a:spcPts val="0"/>
              </a:spcBef>
              <a:spcAft>
                <a:spcPts val="0"/>
              </a:spcAft>
              <a:buClr>
                <a:schemeClr val="lt1"/>
              </a:buClr>
              <a:buSzPts val="1000"/>
              <a:buChar char="●"/>
              <a:defRPr>
                <a:solidFill>
                  <a:schemeClr val="lt1"/>
                </a:solidFill>
              </a:defRPr>
            </a:lvl1pPr>
            <a:lvl2pPr indent="-292100" lvl="1" marL="914400">
              <a:lnSpc>
                <a:spcPct val="100000"/>
              </a:lnSpc>
              <a:spcBef>
                <a:spcPts val="0"/>
              </a:spcBef>
              <a:spcAft>
                <a:spcPts val="0"/>
              </a:spcAft>
              <a:buClr>
                <a:schemeClr val="lt1"/>
              </a:buClr>
              <a:buSzPts val="1000"/>
              <a:buChar char="○"/>
              <a:defRPr sz="1000">
                <a:solidFill>
                  <a:schemeClr val="lt1"/>
                </a:solidFill>
              </a:defRPr>
            </a:lvl2pPr>
            <a:lvl3pPr indent="-292100" lvl="2" marL="1371600">
              <a:lnSpc>
                <a:spcPct val="100000"/>
              </a:lnSpc>
              <a:spcBef>
                <a:spcPts val="0"/>
              </a:spcBef>
              <a:spcAft>
                <a:spcPts val="0"/>
              </a:spcAft>
              <a:buClr>
                <a:schemeClr val="lt1"/>
              </a:buClr>
              <a:buSzPts val="1000"/>
              <a:buChar char="■"/>
              <a:defRPr>
                <a:solidFill>
                  <a:schemeClr val="lt1"/>
                </a:solidFill>
              </a:defRPr>
            </a:lvl3pPr>
            <a:lvl4pPr indent="-292100" lvl="3" marL="1828800">
              <a:lnSpc>
                <a:spcPct val="100000"/>
              </a:lnSpc>
              <a:spcBef>
                <a:spcPts val="0"/>
              </a:spcBef>
              <a:spcAft>
                <a:spcPts val="0"/>
              </a:spcAft>
              <a:buClr>
                <a:schemeClr val="lt1"/>
              </a:buClr>
              <a:buSzPts val="1000"/>
              <a:buChar char="●"/>
              <a:defRPr>
                <a:solidFill>
                  <a:schemeClr val="lt1"/>
                </a:solidFill>
              </a:defRPr>
            </a:lvl4pPr>
            <a:lvl5pPr indent="-292100" lvl="4" marL="2286000">
              <a:lnSpc>
                <a:spcPct val="100000"/>
              </a:lnSpc>
              <a:spcBef>
                <a:spcPts val="0"/>
              </a:spcBef>
              <a:spcAft>
                <a:spcPts val="0"/>
              </a:spcAft>
              <a:buClr>
                <a:schemeClr val="lt1"/>
              </a:buClr>
              <a:buSzPts val="1000"/>
              <a:buChar char="○"/>
              <a:defRPr>
                <a:solidFill>
                  <a:schemeClr val="lt1"/>
                </a:solidFill>
              </a:defRPr>
            </a:lvl5pPr>
            <a:lvl6pPr indent="-292100" lvl="5" marL="2743200">
              <a:lnSpc>
                <a:spcPct val="100000"/>
              </a:lnSpc>
              <a:spcBef>
                <a:spcPts val="0"/>
              </a:spcBef>
              <a:spcAft>
                <a:spcPts val="0"/>
              </a:spcAft>
              <a:buClr>
                <a:schemeClr val="lt1"/>
              </a:buClr>
              <a:buSzPts val="1000"/>
              <a:buChar char="■"/>
              <a:defRPr>
                <a:solidFill>
                  <a:schemeClr val="lt1"/>
                </a:solidFill>
              </a:defRPr>
            </a:lvl6pPr>
            <a:lvl7pPr indent="-292100" lvl="6" marL="3200400">
              <a:lnSpc>
                <a:spcPct val="100000"/>
              </a:lnSpc>
              <a:spcBef>
                <a:spcPts val="0"/>
              </a:spcBef>
              <a:spcAft>
                <a:spcPts val="0"/>
              </a:spcAft>
              <a:buClr>
                <a:schemeClr val="lt1"/>
              </a:buClr>
              <a:buSzPts val="1000"/>
              <a:buChar char="●"/>
              <a:defRPr>
                <a:solidFill>
                  <a:schemeClr val="lt1"/>
                </a:solidFill>
              </a:defRPr>
            </a:lvl7pPr>
            <a:lvl8pPr indent="-292100" lvl="7" marL="3657600">
              <a:lnSpc>
                <a:spcPct val="100000"/>
              </a:lnSpc>
              <a:spcBef>
                <a:spcPts val="0"/>
              </a:spcBef>
              <a:spcAft>
                <a:spcPts val="0"/>
              </a:spcAft>
              <a:buClr>
                <a:schemeClr val="lt1"/>
              </a:buClr>
              <a:buSzPts val="1000"/>
              <a:buChar char="○"/>
              <a:defRPr>
                <a:solidFill>
                  <a:schemeClr val="lt1"/>
                </a:solidFill>
              </a:defRPr>
            </a:lvl8pPr>
            <a:lvl9pPr indent="-292100" lvl="8" marL="4114800">
              <a:lnSpc>
                <a:spcPct val="100000"/>
              </a:lnSpc>
              <a:spcBef>
                <a:spcPts val="0"/>
              </a:spcBef>
              <a:spcAft>
                <a:spcPts val="0"/>
              </a:spcAft>
              <a:buClr>
                <a:schemeClr val="lt1"/>
              </a:buClr>
              <a:buSzPts val="1000"/>
              <a:buChar char="■"/>
              <a:defRPr>
                <a:solidFill>
                  <a:schemeClr val="lt1"/>
                </a:solidFill>
              </a:defRPr>
            </a:lvl9pPr>
          </a:lstStyle>
          <a:p/>
        </p:txBody>
      </p:sp>
      <p:sp>
        <p:nvSpPr>
          <p:cNvPr id="241" name="Google Shape;241;p40"/>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US"/>
              <a:t>‹#›</a:t>
            </a:fld>
            <a:endParaRPr/>
          </a:p>
        </p:txBody>
      </p:sp>
      <p:sp>
        <p:nvSpPr>
          <p:cNvPr id="242" name="Google Shape;242;p40"/>
          <p:cNvSpPr/>
          <p:nvPr>
            <p:ph idx="2" type="pic"/>
          </p:nvPr>
        </p:nvSpPr>
        <p:spPr>
          <a:xfrm>
            <a:off x="3726325" y="893233"/>
            <a:ext cx="5220900" cy="5702400"/>
          </a:xfrm>
          <a:prstGeom prst="round2DiagRect">
            <a:avLst>
              <a:gd fmla="val 16667" name="adj1"/>
              <a:gd fmla="val 0" name="adj2"/>
            </a:avLst>
          </a:prstGeom>
          <a:noFill/>
          <a:ln>
            <a:noFill/>
          </a:ln>
        </p:spPr>
      </p:sp>
      <p:sp>
        <p:nvSpPr>
          <p:cNvPr id="243" name="Google Shape;243;p40"/>
          <p:cNvSpPr txBox="1"/>
          <p:nvPr>
            <p:ph idx="3" type="body"/>
          </p:nvPr>
        </p:nvSpPr>
        <p:spPr>
          <a:xfrm>
            <a:off x="196951" y="262300"/>
            <a:ext cx="1860300" cy="278700"/>
          </a:xfrm>
          <a:prstGeom prst="rect">
            <a:avLst/>
          </a:prstGeom>
        </p:spPr>
        <p:txBody>
          <a:bodyPr anchorCtr="0" anchor="ctr" bIns="91425" lIns="91425" spcFirstLastPara="1" rIns="91425" wrap="square" tIns="91425">
            <a:noAutofit/>
          </a:bodyPr>
          <a:lstStyle>
            <a:lvl1pPr indent="-279400" lvl="0" marL="457200">
              <a:spcBef>
                <a:spcPts val="0"/>
              </a:spcBef>
              <a:spcAft>
                <a:spcPts val="0"/>
              </a:spcAft>
              <a:buClr>
                <a:schemeClr val="lt1"/>
              </a:buClr>
              <a:buSzPts val="800"/>
              <a:buChar char="●"/>
              <a:defRPr sz="800">
                <a:solidFill>
                  <a:schemeClr val="lt1"/>
                </a:solidFill>
              </a:defRPr>
            </a:lvl1pPr>
            <a:lvl2pPr indent="-279400" lvl="1" marL="914400">
              <a:spcBef>
                <a:spcPts val="0"/>
              </a:spcBef>
              <a:spcAft>
                <a:spcPts val="0"/>
              </a:spcAft>
              <a:buClr>
                <a:schemeClr val="lt1"/>
              </a:buClr>
              <a:buSzPts val="800"/>
              <a:buChar char="○"/>
              <a:defRPr>
                <a:solidFill>
                  <a:schemeClr val="lt1"/>
                </a:solidFill>
              </a:defRPr>
            </a:lvl2pPr>
            <a:lvl3pPr indent="-279400" lvl="2" marL="1371600">
              <a:spcBef>
                <a:spcPts val="0"/>
              </a:spcBef>
              <a:spcAft>
                <a:spcPts val="0"/>
              </a:spcAft>
              <a:buClr>
                <a:schemeClr val="lt1"/>
              </a:buClr>
              <a:buSzPts val="800"/>
              <a:buChar char="■"/>
              <a:defRPr sz="800">
                <a:solidFill>
                  <a:schemeClr val="lt1"/>
                </a:solidFill>
              </a:defRPr>
            </a:lvl3pPr>
            <a:lvl4pPr indent="-279400" lvl="3" marL="1828800">
              <a:spcBef>
                <a:spcPts val="0"/>
              </a:spcBef>
              <a:spcAft>
                <a:spcPts val="0"/>
              </a:spcAft>
              <a:buClr>
                <a:schemeClr val="lt1"/>
              </a:buClr>
              <a:buSzPts val="800"/>
              <a:buChar char="●"/>
              <a:defRPr sz="800">
                <a:solidFill>
                  <a:schemeClr val="lt1"/>
                </a:solidFill>
              </a:defRPr>
            </a:lvl4pPr>
            <a:lvl5pPr indent="-279400" lvl="4" marL="2286000">
              <a:spcBef>
                <a:spcPts val="0"/>
              </a:spcBef>
              <a:spcAft>
                <a:spcPts val="0"/>
              </a:spcAft>
              <a:buClr>
                <a:schemeClr val="lt1"/>
              </a:buClr>
              <a:buSzPts val="800"/>
              <a:buChar char="○"/>
              <a:defRPr sz="800">
                <a:solidFill>
                  <a:schemeClr val="lt1"/>
                </a:solidFill>
              </a:defRPr>
            </a:lvl5pPr>
            <a:lvl6pPr indent="-279400" lvl="5" marL="2743200">
              <a:spcBef>
                <a:spcPts val="0"/>
              </a:spcBef>
              <a:spcAft>
                <a:spcPts val="0"/>
              </a:spcAft>
              <a:buClr>
                <a:schemeClr val="lt1"/>
              </a:buClr>
              <a:buSzPts val="800"/>
              <a:buChar char="■"/>
              <a:defRPr sz="800">
                <a:solidFill>
                  <a:schemeClr val="lt1"/>
                </a:solidFill>
              </a:defRPr>
            </a:lvl6pPr>
            <a:lvl7pPr indent="-279400" lvl="6" marL="3200400">
              <a:spcBef>
                <a:spcPts val="0"/>
              </a:spcBef>
              <a:spcAft>
                <a:spcPts val="0"/>
              </a:spcAft>
              <a:buClr>
                <a:schemeClr val="lt1"/>
              </a:buClr>
              <a:buSzPts val="800"/>
              <a:buChar char="●"/>
              <a:defRPr sz="800">
                <a:solidFill>
                  <a:schemeClr val="lt1"/>
                </a:solidFill>
              </a:defRPr>
            </a:lvl7pPr>
            <a:lvl8pPr indent="-279400" lvl="7" marL="3657600">
              <a:spcBef>
                <a:spcPts val="0"/>
              </a:spcBef>
              <a:spcAft>
                <a:spcPts val="0"/>
              </a:spcAft>
              <a:buClr>
                <a:schemeClr val="lt1"/>
              </a:buClr>
              <a:buSzPts val="800"/>
              <a:buChar char="○"/>
              <a:defRPr sz="800">
                <a:solidFill>
                  <a:schemeClr val="lt1"/>
                </a:solidFill>
              </a:defRPr>
            </a:lvl8pPr>
            <a:lvl9pPr indent="-279400" lvl="8" marL="4114800">
              <a:spcBef>
                <a:spcPts val="0"/>
              </a:spcBef>
              <a:spcAft>
                <a:spcPts val="0"/>
              </a:spcAft>
              <a:buClr>
                <a:schemeClr val="lt1"/>
              </a:buClr>
              <a:buSzPts val="800"/>
              <a:buChar char="■"/>
              <a:defRPr sz="800">
                <a:solidFill>
                  <a:schemeClr val="lt1"/>
                </a:solidFill>
              </a:defRPr>
            </a:lvl9pPr>
          </a:lstStyle>
          <a:p/>
        </p:txBody>
      </p:sp>
      <p:sp>
        <p:nvSpPr>
          <p:cNvPr id="244" name="Google Shape;244;p40"/>
          <p:cNvSpPr txBox="1"/>
          <p:nvPr>
            <p:ph idx="4" type="body"/>
          </p:nvPr>
        </p:nvSpPr>
        <p:spPr>
          <a:xfrm>
            <a:off x="7087526" y="262300"/>
            <a:ext cx="1933500" cy="278700"/>
          </a:xfrm>
          <a:prstGeom prst="rect">
            <a:avLst/>
          </a:prstGeom>
        </p:spPr>
        <p:txBody>
          <a:bodyPr anchorCtr="0" anchor="ctr" bIns="91425" lIns="91425" spcFirstLastPara="1" rIns="91425" wrap="square" tIns="91425">
            <a:noAutofit/>
          </a:bodyPr>
          <a:lstStyle>
            <a:lvl1pPr indent="-279400" lvl="0" marL="457200" algn="r">
              <a:spcBef>
                <a:spcPts val="0"/>
              </a:spcBef>
              <a:spcAft>
                <a:spcPts val="0"/>
              </a:spcAft>
              <a:buClr>
                <a:schemeClr val="lt1"/>
              </a:buClr>
              <a:buSzPts val="800"/>
              <a:buChar char="●"/>
              <a:defRPr sz="800">
                <a:solidFill>
                  <a:schemeClr val="lt1"/>
                </a:solidFill>
              </a:defRPr>
            </a:lvl1pPr>
            <a:lvl2pPr indent="-279400" lvl="1" marL="914400" algn="r">
              <a:spcBef>
                <a:spcPts val="0"/>
              </a:spcBef>
              <a:spcAft>
                <a:spcPts val="0"/>
              </a:spcAft>
              <a:buClr>
                <a:schemeClr val="lt1"/>
              </a:buClr>
              <a:buSzPts val="800"/>
              <a:buChar char="○"/>
              <a:defRPr>
                <a:solidFill>
                  <a:schemeClr val="lt1"/>
                </a:solidFill>
              </a:defRPr>
            </a:lvl2pPr>
            <a:lvl3pPr indent="-279400" lvl="2" marL="1371600" algn="r">
              <a:spcBef>
                <a:spcPts val="0"/>
              </a:spcBef>
              <a:spcAft>
                <a:spcPts val="0"/>
              </a:spcAft>
              <a:buClr>
                <a:schemeClr val="lt1"/>
              </a:buClr>
              <a:buSzPts val="800"/>
              <a:buChar char="■"/>
              <a:defRPr sz="800">
                <a:solidFill>
                  <a:schemeClr val="lt1"/>
                </a:solidFill>
              </a:defRPr>
            </a:lvl3pPr>
            <a:lvl4pPr indent="-279400" lvl="3" marL="1828800" algn="r">
              <a:spcBef>
                <a:spcPts val="0"/>
              </a:spcBef>
              <a:spcAft>
                <a:spcPts val="0"/>
              </a:spcAft>
              <a:buClr>
                <a:schemeClr val="lt1"/>
              </a:buClr>
              <a:buSzPts val="800"/>
              <a:buChar char="●"/>
              <a:defRPr sz="800">
                <a:solidFill>
                  <a:schemeClr val="lt1"/>
                </a:solidFill>
              </a:defRPr>
            </a:lvl4pPr>
            <a:lvl5pPr indent="-279400" lvl="4" marL="2286000" algn="r">
              <a:spcBef>
                <a:spcPts val="0"/>
              </a:spcBef>
              <a:spcAft>
                <a:spcPts val="0"/>
              </a:spcAft>
              <a:buClr>
                <a:schemeClr val="lt1"/>
              </a:buClr>
              <a:buSzPts val="800"/>
              <a:buChar char="○"/>
              <a:defRPr sz="800">
                <a:solidFill>
                  <a:schemeClr val="lt1"/>
                </a:solidFill>
              </a:defRPr>
            </a:lvl5pPr>
            <a:lvl6pPr indent="-279400" lvl="5" marL="2743200" algn="r">
              <a:spcBef>
                <a:spcPts val="0"/>
              </a:spcBef>
              <a:spcAft>
                <a:spcPts val="0"/>
              </a:spcAft>
              <a:buClr>
                <a:schemeClr val="lt1"/>
              </a:buClr>
              <a:buSzPts val="800"/>
              <a:buChar char="■"/>
              <a:defRPr sz="800">
                <a:solidFill>
                  <a:schemeClr val="lt1"/>
                </a:solidFill>
              </a:defRPr>
            </a:lvl6pPr>
            <a:lvl7pPr indent="-279400" lvl="6" marL="3200400" algn="r">
              <a:spcBef>
                <a:spcPts val="0"/>
              </a:spcBef>
              <a:spcAft>
                <a:spcPts val="0"/>
              </a:spcAft>
              <a:buClr>
                <a:schemeClr val="lt1"/>
              </a:buClr>
              <a:buSzPts val="800"/>
              <a:buChar char="●"/>
              <a:defRPr sz="800">
                <a:solidFill>
                  <a:schemeClr val="lt1"/>
                </a:solidFill>
              </a:defRPr>
            </a:lvl7pPr>
            <a:lvl8pPr indent="-279400" lvl="7" marL="3657600" algn="r">
              <a:spcBef>
                <a:spcPts val="0"/>
              </a:spcBef>
              <a:spcAft>
                <a:spcPts val="0"/>
              </a:spcAft>
              <a:buClr>
                <a:schemeClr val="lt1"/>
              </a:buClr>
              <a:buSzPts val="800"/>
              <a:buChar char="○"/>
              <a:defRPr sz="800">
                <a:solidFill>
                  <a:schemeClr val="lt1"/>
                </a:solidFill>
              </a:defRPr>
            </a:lvl8pPr>
            <a:lvl9pPr indent="-279400" lvl="8" marL="4114800" algn="r">
              <a:spcBef>
                <a:spcPts val="0"/>
              </a:spcBef>
              <a:spcAft>
                <a:spcPts val="0"/>
              </a:spcAft>
              <a:buClr>
                <a:schemeClr val="lt1"/>
              </a:buClr>
              <a:buSzPts val="800"/>
              <a:buChar char="■"/>
              <a:defRPr sz="800">
                <a:solidFill>
                  <a:schemeClr val="lt1"/>
                </a:solidFill>
              </a:defRPr>
            </a:lvl9pPr>
          </a:lstStyle>
          <a:p/>
        </p:txBody>
      </p:sp>
      <p:sp>
        <p:nvSpPr>
          <p:cNvPr id="245" name="Google Shape;245;p40"/>
          <p:cNvSpPr txBox="1"/>
          <p:nvPr>
            <p:ph idx="5"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chart">
  <p:cSld name="SECTION_TITLE_AND_DESCRIPTION">
    <p:bg>
      <p:bgPr>
        <a:solidFill>
          <a:schemeClr val="lt2"/>
        </a:solidFill>
      </p:bgPr>
    </p:bg>
    <p:spTree>
      <p:nvGrpSpPr>
        <p:cNvPr id="246" name="Shape 246"/>
        <p:cNvGrpSpPr/>
        <p:nvPr/>
      </p:nvGrpSpPr>
      <p:grpSpPr>
        <a:xfrm>
          <a:off x="0" y="0"/>
          <a:ext cx="0" cy="0"/>
          <a:chOff x="0" y="0"/>
          <a:chExt cx="0" cy="0"/>
        </a:xfrm>
      </p:grpSpPr>
      <p:sp>
        <p:nvSpPr>
          <p:cNvPr id="247" name="Google Shape;247;p41"/>
          <p:cNvSpPr/>
          <p:nvPr/>
        </p:nvSpPr>
        <p:spPr>
          <a:xfrm>
            <a:off x="4305000" y="-167"/>
            <a:ext cx="4839000" cy="68580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
        <p:nvSpPr>
          <p:cNvPr id="248" name="Google Shape;248;p41"/>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US"/>
              <a:t>‹#›</a:t>
            </a:fld>
            <a:endParaRPr/>
          </a:p>
        </p:txBody>
      </p:sp>
      <p:sp>
        <p:nvSpPr>
          <p:cNvPr id="249" name="Google Shape;249;p41"/>
          <p:cNvSpPr txBox="1"/>
          <p:nvPr>
            <p:ph type="title"/>
          </p:nvPr>
        </p:nvSpPr>
        <p:spPr>
          <a:xfrm>
            <a:off x="197375" y="1403667"/>
            <a:ext cx="3151800" cy="2177100"/>
          </a:xfrm>
          <a:prstGeom prst="rect">
            <a:avLst/>
          </a:prstGeom>
        </p:spPr>
        <p:txBody>
          <a:bodyPr anchorCtr="0" anchor="b" bIns="91425" lIns="91425" spcFirstLastPara="1" rIns="91425" wrap="square" tIns="91425">
            <a:noAutofit/>
          </a:bodyPr>
          <a:lstStyle>
            <a:lvl1pPr lvl="0">
              <a:spcBef>
                <a:spcPts val="0"/>
              </a:spcBef>
              <a:spcAft>
                <a:spcPts val="0"/>
              </a:spcAft>
              <a:buClr>
                <a:schemeClr val="dk2"/>
              </a:buClr>
              <a:buSzPts val="3450"/>
              <a:buNone/>
              <a:defRPr>
                <a:solidFill>
                  <a:schemeClr val="dk2"/>
                </a:solidFill>
              </a:defRPr>
            </a:lvl1pPr>
            <a:lvl2pPr lvl="1">
              <a:spcBef>
                <a:spcPts val="0"/>
              </a:spcBef>
              <a:spcAft>
                <a:spcPts val="0"/>
              </a:spcAft>
              <a:buClr>
                <a:schemeClr val="dk2"/>
              </a:buClr>
              <a:buSzPts val="3450"/>
              <a:buNone/>
              <a:defRPr>
                <a:solidFill>
                  <a:schemeClr val="dk2"/>
                </a:solidFill>
              </a:defRPr>
            </a:lvl2pPr>
            <a:lvl3pPr lvl="2">
              <a:spcBef>
                <a:spcPts val="0"/>
              </a:spcBef>
              <a:spcAft>
                <a:spcPts val="0"/>
              </a:spcAft>
              <a:buClr>
                <a:schemeClr val="dk2"/>
              </a:buClr>
              <a:buSzPts val="3450"/>
              <a:buNone/>
              <a:defRPr>
                <a:solidFill>
                  <a:schemeClr val="dk2"/>
                </a:solidFill>
              </a:defRPr>
            </a:lvl3pPr>
            <a:lvl4pPr lvl="3">
              <a:spcBef>
                <a:spcPts val="0"/>
              </a:spcBef>
              <a:spcAft>
                <a:spcPts val="0"/>
              </a:spcAft>
              <a:buClr>
                <a:schemeClr val="dk2"/>
              </a:buClr>
              <a:buSzPts val="3450"/>
              <a:buNone/>
              <a:defRPr>
                <a:solidFill>
                  <a:schemeClr val="dk2"/>
                </a:solidFill>
              </a:defRPr>
            </a:lvl4pPr>
            <a:lvl5pPr lvl="4">
              <a:spcBef>
                <a:spcPts val="0"/>
              </a:spcBef>
              <a:spcAft>
                <a:spcPts val="0"/>
              </a:spcAft>
              <a:buClr>
                <a:schemeClr val="dk2"/>
              </a:buClr>
              <a:buSzPts val="3450"/>
              <a:buNone/>
              <a:defRPr>
                <a:solidFill>
                  <a:schemeClr val="dk2"/>
                </a:solidFill>
              </a:defRPr>
            </a:lvl5pPr>
            <a:lvl6pPr lvl="5">
              <a:spcBef>
                <a:spcPts val="0"/>
              </a:spcBef>
              <a:spcAft>
                <a:spcPts val="0"/>
              </a:spcAft>
              <a:buClr>
                <a:schemeClr val="dk2"/>
              </a:buClr>
              <a:buSzPts val="3450"/>
              <a:buNone/>
              <a:defRPr>
                <a:solidFill>
                  <a:schemeClr val="dk2"/>
                </a:solidFill>
              </a:defRPr>
            </a:lvl6pPr>
            <a:lvl7pPr lvl="6">
              <a:spcBef>
                <a:spcPts val="0"/>
              </a:spcBef>
              <a:spcAft>
                <a:spcPts val="0"/>
              </a:spcAft>
              <a:buClr>
                <a:schemeClr val="dk2"/>
              </a:buClr>
              <a:buSzPts val="3450"/>
              <a:buNone/>
              <a:defRPr>
                <a:solidFill>
                  <a:schemeClr val="dk2"/>
                </a:solidFill>
              </a:defRPr>
            </a:lvl7pPr>
            <a:lvl8pPr lvl="7">
              <a:spcBef>
                <a:spcPts val="0"/>
              </a:spcBef>
              <a:spcAft>
                <a:spcPts val="0"/>
              </a:spcAft>
              <a:buClr>
                <a:schemeClr val="dk2"/>
              </a:buClr>
              <a:buSzPts val="3450"/>
              <a:buNone/>
              <a:defRPr>
                <a:solidFill>
                  <a:schemeClr val="dk2"/>
                </a:solidFill>
              </a:defRPr>
            </a:lvl8pPr>
            <a:lvl9pPr lvl="8">
              <a:spcBef>
                <a:spcPts val="0"/>
              </a:spcBef>
              <a:spcAft>
                <a:spcPts val="0"/>
              </a:spcAft>
              <a:buClr>
                <a:schemeClr val="dk2"/>
              </a:buClr>
              <a:buSzPts val="3450"/>
              <a:buNone/>
              <a:defRPr>
                <a:solidFill>
                  <a:schemeClr val="dk2"/>
                </a:solidFill>
              </a:defRPr>
            </a:lvl9pPr>
          </a:lstStyle>
          <a:p/>
        </p:txBody>
      </p:sp>
      <p:sp>
        <p:nvSpPr>
          <p:cNvPr id="250" name="Google Shape;250;p41"/>
          <p:cNvSpPr txBox="1"/>
          <p:nvPr>
            <p:ph idx="1" type="body"/>
          </p:nvPr>
        </p:nvSpPr>
        <p:spPr>
          <a:xfrm>
            <a:off x="197375" y="3580867"/>
            <a:ext cx="3151800" cy="2430000"/>
          </a:xfrm>
          <a:prstGeom prst="rect">
            <a:avLst/>
          </a:prstGeom>
        </p:spPr>
        <p:txBody>
          <a:bodyPr anchorCtr="0" anchor="t" bIns="91425" lIns="91425" spcFirstLastPara="1" rIns="91425" wrap="square" tIns="91425">
            <a:noAutofit/>
          </a:bodyPr>
          <a:lstStyle>
            <a:lvl1pPr indent="-292100" lvl="0" marL="457200">
              <a:lnSpc>
                <a:spcPct val="100000"/>
              </a:lnSpc>
              <a:spcBef>
                <a:spcPts val="0"/>
              </a:spcBef>
              <a:spcAft>
                <a:spcPts val="0"/>
              </a:spcAft>
              <a:buSzPts val="1000"/>
              <a:buChar char="●"/>
              <a:defRPr/>
            </a:lvl1pPr>
            <a:lvl2pPr indent="-292100" lvl="1" marL="914400">
              <a:lnSpc>
                <a:spcPct val="100000"/>
              </a:lnSpc>
              <a:spcBef>
                <a:spcPts val="0"/>
              </a:spcBef>
              <a:spcAft>
                <a:spcPts val="0"/>
              </a:spcAft>
              <a:buSzPts val="1000"/>
              <a:buChar char="○"/>
              <a:defRPr sz="1000"/>
            </a:lvl2pPr>
            <a:lvl3pPr indent="-292100" lvl="2" marL="1371600">
              <a:lnSpc>
                <a:spcPct val="100000"/>
              </a:lnSpc>
              <a:spcBef>
                <a:spcPts val="0"/>
              </a:spcBef>
              <a:spcAft>
                <a:spcPts val="0"/>
              </a:spcAft>
              <a:buSzPts val="1000"/>
              <a:buChar char="■"/>
              <a:defRPr/>
            </a:lvl3pPr>
            <a:lvl4pPr indent="-292100" lvl="3" marL="1828800">
              <a:lnSpc>
                <a:spcPct val="100000"/>
              </a:lnSpc>
              <a:spcBef>
                <a:spcPts val="0"/>
              </a:spcBef>
              <a:spcAft>
                <a:spcPts val="0"/>
              </a:spcAft>
              <a:buSzPts val="1000"/>
              <a:buChar char="●"/>
              <a:defRPr/>
            </a:lvl4pPr>
            <a:lvl5pPr indent="-292100" lvl="4" marL="2286000">
              <a:lnSpc>
                <a:spcPct val="100000"/>
              </a:lnSpc>
              <a:spcBef>
                <a:spcPts val="0"/>
              </a:spcBef>
              <a:spcAft>
                <a:spcPts val="0"/>
              </a:spcAft>
              <a:buSzPts val="1000"/>
              <a:buChar char="○"/>
              <a:defRPr/>
            </a:lvl5pPr>
            <a:lvl6pPr indent="-292100" lvl="5" marL="2743200">
              <a:lnSpc>
                <a:spcPct val="100000"/>
              </a:lnSpc>
              <a:spcBef>
                <a:spcPts val="0"/>
              </a:spcBef>
              <a:spcAft>
                <a:spcPts val="0"/>
              </a:spcAft>
              <a:buSzPts val="1000"/>
              <a:buChar char="■"/>
              <a:defRPr/>
            </a:lvl6pPr>
            <a:lvl7pPr indent="-292100" lvl="6" marL="3200400">
              <a:lnSpc>
                <a:spcPct val="100000"/>
              </a:lnSpc>
              <a:spcBef>
                <a:spcPts val="0"/>
              </a:spcBef>
              <a:spcAft>
                <a:spcPts val="0"/>
              </a:spcAft>
              <a:buSzPts val="1000"/>
              <a:buChar char="●"/>
              <a:defRPr/>
            </a:lvl7pPr>
            <a:lvl8pPr indent="-292100" lvl="7" marL="3657600">
              <a:lnSpc>
                <a:spcPct val="100000"/>
              </a:lnSpc>
              <a:spcBef>
                <a:spcPts val="0"/>
              </a:spcBef>
              <a:spcAft>
                <a:spcPts val="0"/>
              </a:spcAft>
              <a:buSzPts val="1000"/>
              <a:buChar char="○"/>
              <a:defRPr/>
            </a:lvl8pPr>
            <a:lvl9pPr indent="-292100" lvl="8" marL="4114800">
              <a:lnSpc>
                <a:spcPct val="100000"/>
              </a:lnSpc>
              <a:spcBef>
                <a:spcPts val="0"/>
              </a:spcBef>
              <a:spcAft>
                <a:spcPts val="0"/>
              </a:spcAft>
              <a:buSzPts val="1000"/>
              <a:buChar char="■"/>
              <a:defRPr/>
            </a:lvl9pPr>
          </a:lstStyle>
          <a:p/>
        </p:txBody>
      </p:sp>
      <p:sp>
        <p:nvSpPr>
          <p:cNvPr id="251" name="Google Shape;251;p41"/>
          <p:cNvSpPr txBox="1"/>
          <p:nvPr>
            <p:ph idx="2" type="body"/>
          </p:nvPr>
        </p:nvSpPr>
        <p:spPr>
          <a:xfrm>
            <a:off x="196951" y="262300"/>
            <a:ext cx="1860600" cy="278700"/>
          </a:xfrm>
          <a:prstGeom prst="rect">
            <a:avLst/>
          </a:prstGeom>
        </p:spPr>
        <p:txBody>
          <a:bodyPr anchorCtr="0" anchor="ctr" bIns="91425" lIns="91425" spcFirstLastPara="1" rIns="91425" wrap="square" tIns="91425">
            <a:noAutofit/>
          </a:bodyPr>
          <a:lstStyle>
            <a:lvl1pPr indent="-279400" lvl="0" marL="457200">
              <a:spcBef>
                <a:spcPts val="0"/>
              </a:spcBef>
              <a:spcAft>
                <a:spcPts val="0"/>
              </a:spcAft>
              <a:buSzPts val="800"/>
              <a:buChar char="●"/>
              <a:defRPr sz="800"/>
            </a:lvl1pPr>
            <a:lvl2pPr indent="-279400" lvl="1" marL="914400">
              <a:spcBef>
                <a:spcPts val="0"/>
              </a:spcBef>
              <a:spcAft>
                <a:spcPts val="0"/>
              </a:spcAft>
              <a:buSzPts val="800"/>
              <a:buChar char="○"/>
              <a:defRPr/>
            </a:lvl2pPr>
            <a:lvl3pPr indent="-279400" lvl="2" marL="1371600">
              <a:spcBef>
                <a:spcPts val="0"/>
              </a:spcBef>
              <a:spcAft>
                <a:spcPts val="0"/>
              </a:spcAft>
              <a:buSzPts val="800"/>
              <a:buChar char="■"/>
              <a:defRPr sz="800"/>
            </a:lvl3pPr>
            <a:lvl4pPr indent="-279400" lvl="3" marL="1828800">
              <a:spcBef>
                <a:spcPts val="0"/>
              </a:spcBef>
              <a:spcAft>
                <a:spcPts val="0"/>
              </a:spcAft>
              <a:buSzPts val="800"/>
              <a:buChar char="●"/>
              <a:defRPr sz="800"/>
            </a:lvl4pPr>
            <a:lvl5pPr indent="-279400" lvl="4" marL="2286000">
              <a:spcBef>
                <a:spcPts val="0"/>
              </a:spcBef>
              <a:spcAft>
                <a:spcPts val="0"/>
              </a:spcAft>
              <a:buSzPts val="800"/>
              <a:buChar char="○"/>
              <a:defRPr sz="800"/>
            </a:lvl5pPr>
            <a:lvl6pPr indent="-279400" lvl="5" marL="2743200">
              <a:spcBef>
                <a:spcPts val="0"/>
              </a:spcBef>
              <a:spcAft>
                <a:spcPts val="0"/>
              </a:spcAft>
              <a:buSzPts val="800"/>
              <a:buChar char="■"/>
              <a:defRPr sz="800"/>
            </a:lvl6pPr>
            <a:lvl7pPr indent="-279400" lvl="6" marL="3200400">
              <a:spcBef>
                <a:spcPts val="0"/>
              </a:spcBef>
              <a:spcAft>
                <a:spcPts val="0"/>
              </a:spcAft>
              <a:buSzPts val="800"/>
              <a:buChar char="●"/>
              <a:defRPr sz="800"/>
            </a:lvl7pPr>
            <a:lvl8pPr indent="-279400" lvl="7" marL="3657600">
              <a:spcBef>
                <a:spcPts val="0"/>
              </a:spcBef>
              <a:spcAft>
                <a:spcPts val="0"/>
              </a:spcAft>
              <a:buSzPts val="800"/>
              <a:buChar char="○"/>
              <a:defRPr sz="800"/>
            </a:lvl8pPr>
            <a:lvl9pPr indent="-279400" lvl="8" marL="4114800">
              <a:spcBef>
                <a:spcPts val="0"/>
              </a:spcBef>
              <a:spcAft>
                <a:spcPts val="0"/>
              </a:spcAft>
              <a:buSzPts val="800"/>
              <a:buChar char="■"/>
              <a:defRPr sz="800"/>
            </a:lvl9pPr>
          </a:lstStyle>
          <a:p/>
        </p:txBody>
      </p:sp>
      <p:sp>
        <p:nvSpPr>
          <p:cNvPr id="252" name="Google Shape;252;p41"/>
          <p:cNvSpPr txBox="1"/>
          <p:nvPr>
            <p:ph idx="3" type="body"/>
          </p:nvPr>
        </p:nvSpPr>
        <p:spPr>
          <a:xfrm>
            <a:off x="7087526" y="262300"/>
            <a:ext cx="1933500" cy="278700"/>
          </a:xfrm>
          <a:prstGeom prst="rect">
            <a:avLst/>
          </a:prstGeom>
        </p:spPr>
        <p:txBody>
          <a:bodyPr anchorCtr="0" anchor="ctr" bIns="91425" lIns="91425" spcFirstLastPara="1" rIns="91425" wrap="square" tIns="91425">
            <a:noAutofit/>
          </a:bodyPr>
          <a:lstStyle>
            <a:lvl1pPr indent="-279400" lvl="0" marL="457200" algn="r">
              <a:spcBef>
                <a:spcPts val="0"/>
              </a:spcBef>
              <a:spcAft>
                <a:spcPts val="0"/>
              </a:spcAft>
              <a:buClr>
                <a:schemeClr val="lt1"/>
              </a:buClr>
              <a:buSzPts val="800"/>
              <a:buChar char="●"/>
              <a:defRPr sz="800">
                <a:solidFill>
                  <a:schemeClr val="lt1"/>
                </a:solidFill>
              </a:defRPr>
            </a:lvl1pPr>
            <a:lvl2pPr indent="-279400" lvl="1" marL="914400" algn="r">
              <a:spcBef>
                <a:spcPts val="0"/>
              </a:spcBef>
              <a:spcAft>
                <a:spcPts val="0"/>
              </a:spcAft>
              <a:buClr>
                <a:schemeClr val="lt1"/>
              </a:buClr>
              <a:buSzPts val="800"/>
              <a:buChar char="○"/>
              <a:defRPr>
                <a:solidFill>
                  <a:schemeClr val="lt1"/>
                </a:solidFill>
              </a:defRPr>
            </a:lvl2pPr>
            <a:lvl3pPr indent="-279400" lvl="2" marL="1371600" algn="r">
              <a:spcBef>
                <a:spcPts val="0"/>
              </a:spcBef>
              <a:spcAft>
                <a:spcPts val="0"/>
              </a:spcAft>
              <a:buClr>
                <a:schemeClr val="lt1"/>
              </a:buClr>
              <a:buSzPts val="800"/>
              <a:buChar char="■"/>
              <a:defRPr sz="800">
                <a:solidFill>
                  <a:schemeClr val="lt1"/>
                </a:solidFill>
              </a:defRPr>
            </a:lvl3pPr>
            <a:lvl4pPr indent="-279400" lvl="3" marL="1828800" algn="r">
              <a:spcBef>
                <a:spcPts val="0"/>
              </a:spcBef>
              <a:spcAft>
                <a:spcPts val="0"/>
              </a:spcAft>
              <a:buClr>
                <a:schemeClr val="lt1"/>
              </a:buClr>
              <a:buSzPts val="800"/>
              <a:buChar char="●"/>
              <a:defRPr sz="800">
                <a:solidFill>
                  <a:schemeClr val="lt1"/>
                </a:solidFill>
              </a:defRPr>
            </a:lvl4pPr>
            <a:lvl5pPr indent="-279400" lvl="4" marL="2286000" algn="r">
              <a:spcBef>
                <a:spcPts val="0"/>
              </a:spcBef>
              <a:spcAft>
                <a:spcPts val="0"/>
              </a:spcAft>
              <a:buClr>
                <a:schemeClr val="lt1"/>
              </a:buClr>
              <a:buSzPts val="800"/>
              <a:buChar char="○"/>
              <a:defRPr sz="800">
                <a:solidFill>
                  <a:schemeClr val="lt1"/>
                </a:solidFill>
              </a:defRPr>
            </a:lvl5pPr>
            <a:lvl6pPr indent="-279400" lvl="5" marL="2743200" algn="r">
              <a:spcBef>
                <a:spcPts val="0"/>
              </a:spcBef>
              <a:spcAft>
                <a:spcPts val="0"/>
              </a:spcAft>
              <a:buClr>
                <a:schemeClr val="lt1"/>
              </a:buClr>
              <a:buSzPts val="800"/>
              <a:buChar char="■"/>
              <a:defRPr sz="800">
                <a:solidFill>
                  <a:schemeClr val="lt1"/>
                </a:solidFill>
              </a:defRPr>
            </a:lvl6pPr>
            <a:lvl7pPr indent="-279400" lvl="6" marL="3200400" algn="r">
              <a:spcBef>
                <a:spcPts val="0"/>
              </a:spcBef>
              <a:spcAft>
                <a:spcPts val="0"/>
              </a:spcAft>
              <a:buClr>
                <a:schemeClr val="lt1"/>
              </a:buClr>
              <a:buSzPts val="800"/>
              <a:buChar char="●"/>
              <a:defRPr sz="800">
                <a:solidFill>
                  <a:schemeClr val="lt1"/>
                </a:solidFill>
              </a:defRPr>
            </a:lvl7pPr>
            <a:lvl8pPr indent="-279400" lvl="7" marL="3657600" algn="r">
              <a:spcBef>
                <a:spcPts val="0"/>
              </a:spcBef>
              <a:spcAft>
                <a:spcPts val="0"/>
              </a:spcAft>
              <a:buClr>
                <a:schemeClr val="lt1"/>
              </a:buClr>
              <a:buSzPts val="800"/>
              <a:buChar char="○"/>
              <a:defRPr sz="800">
                <a:solidFill>
                  <a:schemeClr val="lt1"/>
                </a:solidFill>
              </a:defRPr>
            </a:lvl8pPr>
            <a:lvl9pPr indent="-279400" lvl="8" marL="4114800" algn="r">
              <a:spcBef>
                <a:spcPts val="0"/>
              </a:spcBef>
              <a:spcAft>
                <a:spcPts val="0"/>
              </a:spcAft>
              <a:buClr>
                <a:schemeClr val="lt1"/>
              </a:buClr>
              <a:buSzPts val="800"/>
              <a:buChar char="■"/>
              <a:defRPr sz="800">
                <a:solidFill>
                  <a:schemeClr val="lt1"/>
                </a:solidFill>
              </a:defRPr>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ppendix">
  <p:cSld name="CAPTION_ONLY">
    <p:bg>
      <p:bgPr>
        <a:solidFill>
          <a:schemeClr val="lt2"/>
        </a:solidFill>
      </p:bgPr>
    </p:bg>
    <p:spTree>
      <p:nvGrpSpPr>
        <p:cNvPr id="253" name="Shape 253"/>
        <p:cNvGrpSpPr/>
        <p:nvPr/>
      </p:nvGrpSpPr>
      <p:grpSpPr>
        <a:xfrm>
          <a:off x="0" y="0"/>
          <a:ext cx="0" cy="0"/>
          <a:chOff x="0" y="0"/>
          <a:chExt cx="0" cy="0"/>
        </a:xfrm>
      </p:grpSpPr>
      <p:sp>
        <p:nvSpPr>
          <p:cNvPr id="254" name="Google Shape;254;p42"/>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en-US"/>
              <a:t>‹#›</a:t>
            </a:fld>
            <a:endParaRPr/>
          </a:p>
        </p:txBody>
      </p:sp>
      <p:sp>
        <p:nvSpPr>
          <p:cNvPr id="255" name="Google Shape;255;p42"/>
          <p:cNvSpPr txBox="1"/>
          <p:nvPr>
            <p:ph idx="1" type="body"/>
          </p:nvPr>
        </p:nvSpPr>
        <p:spPr>
          <a:xfrm>
            <a:off x="203000" y="1188600"/>
            <a:ext cx="2644800" cy="572100"/>
          </a:xfrm>
          <a:prstGeom prst="rect">
            <a:avLst/>
          </a:prstGeom>
        </p:spPr>
        <p:txBody>
          <a:bodyPr anchorCtr="0" anchor="ctr" bIns="91425" lIns="91425" spcFirstLastPara="1" rIns="91425" wrap="square" tIns="91425">
            <a:noAutofit/>
          </a:bodyPr>
          <a:lstStyle>
            <a:lvl1pPr indent="-342900" lvl="0" marL="457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256" name="Google Shape;256;p42"/>
          <p:cNvSpPr txBox="1"/>
          <p:nvPr>
            <p:ph idx="2" type="body"/>
          </p:nvPr>
        </p:nvSpPr>
        <p:spPr>
          <a:xfrm>
            <a:off x="203000" y="1760600"/>
            <a:ext cx="2644800" cy="357600"/>
          </a:xfrm>
          <a:prstGeom prst="rect">
            <a:avLst/>
          </a:prstGeom>
        </p:spPr>
        <p:txBody>
          <a:bodyPr anchorCtr="0" anchor="t" bIns="91425" lIns="91425" spcFirstLastPara="1" rIns="91425" wrap="square" tIns="91425">
            <a:normAutofit/>
          </a:bodyPr>
          <a:lstStyle>
            <a:lvl1pPr indent="-292100" lvl="0" marL="457200">
              <a:lnSpc>
                <a:spcPct val="100000"/>
              </a:lnSpc>
              <a:spcBef>
                <a:spcPts val="0"/>
              </a:spcBef>
              <a:spcAft>
                <a:spcPts val="0"/>
              </a:spcAft>
              <a:buSzPts val="1000"/>
              <a:buChar char="●"/>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257" name="Google Shape;257;p42"/>
          <p:cNvSpPr txBox="1"/>
          <p:nvPr>
            <p:ph idx="3" type="body"/>
          </p:nvPr>
        </p:nvSpPr>
        <p:spPr>
          <a:xfrm>
            <a:off x="203000" y="2118200"/>
            <a:ext cx="2644800" cy="357600"/>
          </a:xfrm>
          <a:prstGeom prst="rect">
            <a:avLst/>
          </a:prstGeom>
        </p:spPr>
        <p:txBody>
          <a:bodyPr anchorCtr="0" anchor="t" bIns="91425" lIns="91425" spcFirstLastPara="1" rIns="91425" wrap="square" tIns="91425">
            <a:normAutofit/>
          </a:bodyPr>
          <a:lstStyle>
            <a:lvl1pPr indent="-279400" lvl="0" marL="457200">
              <a:lnSpc>
                <a:spcPct val="100000"/>
              </a:lnSpc>
              <a:spcBef>
                <a:spcPts val="0"/>
              </a:spcBef>
              <a:spcAft>
                <a:spcPts val="0"/>
              </a:spcAft>
              <a:buSzPts val="800"/>
              <a:buChar char="●"/>
              <a:defRPr sz="800"/>
            </a:lvl1pPr>
            <a:lvl2pPr indent="-279400" lvl="1" marL="914400">
              <a:lnSpc>
                <a:spcPct val="100000"/>
              </a:lnSpc>
              <a:spcBef>
                <a:spcPts val="0"/>
              </a:spcBef>
              <a:spcAft>
                <a:spcPts val="0"/>
              </a:spcAft>
              <a:buSzPts val="800"/>
              <a:buFont typeface="DM Sans Medium"/>
              <a:buChar char="○"/>
              <a:defRPr>
                <a:latin typeface="DM Sans Medium"/>
                <a:ea typeface="DM Sans Medium"/>
                <a:cs typeface="DM Sans Medium"/>
                <a:sym typeface="DM Sans Medium"/>
              </a:defRPr>
            </a:lvl2pPr>
            <a:lvl3pPr indent="-279400" lvl="2" marL="1371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3pPr>
            <a:lvl4pPr indent="-279400" lvl="3" marL="1828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4pPr>
            <a:lvl5pPr indent="-279400" lvl="4" marL="22860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5pPr>
            <a:lvl6pPr indent="-279400" lvl="5" marL="27432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6pPr>
            <a:lvl7pPr indent="-279400" lvl="6" marL="32004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7pPr>
            <a:lvl8pPr indent="-279400" lvl="7" marL="3657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8pPr>
            <a:lvl9pPr indent="-279400" lvl="8" marL="4114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9pPr>
          </a:lstStyle>
          <a:p/>
        </p:txBody>
      </p:sp>
      <p:sp>
        <p:nvSpPr>
          <p:cNvPr id="258" name="Google Shape;258;p42"/>
          <p:cNvSpPr txBox="1"/>
          <p:nvPr>
            <p:ph idx="4" type="body"/>
          </p:nvPr>
        </p:nvSpPr>
        <p:spPr>
          <a:xfrm>
            <a:off x="203000" y="2942067"/>
            <a:ext cx="2644800" cy="572100"/>
          </a:xfrm>
          <a:prstGeom prst="rect">
            <a:avLst/>
          </a:prstGeom>
        </p:spPr>
        <p:txBody>
          <a:bodyPr anchorCtr="0" anchor="ctr" bIns="91425" lIns="91425" spcFirstLastPara="1" rIns="91425" wrap="square" tIns="91425">
            <a:normAutofit/>
          </a:bodyPr>
          <a:lstStyle>
            <a:lvl1pPr indent="-342900" lvl="0" marL="457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259" name="Google Shape;259;p42"/>
          <p:cNvSpPr txBox="1"/>
          <p:nvPr>
            <p:ph idx="5" type="body"/>
          </p:nvPr>
        </p:nvSpPr>
        <p:spPr>
          <a:xfrm>
            <a:off x="203000" y="3514067"/>
            <a:ext cx="2644800" cy="357600"/>
          </a:xfrm>
          <a:prstGeom prst="rect">
            <a:avLst/>
          </a:prstGeom>
        </p:spPr>
        <p:txBody>
          <a:bodyPr anchorCtr="0" anchor="t" bIns="91425" lIns="91425" spcFirstLastPara="1" rIns="91425" wrap="square" tIns="91425">
            <a:normAutofit/>
          </a:bodyPr>
          <a:lstStyle>
            <a:lvl1pPr indent="-292100" lvl="0" marL="457200">
              <a:lnSpc>
                <a:spcPct val="100000"/>
              </a:lnSpc>
              <a:spcBef>
                <a:spcPts val="0"/>
              </a:spcBef>
              <a:spcAft>
                <a:spcPts val="0"/>
              </a:spcAft>
              <a:buSzPts val="1000"/>
              <a:buChar char="●"/>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260" name="Google Shape;260;p42"/>
          <p:cNvSpPr txBox="1"/>
          <p:nvPr>
            <p:ph idx="6" type="body"/>
          </p:nvPr>
        </p:nvSpPr>
        <p:spPr>
          <a:xfrm>
            <a:off x="203000" y="3871667"/>
            <a:ext cx="2644800" cy="357600"/>
          </a:xfrm>
          <a:prstGeom prst="rect">
            <a:avLst/>
          </a:prstGeom>
        </p:spPr>
        <p:txBody>
          <a:bodyPr anchorCtr="0" anchor="t" bIns="91425" lIns="91425" spcFirstLastPara="1" rIns="91425" wrap="square" tIns="91425">
            <a:normAutofit/>
          </a:bodyPr>
          <a:lstStyle>
            <a:lvl1pPr indent="-279400" lvl="0" marL="457200">
              <a:lnSpc>
                <a:spcPct val="100000"/>
              </a:lnSpc>
              <a:spcBef>
                <a:spcPts val="0"/>
              </a:spcBef>
              <a:spcAft>
                <a:spcPts val="0"/>
              </a:spcAft>
              <a:buSzPts val="800"/>
              <a:buChar char="●"/>
              <a:defRPr sz="800"/>
            </a:lvl1pPr>
            <a:lvl2pPr indent="-279400" lvl="1" marL="914400">
              <a:lnSpc>
                <a:spcPct val="100000"/>
              </a:lnSpc>
              <a:spcBef>
                <a:spcPts val="0"/>
              </a:spcBef>
              <a:spcAft>
                <a:spcPts val="0"/>
              </a:spcAft>
              <a:buSzPts val="800"/>
              <a:buFont typeface="DM Sans Medium"/>
              <a:buChar char="○"/>
              <a:defRPr>
                <a:latin typeface="DM Sans Medium"/>
                <a:ea typeface="DM Sans Medium"/>
                <a:cs typeface="DM Sans Medium"/>
                <a:sym typeface="DM Sans Medium"/>
              </a:defRPr>
            </a:lvl2pPr>
            <a:lvl3pPr indent="-279400" lvl="2" marL="1371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3pPr>
            <a:lvl4pPr indent="-279400" lvl="3" marL="1828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4pPr>
            <a:lvl5pPr indent="-279400" lvl="4" marL="22860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5pPr>
            <a:lvl6pPr indent="-279400" lvl="5" marL="27432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6pPr>
            <a:lvl7pPr indent="-279400" lvl="6" marL="32004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7pPr>
            <a:lvl8pPr indent="-279400" lvl="7" marL="3657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8pPr>
            <a:lvl9pPr indent="-279400" lvl="8" marL="4114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9pPr>
          </a:lstStyle>
          <a:p/>
        </p:txBody>
      </p:sp>
      <p:sp>
        <p:nvSpPr>
          <p:cNvPr id="261" name="Google Shape;261;p42"/>
          <p:cNvSpPr txBox="1"/>
          <p:nvPr>
            <p:ph idx="7" type="body"/>
          </p:nvPr>
        </p:nvSpPr>
        <p:spPr>
          <a:xfrm>
            <a:off x="203000" y="4577867"/>
            <a:ext cx="2644800" cy="572100"/>
          </a:xfrm>
          <a:prstGeom prst="rect">
            <a:avLst/>
          </a:prstGeom>
        </p:spPr>
        <p:txBody>
          <a:bodyPr anchorCtr="0" anchor="ctr" bIns="91425" lIns="91425" spcFirstLastPara="1" rIns="91425" wrap="square" tIns="91425">
            <a:noAutofit/>
          </a:bodyPr>
          <a:lstStyle>
            <a:lvl1pPr indent="-342900" lvl="0" marL="457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262" name="Google Shape;262;p42"/>
          <p:cNvSpPr txBox="1"/>
          <p:nvPr>
            <p:ph idx="8" type="body"/>
          </p:nvPr>
        </p:nvSpPr>
        <p:spPr>
          <a:xfrm>
            <a:off x="203000" y="5149867"/>
            <a:ext cx="2644800" cy="357600"/>
          </a:xfrm>
          <a:prstGeom prst="rect">
            <a:avLst/>
          </a:prstGeom>
        </p:spPr>
        <p:txBody>
          <a:bodyPr anchorCtr="0" anchor="t" bIns="91425" lIns="91425" spcFirstLastPara="1" rIns="91425" wrap="square" tIns="91425">
            <a:normAutofit/>
          </a:bodyPr>
          <a:lstStyle>
            <a:lvl1pPr indent="-292100" lvl="0" marL="457200">
              <a:lnSpc>
                <a:spcPct val="100000"/>
              </a:lnSpc>
              <a:spcBef>
                <a:spcPts val="0"/>
              </a:spcBef>
              <a:spcAft>
                <a:spcPts val="0"/>
              </a:spcAft>
              <a:buSzPts val="1000"/>
              <a:buChar char="●"/>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263" name="Google Shape;263;p42"/>
          <p:cNvSpPr txBox="1"/>
          <p:nvPr>
            <p:ph idx="9" type="body"/>
          </p:nvPr>
        </p:nvSpPr>
        <p:spPr>
          <a:xfrm>
            <a:off x="203000" y="5507467"/>
            <a:ext cx="2644800" cy="357600"/>
          </a:xfrm>
          <a:prstGeom prst="rect">
            <a:avLst/>
          </a:prstGeom>
        </p:spPr>
        <p:txBody>
          <a:bodyPr anchorCtr="0" anchor="t" bIns="91425" lIns="91425" spcFirstLastPara="1" rIns="91425" wrap="square" tIns="91425">
            <a:normAutofit/>
          </a:bodyPr>
          <a:lstStyle>
            <a:lvl1pPr indent="-279400" lvl="0" marL="457200">
              <a:lnSpc>
                <a:spcPct val="100000"/>
              </a:lnSpc>
              <a:spcBef>
                <a:spcPts val="0"/>
              </a:spcBef>
              <a:spcAft>
                <a:spcPts val="0"/>
              </a:spcAft>
              <a:buSzPts val="800"/>
              <a:buChar char="●"/>
              <a:defRPr sz="800"/>
            </a:lvl1pPr>
            <a:lvl2pPr indent="-279400" lvl="1" marL="914400">
              <a:lnSpc>
                <a:spcPct val="100000"/>
              </a:lnSpc>
              <a:spcBef>
                <a:spcPts val="0"/>
              </a:spcBef>
              <a:spcAft>
                <a:spcPts val="0"/>
              </a:spcAft>
              <a:buSzPts val="800"/>
              <a:buFont typeface="DM Sans Medium"/>
              <a:buChar char="○"/>
              <a:defRPr>
                <a:latin typeface="DM Sans Medium"/>
                <a:ea typeface="DM Sans Medium"/>
                <a:cs typeface="DM Sans Medium"/>
                <a:sym typeface="DM Sans Medium"/>
              </a:defRPr>
            </a:lvl2pPr>
            <a:lvl3pPr indent="-279400" lvl="2" marL="1371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3pPr>
            <a:lvl4pPr indent="-279400" lvl="3" marL="1828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4pPr>
            <a:lvl5pPr indent="-279400" lvl="4" marL="22860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5pPr>
            <a:lvl6pPr indent="-279400" lvl="5" marL="27432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6pPr>
            <a:lvl7pPr indent="-279400" lvl="6" marL="32004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7pPr>
            <a:lvl8pPr indent="-279400" lvl="7" marL="3657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8pPr>
            <a:lvl9pPr indent="-279400" lvl="8" marL="4114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9pPr>
          </a:lstStyle>
          <a:p/>
        </p:txBody>
      </p:sp>
      <p:sp>
        <p:nvSpPr>
          <p:cNvPr id="264" name="Google Shape;264;p42"/>
          <p:cNvSpPr txBox="1"/>
          <p:nvPr>
            <p:ph idx="13" type="body"/>
          </p:nvPr>
        </p:nvSpPr>
        <p:spPr>
          <a:xfrm>
            <a:off x="3249600" y="1188600"/>
            <a:ext cx="2644800" cy="572100"/>
          </a:xfrm>
          <a:prstGeom prst="rect">
            <a:avLst/>
          </a:prstGeom>
        </p:spPr>
        <p:txBody>
          <a:bodyPr anchorCtr="0" anchor="ctr" bIns="91425" lIns="91425" spcFirstLastPara="1" rIns="91425" wrap="square" tIns="91425">
            <a:normAutofit/>
          </a:bodyPr>
          <a:lstStyle>
            <a:lvl1pPr indent="-342900" lvl="0" marL="457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265" name="Google Shape;265;p42"/>
          <p:cNvSpPr txBox="1"/>
          <p:nvPr>
            <p:ph idx="14" type="body"/>
          </p:nvPr>
        </p:nvSpPr>
        <p:spPr>
          <a:xfrm>
            <a:off x="3249600" y="1760600"/>
            <a:ext cx="2644800" cy="357600"/>
          </a:xfrm>
          <a:prstGeom prst="rect">
            <a:avLst/>
          </a:prstGeom>
        </p:spPr>
        <p:txBody>
          <a:bodyPr anchorCtr="0" anchor="t" bIns="91425" lIns="91425" spcFirstLastPara="1" rIns="91425" wrap="square" tIns="91425">
            <a:normAutofit/>
          </a:bodyPr>
          <a:lstStyle>
            <a:lvl1pPr indent="-292100" lvl="0" marL="457200">
              <a:lnSpc>
                <a:spcPct val="100000"/>
              </a:lnSpc>
              <a:spcBef>
                <a:spcPts val="0"/>
              </a:spcBef>
              <a:spcAft>
                <a:spcPts val="0"/>
              </a:spcAft>
              <a:buSzPts val="1000"/>
              <a:buChar char="●"/>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266" name="Google Shape;266;p42"/>
          <p:cNvSpPr txBox="1"/>
          <p:nvPr>
            <p:ph idx="15" type="body"/>
          </p:nvPr>
        </p:nvSpPr>
        <p:spPr>
          <a:xfrm>
            <a:off x="3249600" y="2118200"/>
            <a:ext cx="2644800" cy="357600"/>
          </a:xfrm>
          <a:prstGeom prst="rect">
            <a:avLst/>
          </a:prstGeom>
        </p:spPr>
        <p:txBody>
          <a:bodyPr anchorCtr="0" anchor="t" bIns="91425" lIns="91425" spcFirstLastPara="1" rIns="91425" wrap="square" tIns="91425">
            <a:normAutofit/>
          </a:bodyPr>
          <a:lstStyle>
            <a:lvl1pPr indent="-279400" lvl="0" marL="457200">
              <a:lnSpc>
                <a:spcPct val="100000"/>
              </a:lnSpc>
              <a:spcBef>
                <a:spcPts val="0"/>
              </a:spcBef>
              <a:spcAft>
                <a:spcPts val="0"/>
              </a:spcAft>
              <a:buSzPts val="800"/>
              <a:buChar char="●"/>
              <a:defRPr sz="800"/>
            </a:lvl1pPr>
            <a:lvl2pPr indent="-279400" lvl="1" marL="914400">
              <a:lnSpc>
                <a:spcPct val="100000"/>
              </a:lnSpc>
              <a:spcBef>
                <a:spcPts val="0"/>
              </a:spcBef>
              <a:spcAft>
                <a:spcPts val="0"/>
              </a:spcAft>
              <a:buSzPts val="800"/>
              <a:buFont typeface="DM Sans Medium"/>
              <a:buChar char="○"/>
              <a:defRPr>
                <a:latin typeface="DM Sans Medium"/>
                <a:ea typeface="DM Sans Medium"/>
                <a:cs typeface="DM Sans Medium"/>
                <a:sym typeface="DM Sans Medium"/>
              </a:defRPr>
            </a:lvl2pPr>
            <a:lvl3pPr indent="-279400" lvl="2" marL="1371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3pPr>
            <a:lvl4pPr indent="-279400" lvl="3" marL="1828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4pPr>
            <a:lvl5pPr indent="-279400" lvl="4" marL="22860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5pPr>
            <a:lvl6pPr indent="-279400" lvl="5" marL="27432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6pPr>
            <a:lvl7pPr indent="-279400" lvl="6" marL="32004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7pPr>
            <a:lvl8pPr indent="-279400" lvl="7" marL="3657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8pPr>
            <a:lvl9pPr indent="-279400" lvl="8" marL="4114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9pPr>
          </a:lstStyle>
          <a:p/>
        </p:txBody>
      </p:sp>
      <p:sp>
        <p:nvSpPr>
          <p:cNvPr id="267" name="Google Shape;267;p42"/>
          <p:cNvSpPr txBox="1"/>
          <p:nvPr>
            <p:ph idx="16" type="body"/>
          </p:nvPr>
        </p:nvSpPr>
        <p:spPr>
          <a:xfrm>
            <a:off x="3249600" y="2942067"/>
            <a:ext cx="2644800" cy="572100"/>
          </a:xfrm>
          <a:prstGeom prst="rect">
            <a:avLst/>
          </a:prstGeom>
        </p:spPr>
        <p:txBody>
          <a:bodyPr anchorCtr="0" anchor="ctr" bIns="91425" lIns="91425" spcFirstLastPara="1" rIns="91425" wrap="square" tIns="91425">
            <a:normAutofit/>
          </a:bodyPr>
          <a:lstStyle>
            <a:lvl1pPr indent="-342900" lvl="0" marL="457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268" name="Google Shape;268;p42"/>
          <p:cNvSpPr txBox="1"/>
          <p:nvPr>
            <p:ph idx="17" type="body"/>
          </p:nvPr>
        </p:nvSpPr>
        <p:spPr>
          <a:xfrm>
            <a:off x="3249600" y="3514067"/>
            <a:ext cx="2644800" cy="357600"/>
          </a:xfrm>
          <a:prstGeom prst="rect">
            <a:avLst/>
          </a:prstGeom>
        </p:spPr>
        <p:txBody>
          <a:bodyPr anchorCtr="0" anchor="t" bIns="91425" lIns="91425" spcFirstLastPara="1" rIns="91425" wrap="square" tIns="91425">
            <a:normAutofit/>
          </a:bodyPr>
          <a:lstStyle>
            <a:lvl1pPr indent="-292100" lvl="0" marL="457200">
              <a:lnSpc>
                <a:spcPct val="100000"/>
              </a:lnSpc>
              <a:spcBef>
                <a:spcPts val="0"/>
              </a:spcBef>
              <a:spcAft>
                <a:spcPts val="0"/>
              </a:spcAft>
              <a:buSzPts val="1000"/>
              <a:buChar char="●"/>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269" name="Google Shape;269;p42"/>
          <p:cNvSpPr txBox="1"/>
          <p:nvPr>
            <p:ph idx="18" type="body"/>
          </p:nvPr>
        </p:nvSpPr>
        <p:spPr>
          <a:xfrm>
            <a:off x="3249600" y="3871667"/>
            <a:ext cx="2644800" cy="357600"/>
          </a:xfrm>
          <a:prstGeom prst="rect">
            <a:avLst/>
          </a:prstGeom>
        </p:spPr>
        <p:txBody>
          <a:bodyPr anchorCtr="0" anchor="t" bIns="91425" lIns="91425" spcFirstLastPara="1" rIns="91425" wrap="square" tIns="91425">
            <a:normAutofit/>
          </a:bodyPr>
          <a:lstStyle>
            <a:lvl1pPr indent="-279400" lvl="0" marL="457200">
              <a:lnSpc>
                <a:spcPct val="100000"/>
              </a:lnSpc>
              <a:spcBef>
                <a:spcPts val="0"/>
              </a:spcBef>
              <a:spcAft>
                <a:spcPts val="0"/>
              </a:spcAft>
              <a:buSzPts val="800"/>
              <a:buChar char="●"/>
              <a:defRPr sz="800"/>
            </a:lvl1pPr>
            <a:lvl2pPr indent="-279400" lvl="1" marL="914400">
              <a:lnSpc>
                <a:spcPct val="100000"/>
              </a:lnSpc>
              <a:spcBef>
                <a:spcPts val="0"/>
              </a:spcBef>
              <a:spcAft>
                <a:spcPts val="0"/>
              </a:spcAft>
              <a:buSzPts val="800"/>
              <a:buFont typeface="DM Sans Medium"/>
              <a:buChar char="○"/>
              <a:defRPr>
                <a:latin typeface="DM Sans Medium"/>
                <a:ea typeface="DM Sans Medium"/>
                <a:cs typeface="DM Sans Medium"/>
                <a:sym typeface="DM Sans Medium"/>
              </a:defRPr>
            </a:lvl2pPr>
            <a:lvl3pPr indent="-279400" lvl="2" marL="1371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3pPr>
            <a:lvl4pPr indent="-279400" lvl="3" marL="1828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4pPr>
            <a:lvl5pPr indent="-279400" lvl="4" marL="22860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5pPr>
            <a:lvl6pPr indent="-279400" lvl="5" marL="27432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6pPr>
            <a:lvl7pPr indent="-279400" lvl="6" marL="32004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7pPr>
            <a:lvl8pPr indent="-279400" lvl="7" marL="3657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8pPr>
            <a:lvl9pPr indent="-279400" lvl="8" marL="4114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9pPr>
          </a:lstStyle>
          <a:p/>
        </p:txBody>
      </p:sp>
      <p:sp>
        <p:nvSpPr>
          <p:cNvPr id="270" name="Google Shape;270;p42"/>
          <p:cNvSpPr txBox="1"/>
          <p:nvPr>
            <p:ph idx="19" type="body"/>
          </p:nvPr>
        </p:nvSpPr>
        <p:spPr>
          <a:xfrm>
            <a:off x="3249600" y="4577867"/>
            <a:ext cx="2644800" cy="572100"/>
          </a:xfrm>
          <a:prstGeom prst="rect">
            <a:avLst/>
          </a:prstGeom>
        </p:spPr>
        <p:txBody>
          <a:bodyPr anchorCtr="0" anchor="ctr" bIns="91425" lIns="91425" spcFirstLastPara="1" rIns="91425" wrap="square" tIns="91425">
            <a:noAutofit/>
          </a:bodyPr>
          <a:lstStyle>
            <a:lvl1pPr indent="-342900" lvl="0" marL="457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271" name="Google Shape;271;p42"/>
          <p:cNvSpPr txBox="1"/>
          <p:nvPr>
            <p:ph idx="20" type="body"/>
          </p:nvPr>
        </p:nvSpPr>
        <p:spPr>
          <a:xfrm>
            <a:off x="3249600" y="5149867"/>
            <a:ext cx="2644800" cy="357600"/>
          </a:xfrm>
          <a:prstGeom prst="rect">
            <a:avLst/>
          </a:prstGeom>
        </p:spPr>
        <p:txBody>
          <a:bodyPr anchorCtr="0" anchor="t" bIns="91425" lIns="91425" spcFirstLastPara="1" rIns="91425" wrap="square" tIns="91425">
            <a:noAutofit/>
          </a:bodyPr>
          <a:lstStyle>
            <a:lvl1pPr indent="-292100" lvl="0" marL="457200">
              <a:lnSpc>
                <a:spcPct val="100000"/>
              </a:lnSpc>
              <a:spcBef>
                <a:spcPts val="0"/>
              </a:spcBef>
              <a:spcAft>
                <a:spcPts val="0"/>
              </a:spcAft>
              <a:buSzPts val="1000"/>
              <a:buChar char="●"/>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272" name="Google Shape;272;p42"/>
          <p:cNvSpPr txBox="1"/>
          <p:nvPr>
            <p:ph idx="21" type="body"/>
          </p:nvPr>
        </p:nvSpPr>
        <p:spPr>
          <a:xfrm>
            <a:off x="3249600" y="5507467"/>
            <a:ext cx="2644800" cy="357600"/>
          </a:xfrm>
          <a:prstGeom prst="rect">
            <a:avLst/>
          </a:prstGeom>
        </p:spPr>
        <p:txBody>
          <a:bodyPr anchorCtr="0" anchor="t" bIns="91425" lIns="91425" spcFirstLastPara="1" rIns="91425" wrap="square" tIns="91425">
            <a:normAutofit/>
          </a:bodyPr>
          <a:lstStyle>
            <a:lvl1pPr indent="-279400" lvl="0" marL="457200">
              <a:lnSpc>
                <a:spcPct val="100000"/>
              </a:lnSpc>
              <a:spcBef>
                <a:spcPts val="0"/>
              </a:spcBef>
              <a:spcAft>
                <a:spcPts val="0"/>
              </a:spcAft>
              <a:buSzPts val="800"/>
              <a:buChar char="●"/>
              <a:defRPr sz="800"/>
            </a:lvl1pPr>
            <a:lvl2pPr indent="-279400" lvl="1" marL="914400">
              <a:lnSpc>
                <a:spcPct val="100000"/>
              </a:lnSpc>
              <a:spcBef>
                <a:spcPts val="0"/>
              </a:spcBef>
              <a:spcAft>
                <a:spcPts val="0"/>
              </a:spcAft>
              <a:buSzPts val="800"/>
              <a:buFont typeface="DM Sans Medium"/>
              <a:buChar char="○"/>
              <a:defRPr>
                <a:latin typeface="DM Sans Medium"/>
                <a:ea typeface="DM Sans Medium"/>
                <a:cs typeface="DM Sans Medium"/>
                <a:sym typeface="DM Sans Medium"/>
              </a:defRPr>
            </a:lvl2pPr>
            <a:lvl3pPr indent="-279400" lvl="2" marL="1371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3pPr>
            <a:lvl4pPr indent="-279400" lvl="3" marL="1828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4pPr>
            <a:lvl5pPr indent="-279400" lvl="4" marL="22860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5pPr>
            <a:lvl6pPr indent="-279400" lvl="5" marL="27432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6pPr>
            <a:lvl7pPr indent="-279400" lvl="6" marL="32004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7pPr>
            <a:lvl8pPr indent="-279400" lvl="7" marL="3657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8pPr>
            <a:lvl9pPr indent="-279400" lvl="8" marL="4114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9pPr>
          </a:lstStyle>
          <a:p/>
        </p:txBody>
      </p:sp>
      <p:sp>
        <p:nvSpPr>
          <p:cNvPr id="273" name="Google Shape;273;p42"/>
          <p:cNvSpPr txBox="1"/>
          <p:nvPr>
            <p:ph idx="22" type="body"/>
          </p:nvPr>
        </p:nvSpPr>
        <p:spPr>
          <a:xfrm>
            <a:off x="6296200" y="1188600"/>
            <a:ext cx="2644800" cy="572100"/>
          </a:xfrm>
          <a:prstGeom prst="rect">
            <a:avLst/>
          </a:prstGeom>
        </p:spPr>
        <p:txBody>
          <a:bodyPr anchorCtr="0" anchor="ctr" bIns="91425" lIns="91425" spcFirstLastPara="1" rIns="91425" wrap="square" tIns="91425">
            <a:normAutofit/>
          </a:bodyPr>
          <a:lstStyle>
            <a:lvl1pPr indent="-342900" lvl="0" marL="457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274" name="Google Shape;274;p42"/>
          <p:cNvSpPr txBox="1"/>
          <p:nvPr>
            <p:ph idx="23" type="body"/>
          </p:nvPr>
        </p:nvSpPr>
        <p:spPr>
          <a:xfrm>
            <a:off x="6296200" y="1760600"/>
            <a:ext cx="2644800" cy="357600"/>
          </a:xfrm>
          <a:prstGeom prst="rect">
            <a:avLst/>
          </a:prstGeom>
        </p:spPr>
        <p:txBody>
          <a:bodyPr anchorCtr="0" anchor="t" bIns="91425" lIns="91425" spcFirstLastPara="1" rIns="91425" wrap="square" tIns="91425">
            <a:normAutofit/>
          </a:bodyPr>
          <a:lstStyle>
            <a:lvl1pPr indent="-292100" lvl="0" marL="457200">
              <a:lnSpc>
                <a:spcPct val="100000"/>
              </a:lnSpc>
              <a:spcBef>
                <a:spcPts val="0"/>
              </a:spcBef>
              <a:spcAft>
                <a:spcPts val="0"/>
              </a:spcAft>
              <a:buSzPts val="1000"/>
              <a:buChar char="●"/>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275" name="Google Shape;275;p42"/>
          <p:cNvSpPr txBox="1"/>
          <p:nvPr>
            <p:ph idx="24" type="body"/>
          </p:nvPr>
        </p:nvSpPr>
        <p:spPr>
          <a:xfrm>
            <a:off x="6296200" y="2118200"/>
            <a:ext cx="2644800" cy="357600"/>
          </a:xfrm>
          <a:prstGeom prst="rect">
            <a:avLst/>
          </a:prstGeom>
        </p:spPr>
        <p:txBody>
          <a:bodyPr anchorCtr="0" anchor="t" bIns="91425" lIns="91425" spcFirstLastPara="1" rIns="91425" wrap="square" tIns="91425">
            <a:normAutofit/>
          </a:bodyPr>
          <a:lstStyle>
            <a:lvl1pPr indent="-279400" lvl="0" marL="457200">
              <a:lnSpc>
                <a:spcPct val="100000"/>
              </a:lnSpc>
              <a:spcBef>
                <a:spcPts val="0"/>
              </a:spcBef>
              <a:spcAft>
                <a:spcPts val="0"/>
              </a:spcAft>
              <a:buSzPts val="800"/>
              <a:buChar char="●"/>
              <a:defRPr sz="800"/>
            </a:lvl1pPr>
            <a:lvl2pPr indent="-279400" lvl="1" marL="914400">
              <a:lnSpc>
                <a:spcPct val="100000"/>
              </a:lnSpc>
              <a:spcBef>
                <a:spcPts val="0"/>
              </a:spcBef>
              <a:spcAft>
                <a:spcPts val="0"/>
              </a:spcAft>
              <a:buSzPts val="800"/>
              <a:buFont typeface="DM Sans Medium"/>
              <a:buChar char="○"/>
              <a:defRPr>
                <a:latin typeface="DM Sans Medium"/>
                <a:ea typeface="DM Sans Medium"/>
                <a:cs typeface="DM Sans Medium"/>
                <a:sym typeface="DM Sans Medium"/>
              </a:defRPr>
            </a:lvl2pPr>
            <a:lvl3pPr indent="-279400" lvl="2" marL="1371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3pPr>
            <a:lvl4pPr indent="-279400" lvl="3" marL="1828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4pPr>
            <a:lvl5pPr indent="-279400" lvl="4" marL="22860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5pPr>
            <a:lvl6pPr indent="-279400" lvl="5" marL="27432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6pPr>
            <a:lvl7pPr indent="-279400" lvl="6" marL="32004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7pPr>
            <a:lvl8pPr indent="-279400" lvl="7" marL="3657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8pPr>
            <a:lvl9pPr indent="-279400" lvl="8" marL="4114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9pPr>
          </a:lstStyle>
          <a:p/>
        </p:txBody>
      </p:sp>
      <p:sp>
        <p:nvSpPr>
          <p:cNvPr id="276" name="Google Shape;276;p42"/>
          <p:cNvSpPr txBox="1"/>
          <p:nvPr>
            <p:ph idx="25" type="body"/>
          </p:nvPr>
        </p:nvSpPr>
        <p:spPr>
          <a:xfrm>
            <a:off x="6296200" y="2942067"/>
            <a:ext cx="2644800" cy="572100"/>
          </a:xfrm>
          <a:prstGeom prst="rect">
            <a:avLst/>
          </a:prstGeom>
        </p:spPr>
        <p:txBody>
          <a:bodyPr anchorCtr="0" anchor="ctr" bIns="91425" lIns="91425" spcFirstLastPara="1" rIns="91425" wrap="square" tIns="91425">
            <a:normAutofit/>
          </a:bodyPr>
          <a:lstStyle>
            <a:lvl1pPr indent="-342900" lvl="0" marL="457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277" name="Google Shape;277;p42"/>
          <p:cNvSpPr txBox="1"/>
          <p:nvPr>
            <p:ph idx="26" type="body"/>
          </p:nvPr>
        </p:nvSpPr>
        <p:spPr>
          <a:xfrm>
            <a:off x="6296200" y="3514067"/>
            <a:ext cx="2644800" cy="357600"/>
          </a:xfrm>
          <a:prstGeom prst="rect">
            <a:avLst/>
          </a:prstGeom>
        </p:spPr>
        <p:txBody>
          <a:bodyPr anchorCtr="0" anchor="t" bIns="91425" lIns="91425" spcFirstLastPara="1" rIns="91425" wrap="square" tIns="91425">
            <a:normAutofit/>
          </a:bodyPr>
          <a:lstStyle>
            <a:lvl1pPr indent="-292100" lvl="0" marL="457200">
              <a:lnSpc>
                <a:spcPct val="100000"/>
              </a:lnSpc>
              <a:spcBef>
                <a:spcPts val="0"/>
              </a:spcBef>
              <a:spcAft>
                <a:spcPts val="0"/>
              </a:spcAft>
              <a:buSzPts val="1000"/>
              <a:buChar char="●"/>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278" name="Google Shape;278;p42"/>
          <p:cNvSpPr txBox="1"/>
          <p:nvPr>
            <p:ph idx="27" type="body"/>
          </p:nvPr>
        </p:nvSpPr>
        <p:spPr>
          <a:xfrm>
            <a:off x="6296200" y="3871667"/>
            <a:ext cx="2644800" cy="357600"/>
          </a:xfrm>
          <a:prstGeom prst="rect">
            <a:avLst/>
          </a:prstGeom>
        </p:spPr>
        <p:txBody>
          <a:bodyPr anchorCtr="0" anchor="t" bIns="91425" lIns="91425" spcFirstLastPara="1" rIns="91425" wrap="square" tIns="91425">
            <a:normAutofit/>
          </a:bodyPr>
          <a:lstStyle>
            <a:lvl1pPr indent="-279400" lvl="0" marL="457200">
              <a:lnSpc>
                <a:spcPct val="100000"/>
              </a:lnSpc>
              <a:spcBef>
                <a:spcPts val="0"/>
              </a:spcBef>
              <a:spcAft>
                <a:spcPts val="0"/>
              </a:spcAft>
              <a:buSzPts val="800"/>
              <a:buChar char="●"/>
              <a:defRPr sz="800"/>
            </a:lvl1pPr>
            <a:lvl2pPr indent="-279400" lvl="1" marL="914400">
              <a:lnSpc>
                <a:spcPct val="100000"/>
              </a:lnSpc>
              <a:spcBef>
                <a:spcPts val="0"/>
              </a:spcBef>
              <a:spcAft>
                <a:spcPts val="0"/>
              </a:spcAft>
              <a:buSzPts val="800"/>
              <a:buFont typeface="DM Sans Medium"/>
              <a:buChar char="○"/>
              <a:defRPr>
                <a:latin typeface="DM Sans Medium"/>
                <a:ea typeface="DM Sans Medium"/>
                <a:cs typeface="DM Sans Medium"/>
                <a:sym typeface="DM Sans Medium"/>
              </a:defRPr>
            </a:lvl2pPr>
            <a:lvl3pPr indent="-279400" lvl="2" marL="1371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3pPr>
            <a:lvl4pPr indent="-279400" lvl="3" marL="1828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4pPr>
            <a:lvl5pPr indent="-279400" lvl="4" marL="22860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5pPr>
            <a:lvl6pPr indent="-279400" lvl="5" marL="27432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6pPr>
            <a:lvl7pPr indent="-279400" lvl="6" marL="32004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7pPr>
            <a:lvl8pPr indent="-279400" lvl="7" marL="3657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8pPr>
            <a:lvl9pPr indent="-279400" lvl="8" marL="4114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9pPr>
          </a:lstStyle>
          <a:p/>
        </p:txBody>
      </p:sp>
      <p:sp>
        <p:nvSpPr>
          <p:cNvPr id="279" name="Google Shape;279;p42"/>
          <p:cNvSpPr txBox="1"/>
          <p:nvPr>
            <p:ph idx="28" type="body"/>
          </p:nvPr>
        </p:nvSpPr>
        <p:spPr>
          <a:xfrm>
            <a:off x="6296200" y="4577867"/>
            <a:ext cx="2644800" cy="572100"/>
          </a:xfrm>
          <a:prstGeom prst="rect">
            <a:avLst/>
          </a:prstGeom>
        </p:spPr>
        <p:txBody>
          <a:bodyPr anchorCtr="0" anchor="ctr" bIns="91425" lIns="91425" spcFirstLastPara="1" rIns="91425" wrap="square" tIns="91425">
            <a:noAutofit/>
          </a:bodyPr>
          <a:lstStyle>
            <a:lvl1pPr indent="-342900" lvl="0" marL="457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280" name="Google Shape;280;p42"/>
          <p:cNvSpPr txBox="1"/>
          <p:nvPr>
            <p:ph idx="29" type="body"/>
          </p:nvPr>
        </p:nvSpPr>
        <p:spPr>
          <a:xfrm>
            <a:off x="6296200" y="5149867"/>
            <a:ext cx="2644800" cy="357600"/>
          </a:xfrm>
          <a:prstGeom prst="rect">
            <a:avLst/>
          </a:prstGeom>
        </p:spPr>
        <p:txBody>
          <a:bodyPr anchorCtr="0" anchor="t" bIns="91425" lIns="91425" spcFirstLastPara="1" rIns="91425" wrap="square" tIns="91425">
            <a:noAutofit/>
          </a:bodyPr>
          <a:lstStyle>
            <a:lvl1pPr indent="-292100" lvl="0" marL="457200">
              <a:lnSpc>
                <a:spcPct val="100000"/>
              </a:lnSpc>
              <a:spcBef>
                <a:spcPts val="0"/>
              </a:spcBef>
              <a:spcAft>
                <a:spcPts val="0"/>
              </a:spcAft>
              <a:buSzPts val="1000"/>
              <a:buChar char="●"/>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281" name="Google Shape;281;p42"/>
          <p:cNvSpPr txBox="1"/>
          <p:nvPr>
            <p:ph idx="30" type="body"/>
          </p:nvPr>
        </p:nvSpPr>
        <p:spPr>
          <a:xfrm>
            <a:off x="6296200" y="5507467"/>
            <a:ext cx="2644800" cy="357600"/>
          </a:xfrm>
          <a:prstGeom prst="rect">
            <a:avLst/>
          </a:prstGeom>
        </p:spPr>
        <p:txBody>
          <a:bodyPr anchorCtr="0" anchor="t" bIns="91425" lIns="91425" spcFirstLastPara="1" rIns="91425" wrap="square" tIns="91425">
            <a:noAutofit/>
          </a:bodyPr>
          <a:lstStyle>
            <a:lvl1pPr indent="-279400" lvl="0" marL="457200">
              <a:lnSpc>
                <a:spcPct val="100000"/>
              </a:lnSpc>
              <a:spcBef>
                <a:spcPts val="0"/>
              </a:spcBef>
              <a:spcAft>
                <a:spcPts val="0"/>
              </a:spcAft>
              <a:buSzPts val="800"/>
              <a:buChar char="●"/>
              <a:defRPr sz="800"/>
            </a:lvl1pPr>
            <a:lvl2pPr indent="-279400" lvl="1" marL="914400">
              <a:lnSpc>
                <a:spcPct val="100000"/>
              </a:lnSpc>
              <a:spcBef>
                <a:spcPts val="0"/>
              </a:spcBef>
              <a:spcAft>
                <a:spcPts val="0"/>
              </a:spcAft>
              <a:buSzPts val="800"/>
              <a:buFont typeface="DM Sans Medium"/>
              <a:buChar char="○"/>
              <a:defRPr>
                <a:latin typeface="DM Sans Medium"/>
                <a:ea typeface="DM Sans Medium"/>
                <a:cs typeface="DM Sans Medium"/>
                <a:sym typeface="DM Sans Medium"/>
              </a:defRPr>
            </a:lvl2pPr>
            <a:lvl3pPr indent="-279400" lvl="2" marL="1371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3pPr>
            <a:lvl4pPr indent="-279400" lvl="3" marL="1828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4pPr>
            <a:lvl5pPr indent="-279400" lvl="4" marL="22860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5pPr>
            <a:lvl6pPr indent="-279400" lvl="5" marL="27432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6pPr>
            <a:lvl7pPr indent="-279400" lvl="6" marL="32004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7pPr>
            <a:lvl8pPr indent="-279400" lvl="7" marL="3657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8pPr>
            <a:lvl9pPr indent="-279400" lvl="8" marL="4114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9pPr>
          </a:lstStyle>
          <a:p/>
        </p:txBody>
      </p:sp>
      <p:sp>
        <p:nvSpPr>
          <p:cNvPr id="282" name="Google Shape;282;p42"/>
          <p:cNvSpPr txBox="1"/>
          <p:nvPr>
            <p:ph idx="31" type="body"/>
          </p:nvPr>
        </p:nvSpPr>
        <p:spPr>
          <a:xfrm>
            <a:off x="196951" y="262300"/>
            <a:ext cx="1860600" cy="278700"/>
          </a:xfrm>
          <a:prstGeom prst="rect">
            <a:avLst/>
          </a:prstGeom>
        </p:spPr>
        <p:txBody>
          <a:bodyPr anchorCtr="0" anchor="ctr" bIns="91425" lIns="91425" spcFirstLastPara="1" rIns="91425" wrap="square" tIns="91425">
            <a:noAutofit/>
          </a:bodyPr>
          <a:lstStyle>
            <a:lvl1pPr indent="-279400" lvl="0" marL="457200">
              <a:spcBef>
                <a:spcPts val="0"/>
              </a:spcBef>
              <a:spcAft>
                <a:spcPts val="0"/>
              </a:spcAft>
              <a:buSzPts val="800"/>
              <a:buChar char="●"/>
              <a:defRPr sz="800"/>
            </a:lvl1pPr>
            <a:lvl2pPr indent="-279400" lvl="1" marL="914400">
              <a:spcBef>
                <a:spcPts val="0"/>
              </a:spcBef>
              <a:spcAft>
                <a:spcPts val="0"/>
              </a:spcAft>
              <a:buSzPts val="800"/>
              <a:buChar char="○"/>
              <a:defRPr/>
            </a:lvl2pPr>
            <a:lvl3pPr indent="-279400" lvl="2" marL="1371600">
              <a:spcBef>
                <a:spcPts val="0"/>
              </a:spcBef>
              <a:spcAft>
                <a:spcPts val="0"/>
              </a:spcAft>
              <a:buSzPts val="800"/>
              <a:buChar char="■"/>
              <a:defRPr sz="800"/>
            </a:lvl3pPr>
            <a:lvl4pPr indent="-279400" lvl="3" marL="1828800">
              <a:spcBef>
                <a:spcPts val="0"/>
              </a:spcBef>
              <a:spcAft>
                <a:spcPts val="0"/>
              </a:spcAft>
              <a:buSzPts val="800"/>
              <a:buChar char="●"/>
              <a:defRPr sz="800"/>
            </a:lvl4pPr>
            <a:lvl5pPr indent="-279400" lvl="4" marL="2286000">
              <a:spcBef>
                <a:spcPts val="0"/>
              </a:spcBef>
              <a:spcAft>
                <a:spcPts val="0"/>
              </a:spcAft>
              <a:buSzPts val="800"/>
              <a:buChar char="○"/>
              <a:defRPr sz="800"/>
            </a:lvl5pPr>
            <a:lvl6pPr indent="-279400" lvl="5" marL="2743200">
              <a:spcBef>
                <a:spcPts val="0"/>
              </a:spcBef>
              <a:spcAft>
                <a:spcPts val="0"/>
              </a:spcAft>
              <a:buSzPts val="800"/>
              <a:buChar char="■"/>
              <a:defRPr sz="800"/>
            </a:lvl6pPr>
            <a:lvl7pPr indent="-279400" lvl="6" marL="3200400">
              <a:spcBef>
                <a:spcPts val="0"/>
              </a:spcBef>
              <a:spcAft>
                <a:spcPts val="0"/>
              </a:spcAft>
              <a:buSzPts val="800"/>
              <a:buChar char="●"/>
              <a:defRPr sz="800"/>
            </a:lvl7pPr>
            <a:lvl8pPr indent="-279400" lvl="7" marL="3657600">
              <a:spcBef>
                <a:spcPts val="0"/>
              </a:spcBef>
              <a:spcAft>
                <a:spcPts val="0"/>
              </a:spcAft>
              <a:buSzPts val="800"/>
              <a:buChar char="○"/>
              <a:defRPr sz="800"/>
            </a:lvl8pPr>
            <a:lvl9pPr indent="-279400" lvl="8" marL="4114800">
              <a:spcBef>
                <a:spcPts val="0"/>
              </a:spcBef>
              <a:spcAft>
                <a:spcPts val="0"/>
              </a:spcAft>
              <a:buSzPts val="800"/>
              <a:buChar char="■"/>
              <a:defRPr sz="800"/>
            </a:lvl9pPr>
          </a:lstStyle>
          <a:p/>
        </p:txBody>
      </p:sp>
      <p:sp>
        <p:nvSpPr>
          <p:cNvPr id="283" name="Google Shape;283;p42"/>
          <p:cNvSpPr txBox="1"/>
          <p:nvPr>
            <p:ph idx="32" type="body"/>
          </p:nvPr>
        </p:nvSpPr>
        <p:spPr>
          <a:xfrm>
            <a:off x="7087526" y="262300"/>
            <a:ext cx="1933500" cy="278700"/>
          </a:xfrm>
          <a:prstGeom prst="rect">
            <a:avLst/>
          </a:prstGeom>
        </p:spPr>
        <p:txBody>
          <a:bodyPr anchorCtr="0" anchor="ctr" bIns="91425" lIns="91425" spcFirstLastPara="1" rIns="91425" wrap="square" tIns="91425">
            <a:noAutofit/>
          </a:bodyPr>
          <a:lstStyle>
            <a:lvl1pPr indent="-279400" lvl="0" marL="457200" algn="r">
              <a:spcBef>
                <a:spcPts val="0"/>
              </a:spcBef>
              <a:spcAft>
                <a:spcPts val="0"/>
              </a:spcAft>
              <a:buSzPts val="800"/>
              <a:buChar char="●"/>
              <a:defRPr sz="800"/>
            </a:lvl1pPr>
            <a:lvl2pPr indent="-279400" lvl="1" marL="914400" algn="r">
              <a:spcBef>
                <a:spcPts val="0"/>
              </a:spcBef>
              <a:spcAft>
                <a:spcPts val="0"/>
              </a:spcAft>
              <a:buSzPts val="800"/>
              <a:buChar char="○"/>
              <a:defRPr/>
            </a:lvl2pPr>
            <a:lvl3pPr indent="-279400" lvl="2" marL="1371600" algn="r">
              <a:spcBef>
                <a:spcPts val="0"/>
              </a:spcBef>
              <a:spcAft>
                <a:spcPts val="0"/>
              </a:spcAft>
              <a:buSzPts val="800"/>
              <a:buChar char="■"/>
              <a:defRPr sz="800"/>
            </a:lvl3pPr>
            <a:lvl4pPr indent="-279400" lvl="3" marL="1828800" algn="r">
              <a:spcBef>
                <a:spcPts val="0"/>
              </a:spcBef>
              <a:spcAft>
                <a:spcPts val="0"/>
              </a:spcAft>
              <a:buSzPts val="800"/>
              <a:buChar char="●"/>
              <a:defRPr sz="800"/>
            </a:lvl4pPr>
            <a:lvl5pPr indent="-279400" lvl="4" marL="2286000" algn="r">
              <a:spcBef>
                <a:spcPts val="0"/>
              </a:spcBef>
              <a:spcAft>
                <a:spcPts val="0"/>
              </a:spcAft>
              <a:buSzPts val="800"/>
              <a:buChar char="○"/>
              <a:defRPr sz="800"/>
            </a:lvl5pPr>
            <a:lvl6pPr indent="-279400" lvl="5" marL="2743200" algn="r">
              <a:spcBef>
                <a:spcPts val="0"/>
              </a:spcBef>
              <a:spcAft>
                <a:spcPts val="0"/>
              </a:spcAft>
              <a:buSzPts val="800"/>
              <a:buChar char="■"/>
              <a:defRPr sz="800"/>
            </a:lvl6pPr>
            <a:lvl7pPr indent="-279400" lvl="6" marL="3200400" algn="r">
              <a:spcBef>
                <a:spcPts val="0"/>
              </a:spcBef>
              <a:spcAft>
                <a:spcPts val="0"/>
              </a:spcAft>
              <a:buSzPts val="800"/>
              <a:buChar char="●"/>
              <a:defRPr sz="800"/>
            </a:lvl7pPr>
            <a:lvl8pPr indent="-279400" lvl="7" marL="3657600" algn="r">
              <a:spcBef>
                <a:spcPts val="0"/>
              </a:spcBef>
              <a:spcAft>
                <a:spcPts val="0"/>
              </a:spcAft>
              <a:buSzPts val="800"/>
              <a:buChar char="○"/>
              <a:defRPr sz="800"/>
            </a:lvl8pPr>
            <a:lvl9pPr indent="-279400" lvl="8" marL="4114800" algn="r">
              <a:spcBef>
                <a:spcPts val="0"/>
              </a:spcBef>
              <a:spcAft>
                <a:spcPts val="0"/>
              </a:spcAft>
              <a:buSzPts val="800"/>
              <a:buChar char="■"/>
              <a:defRPr sz="800"/>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blank">
  <p:cSld name="CUSTOM">
    <p:spTree>
      <p:nvGrpSpPr>
        <p:cNvPr id="284" name="Shape 284"/>
        <p:cNvGrpSpPr/>
        <p:nvPr/>
      </p:nvGrpSpPr>
      <p:grpSpPr>
        <a:xfrm>
          <a:off x="0" y="0"/>
          <a:ext cx="0" cy="0"/>
          <a:chOff x="0" y="0"/>
          <a:chExt cx="0" cy="0"/>
        </a:xfrm>
      </p:grpSpPr>
      <p:sp>
        <p:nvSpPr>
          <p:cNvPr id="285" name="Google Shape;285;p43"/>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
        <p:nvSpPr>
          <p:cNvPr id="286" name="Google Shape;286;p43"/>
          <p:cNvSpPr txBox="1"/>
          <p:nvPr>
            <p:ph idx="1" type="body"/>
          </p:nvPr>
        </p:nvSpPr>
        <p:spPr>
          <a:xfrm>
            <a:off x="196951" y="262300"/>
            <a:ext cx="1860300" cy="278700"/>
          </a:xfrm>
          <a:prstGeom prst="rect">
            <a:avLst/>
          </a:prstGeom>
        </p:spPr>
        <p:txBody>
          <a:bodyPr anchorCtr="0" anchor="ctr" bIns="91425" lIns="91425" spcFirstLastPara="1" rIns="91425" wrap="square" tIns="91425">
            <a:noAutofit/>
          </a:bodyPr>
          <a:lstStyle>
            <a:lvl1pPr indent="-279400" lvl="0" marL="457200">
              <a:spcBef>
                <a:spcPts val="0"/>
              </a:spcBef>
              <a:spcAft>
                <a:spcPts val="0"/>
              </a:spcAft>
              <a:buClr>
                <a:schemeClr val="dk1"/>
              </a:buClr>
              <a:buSzPts val="800"/>
              <a:buChar char="●"/>
              <a:defRPr sz="800">
                <a:solidFill>
                  <a:schemeClr val="dk1"/>
                </a:solidFill>
              </a:defRPr>
            </a:lvl1pPr>
            <a:lvl2pPr indent="-279400" lvl="1" marL="914400">
              <a:spcBef>
                <a:spcPts val="0"/>
              </a:spcBef>
              <a:spcAft>
                <a:spcPts val="0"/>
              </a:spcAft>
              <a:buClr>
                <a:schemeClr val="dk1"/>
              </a:buClr>
              <a:buSzPts val="800"/>
              <a:buChar char="○"/>
              <a:defRPr>
                <a:solidFill>
                  <a:schemeClr val="dk1"/>
                </a:solidFill>
              </a:defRPr>
            </a:lvl2pPr>
            <a:lvl3pPr indent="-279400" lvl="2" marL="1371600">
              <a:spcBef>
                <a:spcPts val="0"/>
              </a:spcBef>
              <a:spcAft>
                <a:spcPts val="0"/>
              </a:spcAft>
              <a:buClr>
                <a:schemeClr val="dk1"/>
              </a:buClr>
              <a:buSzPts val="800"/>
              <a:buChar char="■"/>
              <a:defRPr sz="800">
                <a:solidFill>
                  <a:schemeClr val="dk1"/>
                </a:solidFill>
              </a:defRPr>
            </a:lvl3pPr>
            <a:lvl4pPr indent="-279400" lvl="3" marL="1828800">
              <a:spcBef>
                <a:spcPts val="0"/>
              </a:spcBef>
              <a:spcAft>
                <a:spcPts val="0"/>
              </a:spcAft>
              <a:buClr>
                <a:schemeClr val="dk1"/>
              </a:buClr>
              <a:buSzPts val="800"/>
              <a:buChar char="●"/>
              <a:defRPr sz="800">
                <a:solidFill>
                  <a:schemeClr val="dk1"/>
                </a:solidFill>
              </a:defRPr>
            </a:lvl4pPr>
            <a:lvl5pPr indent="-279400" lvl="4" marL="2286000">
              <a:spcBef>
                <a:spcPts val="0"/>
              </a:spcBef>
              <a:spcAft>
                <a:spcPts val="0"/>
              </a:spcAft>
              <a:buClr>
                <a:schemeClr val="dk1"/>
              </a:buClr>
              <a:buSzPts val="800"/>
              <a:buChar char="○"/>
              <a:defRPr sz="800">
                <a:solidFill>
                  <a:schemeClr val="dk1"/>
                </a:solidFill>
              </a:defRPr>
            </a:lvl5pPr>
            <a:lvl6pPr indent="-279400" lvl="5" marL="2743200">
              <a:spcBef>
                <a:spcPts val="0"/>
              </a:spcBef>
              <a:spcAft>
                <a:spcPts val="0"/>
              </a:spcAft>
              <a:buClr>
                <a:schemeClr val="dk1"/>
              </a:buClr>
              <a:buSzPts val="800"/>
              <a:buChar char="■"/>
              <a:defRPr sz="800">
                <a:solidFill>
                  <a:schemeClr val="dk1"/>
                </a:solidFill>
              </a:defRPr>
            </a:lvl6pPr>
            <a:lvl7pPr indent="-279400" lvl="6" marL="3200400">
              <a:spcBef>
                <a:spcPts val="0"/>
              </a:spcBef>
              <a:spcAft>
                <a:spcPts val="0"/>
              </a:spcAft>
              <a:buClr>
                <a:schemeClr val="dk1"/>
              </a:buClr>
              <a:buSzPts val="800"/>
              <a:buChar char="●"/>
              <a:defRPr sz="800">
                <a:solidFill>
                  <a:schemeClr val="dk1"/>
                </a:solidFill>
              </a:defRPr>
            </a:lvl7pPr>
            <a:lvl8pPr indent="-279400" lvl="7" marL="3657600">
              <a:spcBef>
                <a:spcPts val="0"/>
              </a:spcBef>
              <a:spcAft>
                <a:spcPts val="0"/>
              </a:spcAft>
              <a:buClr>
                <a:schemeClr val="dk1"/>
              </a:buClr>
              <a:buSzPts val="800"/>
              <a:buChar char="○"/>
              <a:defRPr sz="800">
                <a:solidFill>
                  <a:schemeClr val="dk1"/>
                </a:solidFill>
              </a:defRPr>
            </a:lvl8pPr>
            <a:lvl9pPr indent="-279400" lvl="8" marL="4114800">
              <a:spcBef>
                <a:spcPts val="0"/>
              </a:spcBef>
              <a:spcAft>
                <a:spcPts val="0"/>
              </a:spcAft>
              <a:buClr>
                <a:schemeClr val="dk1"/>
              </a:buClr>
              <a:buSzPts val="800"/>
              <a:buChar char="■"/>
              <a:defRPr sz="800">
                <a:solidFill>
                  <a:schemeClr val="dk1"/>
                </a:solidFill>
              </a:defRPr>
            </a:lvl9pPr>
          </a:lstStyle>
          <a:p/>
        </p:txBody>
      </p:sp>
      <p:sp>
        <p:nvSpPr>
          <p:cNvPr id="287" name="Google Shape;287;p43"/>
          <p:cNvSpPr txBox="1"/>
          <p:nvPr>
            <p:ph idx="2" type="body"/>
          </p:nvPr>
        </p:nvSpPr>
        <p:spPr>
          <a:xfrm>
            <a:off x="7087526" y="262300"/>
            <a:ext cx="1933500" cy="278700"/>
          </a:xfrm>
          <a:prstGeom prst="rect">
            <a:avLst/>
          </a:prstGeom>
        </p:spPr>
        <p:txBody>
          <a:bodyPr anchorCtr="0" anchor="ctr" bIns="91425" lIns="91425" spcFirstLastPara="1" rIns="91425" wrap="square" tIns="91425">
            <a:noAutofit/>
          </a:bodyPr>
          <a:lstStyle>
            <a:lvl1pPr indent="-279400" lvl="0" marL="457200" algn="r">
              <a:spcBef>
                <a:spcPts val="0"/>
              </a:spcBef>
              <a:spcAft>
                <a:spcPts val="0"/>
              </a:spcAft>
              <a:buClr>
                <a:schemeClr val="dk1"/>
              </a:buClr>
              <a:buSzPts val="800"/>
              <a:buChar char="●"/>
              <a:defRPr sz="800">
                <a:solidFill>
                  <a:schemeClr val="dk1"/>
                </a:solidFill>
              </a:defRPr>
            </a:lvl1pPr>
            <a:lvl2pPr indent="-279400" lvl="1" marL="914400" algn="r">
              <a:spcBef>
                <a:spcPts val="0"/>
              </a:spcBef>
              <a:spcAft>
                <a:spcPts val="0"/>
              </a:spcAft>
              <a:buClr>
                <a:schemeClr val="dk1"/>
              </a:buClr>
              <a:buSzPts val="800"/>
              <a:buChar char="○"/>
              <a:defRPr>
                <a:solidFill>
                  <a:schemeClr val="dk1"/>
                </a:solidFill>
              </a:defRPr>
            </a:lvl2pPr>
            <a:lvl3pPr indent="-279400" lvl="2" marL="1371600" algn="r">
              <a:spcBef>
                <a:spcPts val="0"/>
              </a:spcBef>
              <a:spcAft>
                <a:spcPts val="0"/>
              </a:spcAft>
              <a:buClr>
                <a:schemeClr val="dk1"/>
              </a:buClr>
              <a:buSzPts val="800"/>
              <a:buChar char="■"/>
              <a:defRPr sz="800">
                <a:solidFill>
                  <a:schemeClr val="dk1"/>
                </a:solidFill>
              </a:defRPr>
            </a:lvl3pPr>
            <a:lvl4pPr indent="-279400" lvl="3" marL="1828800" algn="r">
              <a:spcBef>
                <a:spcPts val="0"/>
              </a:spcBef>
              <a:spcAft>
                <a:spcPts val="0"/>
              </a:spcAft>
              <a:buClr>
                <a:schemeClr val="dk1"/>
              </a:buClr>
              <a:buSzPts val="800"/>
              <a:buChar char="●"/>
              <a:defRPr sz="800">
                <a:solidFill>
                  <a:schemeClr val="dk1"/>
                </a:solidFill>
              </a:defRPr>
            </a:lvl4pPr>
            <a:lvl5pPr indent="-279400" lvl="4" marL="2286000" algn="r">
              <a:spcBef>
                <a:spcPts val="0"/>
              </a:spcBef>
              <a:spcAft>
                <a:spcPts val="0"/>
              </a:spcAft>
              <a:buClr>
                <a:schemeClr val="dk1"/>
              </a:buClr>
              <a:buSzPts val="800"/>
              <a:buChar char="○"/>
              <a:defRPr sz="800">
                <a:solidFill>
                  <a:schemeClr val="dk1"/>
                </a:solidFill>
              </a:defRPr>
            </a:lvl5pPr>
            <a:lvl6pPr indent="-279400" lvl="5" marL="2743200" algn="r">
              <a:spcBef>
                <a:spcPts val="0"/>
              </a:spcBef>
              <a:spcAft>
                <a:spcPts val="0"/>
              </a:spcAft>
              <a:buClr>
                <a:schemeClr val="dk1"/>
              </a:buClr>
              <a:buSzPts val="800"/>
              <a:buChar char="■"/>
              <a:defRPr sz="800">
                <a:solidFill>
                  <a:schemeClr val="dk1"/>
                </a:solidFill>
              </a:defRPr>
            </a:lvl6pPr>
            <a:lvl7pPr indent="-279400" lvl="6" marL="3200400" algn="r">
              <a:spcBef>
                <a:spcPts val="0"/>
              </a:spcBef>
              <a:spcAft>
                <a:spcPts val="0"/>
              </a:spcAft>
              <a:buClr>
                <a:schemeClr val="dk1"/>
              </a:buClr>
              <a:buSzPts val="800"/>
              <a:buChar char="●"/>
              <a:defRPr sz="800">
                <a:solidFill>
                  <a:schemeClr val="dk1"/>
                </a:solidFill>
              </a:defRPr>
            </a:lvl7pPr>
            <a:lvl8pPr indent="-279400" lvl="7" marL="3657600" algn="r">
              <a:spcBef>
                <a:spcPts val="0"/>
              </a:spcBef>
              <a:spcAft>
                <a:spcPts val="0"/>
              </a:spcAft>
              <a:buClr>
                <a:schemeClr val="dk1"/>
              </a:buClr>
              <a:buSzPts val="800"/>
              <a:buChar char="○"/>
              <a:defRPr sz="800">
                <a:solidFill>
                  <a:schemeClr val="dk1"/>
                </a:solidFill>
              </a:defRPr>
            </a:lvl8pPr>
            <a:lvl9pPr indent="-279400" lvl="8" marL="4114800" algn="r">
              <a:spcBef>
                <a:spcPts val="0"/>
              </a:spcBef>
              <a:spcAft>
                <a:spcPts val="0"/>
              </a:spcAft>
              <a:buClr>
                <a:schemeClr val="dk1"/>
              </a:buClr>
              <a:buSzPts val="800"/>
              <a:buChar char="■"/>
              <a:defRPr sz="800">
                <a:solidFill>
                  <a:schemeClr val="dk1"/>
                </a:solidFill>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20" Type="http://schemas.openxmlformats.org/officeDocument/2006/relationships/slideLayout" Target="../slideLayouts/slideLayout31.xml"/><Relationship Id="rId22" Type="http://schemas.openxmlformats.org/officeDocument/2006/relationships/slideLayout" Target="../slideLayouts/slideLayout33.xml"/><Relationship Id="rId21" Type="http://schemas.openxmlformats.org/officeDocument/2006/relationships/slideLayout" Target="../slideLayouts/slideLayout32.xml"/><Relationship Id="rId24" Type="http://schemas.openxmlformats.org/officeDocument/2006/relationships/slideLayout" Target="../slideLayouts/slideLayout35.xml"/><Relationship Id="rId23" Type="http://schemas.openxmlformats.org/officeDocument/2006/relationships/slideLayout" Target="../slideLayouts/slideLayout34.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26" Type="http://schemas.openxmlformats.org/officeDocument/2006/relationships/slideLayout" Target="../slideLayouts/slideLayout37.xml"/><Relationship Id="rId25" Type="http://schemas.openxmlformats.org/officeDocument/2006/relationships/slideLayout" Target="../slideLayouts/slideLayout36.xml"/><Relationship Id="rId28" Type="http://schemas.openxmlformats.org/officeDocument/2006/relationships/slideLayout" Target="../slideLayouts/slideLayout39.xml"/><Relationship Id="rId27" Type="http://schemas.openxmlformats.org/officeDocument/2006/relationships/slideLayout" Target="../slideLayouts/slideLayout38.xml"/><Relationship Id="rId5" Type="http://schemas.openxmlformats.org/officeDocument/2006/relationships/slideLayout" Target="../slideLayouts/slideLayout16.xml"/><Relationship Id="rId6" Type="http://schemas.openxmlformats.org/officeDocument/2006/relationships/slideLayout" Target="../slideLayouts/slideLayout17.xml"/><Relationship Id="rId29" Type="http://schemas.openxmlformats.org/officeDocument/2006/relationships/slideLayout" Target="../slideLayouts/slideLayout40.xml"/><Relationship Id="rId7" Type="http://schemas.openxmlformats.org/officeDocument/2006/relationships/slideLayout" Target="../slideLayouts/slideLayout18.xml"/><Relationship Id="rId8" Type="http://schemas.openxmlformats.org/officeDocument/2006/relationships/slideLayout" Target="../slideLayouts/slideLayout19.xml"/><Relationship Id="rId31" Type="http://schemas.openxmlformats.org/officeDocument/2006/relationships/theme" Target="../theme/theme3.xml"/><Relationship Id="rId30" Type="http://schemas.openxmlformats.org/officeDocument/2006/relationships/slideLayout" Target="../slideLayouts/slideLayout41.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3" Type="http://schemas.openxmlformats.org/officeDocument/2006/relationships/slideLayout" Target="../slideLayouts/slideLayout24.xml"/><Relationship Id="rId12" Type="http://schemas.openxmlformats.org/officeDocument/2006/relationships/slideLayout" Target="../slideLayouts/slideLayout23.xml"/><Relationship Id="rId15" Type="http://schemas.openxmlformats.org/officeDocument/2006/relationships/slideLayout" Target="../slideLayouts/slideLayout26.xml"/><Relationship Id="rId14" Type="http://schemas.openxmlformats.org/officeDocument/2006/relationships/slideLayout" Target="../slideLayouts/slideLayout25.xml"/><Relationship Id="rId17" Type="http://schemas.openxmlformats.org/officeDocument/2006/relationships/slideLayout" Target="../slideLayouts/slideLayout28.xml"/><Relationship Id="rId16" Type="http://schemas.openxmlformats.org/officeDocument/2006/relationships/slideLayout" Target="../slideLayouts/slideLayout27.xml"/><Relationship Id="rId19" Type="http://schemas.openxmlformats.org/officeDocument/2006/relationships/slideLayout" Target="../slideLayouts/slideLayout30.xml"/><Relationship Id="rId18" Type="http://schemas.openxmlformats.org/officeDocument/2006/relationships/slideLayout" Target="../slideLayouts/slideLayout2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80" name="Shape 80"/>
        <p:cNvGrpSpPr/>
        <p:nvPr/>
      </p:nvGrpSpPr>
      <p:grpSpPr>
        <a:xfrm>
          <a:off x="0" y="0"/>
          <a:ext cx="0" cy="0"/>
          <a:chOff x="0" y="0"/>
          <a:chExt cx="0" cy="0"/>
        </a:xfrm>
      </p:grpSpPr>
      <p:sp>
        <p:nvSpPr>
          <p:cNvPr id="81" name="Google Shape;81;p13"/>
          <p:cNvSpPr txBox="1"/>
          <p:nvPr>
            <p:ph type="title"/>
          </p:nvPr>
        </p:nvSpPr>
        <p:spPr>
          <a:xfrm>
            <a:off x="311700" y="593367"/>
            <a:ext cx="8520600" cy="763500"/>
          </a:xfrm>
          <a:prstGeom prst="rect">
            <a:avLst/>
          </a:prstGeom>
          <a:noFill/>
          <a:ln>
            <a:noFill/>
          </a:ln>
        </p:spPr>
        <p:txBody>
          <a:bodyPr anchorCtr="0" anchor="t" bIns="91425" lIns="91425" spcFirstLastPara="1" rIns="91425" wrap="square" tIns="91425">
            <a:normAutofit/>
          </a:bodyPr>
          <a:lstStyle>
            <a:lvl1pPr lvl="0">
              <a:lnSpc>
                <a:spcPct val="90000"/>
              </a:lnSpc>
              <a:spcBef>
                <a:spcPts val="0"/>
              </a:spcBef>
              <a:spcAft>
                <a:spcPts val="0"/>
              </a:spcAft>
              <a:buClr>
                <a:schemeClr val="dk1"/>
              </a:buClr>
              <a:buSzPts val="3450"/>
              <a:buFont typeface="Merriweather"/>
              <a:buNone/>
              <a:defRPr b="1" sz="3450">
                <a:solidFill>
                  <a:schemeClr val="dk1"/>
                </a:solidFill>
                <a:latin typeface="Merriweather"/>
                <a:ea typeface="Merriweather"/>
                <a:cs typeface="Merriweather"/>
                <a:sym typeface="Merriweather"/>
              </a:defRPr>
            </a:lvl1pPr>
            <a:lvl2pPr lvl="1">
              <a:lnSpc>
                <a:spcPct val="90000"/>
              </a:lnSpc>
              <a:spcBef>
                <a:spcPts val="0"/>
              </a:spcBef>
              <a:spcAft>
                <a:spcPts val="0"/>
              </a:spcAft>
              <a:buClr>
                <a:schemeClr val="dk1"/>
              </a:buClr>
              <a:buSzPts val="3450"/>
              <a:buFont typeface="Merriweather"/>
              <a:buNone/>
              <a:defRPr b="1" sz="3450">
                <a:solidFill>
                  <a:schemeClr val="dk1"/>
                </a:solidFill>
                <a:latin typeface="Merriweather"/>
                <a:ea typeface="Merriweather"/>
                <a:cs typeface="Merriweather"/>
                <a:sym typeface="Merriweather"/>
              </a:defRPr>
            </a:lvl2pPr>
            <a:lvl3pPr lvl="2">
              <a:lnSpc>
                <a:spcPct val="90000"/>
              </a:lnSpc>
              <a:spcBef>
                <a:spcPts val="0"/>
              </a:spcBef>
              <a:spcAft>
                <a:spcPts val="0"/>
              </a:spcAft>
              <a:buClr>
                <a:schemeClr val="dk1"/>
              </a:buClr>
              <a:buSzPts val="3450"/>
              <a:buFont typeface="Merriweather"/>
              <a:buNone/>
              <a:defRPr b="1" sz="3450">
                <a:solidFill>
                  <a:schemeClr val="dk1"/>
                </a:solidFill>
                <a:latin typeface="Merriweather"/>
                <a:ea typeface="Merriweather"/>
                <a:cs typeface="Merriweather"/>
                <a:sym typeface="Merriweather"/>
              </a:defRPr>
            </a:lvl3pPr>
            <a:lvl4pPr lvl="3">
              <a:lnSpc>
                <a:spcPct val="90000"/>
              </a:lnSpc>
              <a:spcBef>
                <a:spcPts val="0"/>
              </a:spcBef>
              <a:spcAft>
                <a:spcPts val="0"/>
              </a:spcAft>
              <a:buClr>
                <a:schemeClr val="dk1"/>
              </a:buClr>
              <a:buSzPts val="3450"/>
              <a:buFont typeface="Merriweather"/>
              <a:buNone/>
              <a:defRPr b="1" sz="3450">
                <a:solidFill>
                  <a:schemeClr val="dk1"/>
                </a:solidFill>
                <a:latin typeface="Merriweather"/>
                <a:ea typeface="Merriweather"/>
                <a:cs typeface="Merriweather"/>
                <a:sym typeface="Merriweather"/>
              </a:defRPr>
            </a:lvl4pPr>
            <a:lvl5pPr lvl="4">
              <a:lnSpc>
                <a:spcPct val="90000"/>
              </a:lnSpc>
              <a:spcBef>
                <a:spcPts val="0"/>
              </a:spcBef>
              <a:spcAft>
                <a:spcPts val="0"/>
              </a:spcAft>
              <a:buClr>
                <a:schemeClr val="dk1"/>
              </a:buClr>
              <a:buSzPts val="3450"/>
              <a:buFont typeface="Merriweather"/>
              <a:buNone/>
              <a:defRPr b="1" sz="3450">
                <a:solidFill>
                  <a:schemeClr val="dk1"/>
                </a:solidFill>
                <a:latin typeface="Merriweather"/>
                <a:ea typeface="Merriweather"/>
                <a:cs typeface="Merriweather"/>
                <a:sym typeface="Merriweather"/>
              </a:defRPr>
            </a:lvl5pPr>
            <a:lvl6pPr lvl="5">
              <a:lnSpc>
                <a:spcPct val="90000"/>
              </a:lnSpc>
              <a:spcBef>
                <a:spcPts val="0"/>
              </a:spcBef>
              <a:spcAft>
                <a:spcPts val="0"/>
              </a:spcAft>
              <a:buClr>
                <a:schemeClr val="dk1"/>
              </a:buClr>
              <a:buSzPts val="3450"/>
              <a:buFont typeface="Merriweather"/>
              <a:buNone/>
              <a:defRPr b="1" sz="3450">
                <a:solidFill>
                  <a:schemeClr val="dk1"/>
                </a:solidFill>
                <a:latin typeface="Merriweather"/>
                <a:ea typeface="Merriweather"/>
                <a:cs typeface="Merriweather"/>
                <a:sym typeface="Merriweather"/>
              </a:defRPr>
            </a:lvl6pPr>
            <a:lvl7pPr lvl="6">
              <a:lnSpc>
                <a:spcPct val="90000"/>
              </a:lnSpc>
              <a:spcBef>
                <a:spcPts val="0"/>
              </a:spcBef>
              <a:spcAft>
                <a:spcPts val="0"/>
              </a:spcAft>
              <a:buClr>
                <a:schemeClr val="dk1"/>
              </a:buClr>
              <a:buSzPts val="3450"/>
              <a:buFont typeface="Merriweather"/>
              <a:buNone/>
              <a:defRPr b="1" sz="3450">
                <a:solidFill>
                  <a:schemeClr val="dk1"/>
                </a:solidFill>
                <a:latin typeface="Merriweather"/>
                <a:ea typeface="Merriweather"/>
                <a:cs typeface="Merriweather"/>
                <a:sym typeface="Merriweather"/>
              </a:defRPr>
            </a:lvl7pPr>
            <a:lvl8pPr lvl="7">
              <a:lnSpc>
                <a:spcPct val="90000"/>
              </a:lnSpc>
              <a:spcBef>
                <a:spcPts val="0"/>
              </a:spcBef>
              <a:spcAft>
                <a:spcPts val="0"/>
              </a:spcAft>
              <a:buClr>
                <a:schemeClr val="dk1"/>
              </a:buClr>
              <a:buSzPts val="3450"/>
              <a:buFont typeface="Merriweather"/>
              <a:buNone/>
              <a:defRPr b="1" sz="3450">
                <a:solidFill>
                  <a:schemeClr val="dk1"/>
                </a:solidFill>
                <a:latin typeface="Merriweather"/>
                <a:ea typeface="Merriweather"/>
                <a:cs typeface="Merriweather"/>
                <a:sym typeface="Merriweather"/>
              </a:defRPr>
            </a:lvl8pPr>
            <a:lvl9pPr lvl="8">
              <a:lnSpc>
                <a:spcPct val="90000"/>
              </a:lnSpc>
              <a:spcBef>
                <a:spcPts val="0"/>
              </a:spcBef>
              <a:spcAft>
                <a:spcPts val="0"/>
              </a:spcAft>
              <a:buClr>
                <a:schemeClr val="dk1"/>
              </a:buClr>
              <a:buSzPts val="3450"/>
              <a:buFont typeface="Merriweather"/>
              <a:buNone/>
              <a:defRPr b="1" sz="3450">
                <a:solidFill>
                  <a:schemeClr val="dk1"/>
                </a:solidFill>
                <a:latin typeface="Merriweather"/>
                <a:ea typeface="Merriweather"/>
                <a:cs typeface="Merriweather"/>
                <a:sym typeface="Merriweather"/>
              </a:defRPr>
            </a:lvl9pPr>
          </a:lstStyle>
          <a:p/>
        </p:txBody>
      </p:sp>
      <p:sp>
        <p:nvSpPr>
          <p:cNvPr id="82" name="Google Shape;82;p13"/>
          <p:cNvSpPr txBox="1"/>
          <p:nvPr>
            <p:ph idx="1" type="body"/>
          </p:nvPr>
        </p:nvSpPr>
        <p:spPr>
          <a:xfrm>
            <a:off x="311700" y="1536633"/>
            <a:ext cx="8520600" cy="2346900"/>
          </a:xfrm>
          <a:prstGeom prst="rect">
            <a:avLst/>
          </a:prstGeom>
          <a:noFill/>
          <a:ln>
            <a:noFill/>
          </a:ln>
        </p:spPr>
        <p:txBody>
          <a:bodyPr anchorCtr="0" anchor="t" bIns="91425" lIns="91425" spcFirstLastPara="1" rIns="91425" wrap="square" tIns="91425">
            <a:normAutofit/>
          </a:bodyPr>
          <a:lstStyle>
            <a:lvl1pPr indent="-292100" lvl="0" marL="457200">
              <a:lnSpc>
                <a:spcPct val="115000"/>
              </a:lnSpc>
              <a:spcBef>
                <a:spcPts val="0"/>
              </a:spcBef>
              <a:spcAft>
                <a:spcPts val="0"/>
              </a:spcAft>
              <a:buClr>
                <a:schemeClr val="dk2"/>
              </a:buClr>
              <a:buSzPts val="1000"/>
              <a:buFont typeface="DM Sans"/>
              <a:buChar char="●"/>
              <a:defRPr sz="1000">
                <a:solidFill>
                  <a:schemeClr val="dk2"/>
                </a:solidFill>
                <a:latin typeface="DM Sans"/>
                <a:ea typeface="DM Sans"/>
                <a:cs typeface="DM Sans"/>
                <a:sym typeface="DM Sans"/>
              </a:defRPr>
            </a:lvl1pPr>
            <a:lvl2pPr indent="-279400" lvl="1" marL="914400">
              <a:lnSpc>
                <a:spcPct val="115000"/>
              </a:lnSpc>
              <a:spcBef>
                <a:spcPts val="0"/>
              </a:spcBef>
              <a:spcAft>
                <a:spcPts val="0"/>
              </a:spcAft>
              <a:buClr>
                <a:schemeClr val="dk2"/>
              </a:buClr>
              <a:buSzPts val="800"/>
              <a:buFont typeface="DM Sans"/>
              <a:buChar char="○"/>
              <a:defRPr sz="800">
                <a:solidFill>
                  <a:schemeClr val="dk2"/>
                </a:solidFill>
                <a:latin typeface="DM Sans"/>
                <a:ea typeface="DM Sans"/>
                <a:cs typeface="DM Sans"/>
                <a:sym typeface="DM Sans"/>
              </a:defRPr>
            </a:lvl2pPr>
            <a:lvl3pPr indent="-292100" lvl="2" marL="1371600">
              <a:lnSpc>
                <a:spcPct val="115000"/>
              </a:lnSpc>
              <a:spcBef>
                <a:spcPts val="0"/>
              </a:spcBef>
              <a:spcAft>
                <a:spcPts val="0"/>
              </a:spcAft>
              <a:buClr>
                <a:schemeClr val="dk2"/>
              </a:buClr>
              <a:buSzPts val="1000"/>
              <a:buFont typeface="DM Sans"/>
              <a:buChar char="■"/>
              <a:defRPr sz="1000">
                <a:solidFill>
                  <a:schemeClr val="dk2"/>
                </a:solidFill>
                <a:latin typeface="DM Sans"/>
                <a:ea typeface="DM Sans"/>
                <a:cs typeface="DM Sans"/>
                <a:sym typeface="DM Sans"/>
              </a:defRPr>
            </a:lvl3pPr>
            <a:lvl4pPr indent="-292100" lvl="3" marL="1828800">
              <a:lnSpc>
                <a:spcPct val="115000"/>
              </a:lnSpc>
              <a:spcBef>
                <a:spcPts val="0"/>
              </a:spcBef>
              <a:spcAft>
                <a:spcPts val="0"/>
              </a:spcAft>
              <a:buClr>
                <a:schemeClr val="dk2"/>
              </a:buClr>
              <a:buSzPts val="1000"/>
              <a:buFont typeface="DM Sans"/>
              <a:buChar char="●"/>
              <a:defRPr sz="1000">
                <a:solidFill>
                  <a:schemeClr val="dk2"/>
                </a:solidFill>
                <a:latin typeface="DM Sans"/>
                <a:ea typeface="DM Sans"/>
                <a:cs typeface="DM Sans"/>
                <a:sym typeface="DM Sans"/>
              </a:defRPr>
            </a:lvl4pPr>
            <a:lvl5pPr indent="-292100" lvl="4" marL="2286000">
              <a:lnSpc>
                <a:spcPct val="115000"/>
              </a:lnSpc>
              <a:spcBef>
                <a:spcPts val="0"/>
              </a:spcBef>
              <a:spcAft>
                <a:spcPts val="0"/>
              </a:spcAft>
              <a:buClr>
                <a:schemeClr val="dk2"/>
              </a:buClr>
              <a:buSzPts val="1000"/>
              <a:buFont typeface="DM Sans"/>
              <a:buChar char="○"/>
              <a:defRPr sz="1000">
                <a:solidFill>
                  <a:schemeClr val="dk2"/>
                </a:solidFill>
                <a:latin typeface="DM Sans"/>
                <a:ea typeface="DM Sans"/>
                <a:cs typeface="DM Sans"/>
                <a:sym typeface="DM Sans"/>
              </a:defRPr>
            </a:lvl5pPr>
            <a:lvl6pPr indent="-292100" lvl="5" marL="2743200">
              <a:lnSpc>
                <a:spcPct val="115000"/>
              </a:lnSpc>
              <a:spcBef>
                <a:spcPts val="0"/>
              </a:spcBef>
              <a:spcAft>
                <a:spcPts val="0"/>
              </a:spcAft>
              <a:buClr>
                <a:schemeClr val="dk2"/>
              </a:buClr>
              <a:buSzPts val="1000"/>
              <a:buFont typeface="DM Sans"/>
              <a:buChar char="■"/>
              <a:defRPr sz="1000">
                <a:solidFill>
                  <a:schemeClr val="dk2"/>
                </a:solidFill>
                <a:latin typeface="DM Sans"/>
                <a:ea typeface="DM Sans"/>
                <a:cs typeface="DM Sans"/>
                <a:sym typeface="DM Sans"/>
              </a:defRPr>
            </a:lvl6pPr>
            <a:lvl7pPr indent="-292100" lvl="6" marL="3200400">
              <a:lnSpc>
                <a:spcPct val="115000"/>
              </a:lnSpc>
              <a:spcBef>
                <a:spcPts val="0"/>
              </a:spcBef>
              <a:spcAft>
                <a:spcPts val="0"/>
              </a:spcAft>
              <a:buClr>
                <a:schemeClr val="dk2"/>
              </a:buClr>
              <a:buSzPts val="1000"/>
              <a:buFont typeface="DM Sans"/>
              <a:buChar char="●"/>
              <a:defRPr sz="1000">
                <a:solidFill>
                  <a:schemeClr val="dk2"/>
                </a:solidFill>
                <a:latin typeface="DM Sans"/>
                <a:ea typeface="DM Sans"/>
                <a:cs typeface="DM Sans"/>
                <a:sym typeface="DM Sans"/>
              </a:defRPr>
            </a:lvl7pPr>
            <a:lvl8pPr indent="-292100" lvl="7" marL="3657600">
              <a:lnSpc>
                <a:spcPct val="115000"/>
              </a:lnSpc>
              <a:spcBef>
                <a:spcPts val="0"/>
              </a:spcBef>
              <a:spcAft>
                <a:spcPts val="0"/>
              </a:spcAft>
              <a:buClr>
                <a:schemeClr val="dk2"/>
              </a:buClr>
              <a:buSzPts val="1000"/>
              <a:buFont typeface="DM Sans"/>
              <a:buChar char="○"/>
              <a:defRPr sz="1000">
                <a:solidFill>
                  <a:schemeClr val="dk2"/>
                </a:solidFill>
                <a:latin typeface="DM Sans"/>
                <a:ea typeface="DM Sans"/>
                <a:cs typeface="DM Sans"/>
                <a:sym typeface="DM Sans"/>
              </a:defRPr>
            </a:lvl8pPr>
            <a:lvl9pPr indent="-292100" lvl="8" marL="4114800">
              <a:lnSpc>
                <a:spcPct val="115000"/>
              </a:lnSpc>
              <a:spcBef>
                <a:spcPts val="0"/>
              </a:spcBef>
              <a:spcAft>
                <a:spcPts val="0"/>
              </a:spcAft>
              <a:buClr>
                <a:schemeClr val="dk2"/>
              </a:buClr>
              <a:buSzPts val="1000"/>
              <a:buFont typeface="DM Sans"/>
              <a:buChar char="■"/>
              <a:defRPr sz="1000">
                <a:solidFill>
                  <a:schemeClr val="dk2"/>
                </a:solidFill>
                <a:latin typeface="DM Sans"/>
                <a:ea typeface="DM Sans"/>
                <a:cs typeface="DM Sans"/>
                <a:sym typeface="DM Sans"/>
              </a:defRPr>
            </a:lvl9pPr>
          </a:lstStyle>
          <a:p/>
        </p:txBody>
      </p:sp>
      <p:sp>
        <p:nvSpPr>
          <p:cNvPr id="83" name="Google Shape;83;p13"/>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rmAutofit/>
          </a:bodyPr>
          <a:lstStyle>
            <a:lvl1pPr lvl="0" algn="r">
              <a:buNone/>
              <a:defRPr sz="800">
                <a:solidFill>
                  <a:schemeClr val="dk1"/>
                </a:solidFill>
                <a:latin typeface="DM Sans"/>
                <a:ea typeface="DM Sans"/>
                <a:cs typeface="DM Sans"/>
                <a:sym typeface="DM Sans"/>
              </a:defRPr>
            </a:lvl1pPr>
            <a:lvl2pPr lvl="1" algn="r">
              <a:buNone/>
              <a:defRPr sz="800">
                <a:solidFill>
                  <a:schemeClr val="dk1"/>
                </a:solidFill>
                <a:latin typeface="DM Sans"/>
                <a:ea typeface="DM Sans"/>
                <a:cs typeface="DM Sans"/>
                <a:sym typeface="DM Sans"/>
              </a:defRPr>
            </a:lvl2pPr>
            <a:lvl3pPr lvl="2" algn="r">
              <a:buNone/>
              <a:defRPr sz="800">
                <a:solidFill>
                  <a:schemeClr val="dk1"/>
                </a:solidFill>
                <a:latin typeface="DM Sans"/>
                <a:ea typeface="DM Sans"/>
                <a:cs typeface="DM Sans"/>
                <a:sym typeface="DM Sans"/>
              </a:defRPr>
            </a:lvl3pPr>
            <a:lvl4pPr lvl="3" algn="r">
              <a:buNone/>
              <a:defRPr sz="800">
                <a:solidFill>
                  <a:schemeClr val="dk1"/>
                </a:solidFill>
                <a:latin typeface="DM Sans"/>
                <a:ea typeface="DM Sans"/>
                <a:cs typeface="DM Sans"/>
                <a:sym typeface="DM Sans"/>
              </a:defRPr>
            </a:lvl4pPr>
            <a:lvl5pPr lvl="4" algn="r">
              <a:buNone/>
              <a:defRPr sz="800">
                <a:solidFill>
                  <a:schemeClr val="dk1"/>
                </a:solidFill>
                <a:latin typeface="DM Sans"/>
                <a:ea typeface="DM Sans"/>
                <a:cs typeface="DM Sans"/>
                <a:sym typeface="DM Sans"/>
              </a:defRPr>
            </a:lvl5pPr>
            <a:lvl6pPr lvl="5" algn="r">
              <a:buNone/>
              <a:defRPr sz="800">
                <a:solidFill>
                  <a:schemeClr val="dk1"/>
                </a:solidFill>
                <a:latin typeface="DM Sans"/>
                <a:ea typeface="DM Sans"/>
                <a:cs typeface="DM Sans"/>
                <a:sym typeface="DM Sans"/>
              </a:defRPr>
            </a:lvl6pPr>
            <a:lvl7pPr lvl="6" algn="r">
              <a:buNone/>
              <a:defRPr sz="800">
                <a:solidFill>
                  <a:schemeClr val="dk1"/>
                </a:solidFill>
                <a:latin typeface="DM Sans"/>
                <a:ea typeface="DM Sans"/>
                <a:cs typeface="DM Sans"/>
                <a:sym typeface="DM Sans"/>
              </a:defRPr>
            </a:lvl7pPr>
            <a:lvl8pPr lvl="7" algn="r">
              <a:buNone/>
              <a:defRPr sz="800">
                <a:solidFill>
                  <a:schemeClr val="dk1"/>
                </a:solidFill>
                <a:latin typeface="DM Sans"/>
                <a:ea typeface="DM Sans"/>
                <a:cs typeface="DM Sans"/>
                <a:sym typeface="DM Sans"/>
              </a:defRPr>
            </a:lvl8pPr>
            <a:lvl9pPr lvl="8" algn="r">
              <a:buNone/>
              <a:defRPr sz="800">
                <a:solidFill>
                  <a:schemeClr val="dk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 id="2147483676" r:id="rId18"/>
    <p:sldLayoutId id="2147483677" r:id="rId19"/>
    <p:sldLayoutId id="2147483678" r:id="rId20"/>
    <p:sldLayoutId id="2147483679" r:id="rId21"/>
    <p:sldLayoutId id="2147483680" r:id="rId22"/>
    <p:sldLayoutId id="2147483681" r:id="rId23"/>
    <p:sldLayoutId id="2147483682" r:id="rId24"/>
    <p:sldLayoutId id="2147483683" r:id="rId25"/>
    <p:sldLayoutId id="2147483684" r:id="rId26"/>
    <p:sldLayoutId id="2147483685" r:id="rId27"/>
    <p:sldLayoutId id="2147483686" r:id="rId28"/>
    <p:sldLayoutId id="2147483687" r:id="rId29"/>
    <p:sldLayoutId id="2147483688" r:id="rId3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124">
          <p15:clr>
            <a:srgbClr val="E46962"/>
          </p15:clr>
        </p15:guide>
        <p15:guide id="2" orient="horz" pos="165">
          <p15:clr>
            <a:srgbClr val="E46962"/>
          </p15:clr>
        </p15:guide>
        <p15:guide id="3" pos="5636">
          <p15:clr>
            <a:srgbClr val="E46962"/>
          </p15:clr>
        </p15:guide>
        <p15:guide id="4" orient="horz" pos="4155">
          <p15:clr>
            <a:srgbClr val="E46962"/>
          </p15:clr>
        </p15:guide>
        <p15:guide id="5" pos="1296">
          <p15:clr>
            <a:srgbClr val="E46962"/>
          </p15:clr>
        </p15:guide>
        <p15:guide id="6" pos="4465">
          <p15:clr>
            <a:srgbClr val="E46962"/>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1.xml"/><Relationship Id="rId3" Type="http://schemas.openxmlformats.org/officeDocument/2006/relationships/image" Target="../media/image2.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5.xml"/><Relationship Id="rId3" Type="http://schemas.openxmlformats.org/officeDocument/2006/relationships/image" Target="../media/image1.png"/><Relationship Id="rId4" Type="http://schemas.openxmlformats.org/officeDocument/2006/relationships/hyperlink" Target="https://rpubs.com/JDO/1380807"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8.xml"/><Relationship Id="rId2" Type="http://schemas.openxmlformats.org/officeDocument/2006/relationships/notesSlide" Target="../notesSlides/notesSlide8.xml"/><Relationship Id="rId3" Type="http://schemas.openxmlformats.org/officeDocument/2006/relationships/image" Target="../media/image3.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p44"/>
          <p:cNvSpPr txBox="1"/>
          <p:nvPr>
            <p:ph idx="4" type="body"/>
          </p:nvPr>
        </p:nvSpPr>
        <p:spPr>
          <a:xfrm>
            <a:off x="8208751" y="262300"/>
            <a:ext cx="812400" cy="278700"/>
          </a:xfrm>
          <a:prstGeom prst="rect">
            <a:avLst/>
          </a:prstGeom>
        </p:spPr>
        <p:txBody>
          <a:bodyPr anchorCtr="0" anchor="ctr" bIns="91425" lIns="91425" spcFirstLastPara="1" rIns="91425" wrap="square" tIns="91425">
            <a:noAutofit/>
          </a:bodyPr>
          <a:lstStyle/>
          <a:p>
            <a:pPr indent="0" lvl="0" marL="0" rtl="0" algn="r">
              <a:spcBef>
                <a:spcPts val="0"/>
              </a:spcBef>
              <a:spcAft>
                <a:spcPts val="1200"/>
              </a:spcAft>
              <a:buNone/>
            </a:pPr>
            <a:r>
              <a:rPr lang="en-US"/>
              <a:t>FALL 2025</a:t>
            </a:r>
            <a:endParaRPr/>
          </a:p>
        </p:txBody>
      </p:sp>
      <p:sp>
        <p:nvSpPr>
          <p:cNvPr id="293" name="Google Shape;293;p44"/>
          <p:cNvSpPr txBox="1"/>
          <p:nvPr>
            <p:ph type="ctrTitle"/>
          </p:nvPr>
        </p:nvSpPr>
        <p:spPr>
          <a:xfrm>
            <a:off x="196950" y="298433"/>
            <a:ext cx="8011800" cy="2502900"/>
          </a:xfrm>
          <a:prstGeom prst="rect">
            <a:avLst/>
          </a:prstGeom>
        </p:spPr>
        <p:txBody>
          <a:bodyPr anchorCtr="0" anchor="t" bIns="91425" lIns="91425" spcFirstLastPara="1" rIns="91425" wrap="square" tIns="91425">
            <a:noAutofit/>
          </a:bodyPr>
          <a:lstStyle/>
          <a:p>
            <a:pPr indent="0" lvl="0" marL="0" rtl="0" algn="ctr">
              <a:lnSpc>
                <a:spcPct val="100000"/>
              </a:lnSpc>
              <a:spcBef>
                <a:spcPts val="0"/>
              </a:spcBef>
              <a:spcAft>
                <a:spcPts val="0"/>
              </a:spcAft>
              <a:buClr>
                <a:schemeClr val="hlink"/>
              </a:buClr>
              <a:buSzPts val="1100"/>
              <a:buFont typeface="Arial"/>
              <a:buNone/>
            </a:pPr>
            <a:r>
              <a:rPr lang="en-US" sz="5300">
                <a:highlight>
                  <a:schemeClr val="dk1"/>
                </a:highlight>
              </a:rPr>
              <a:t>Working with Web APIs in R</a:t>
            </a:r>
            <a:endParaRPr sz="6900">
              <a:highlight>
                <a:schemeClr val="dk1"/>
              </a:highlight>
            </a:endParaRPr>
          </a:p>
          <a:p>
            <a:pPr indent="0" lvl="0" marL="0" rtl="0" algn="l">
              <a:spcBef>
                <a:spcPts val="0"/>
              </a:spcBef>
              <a:spcAft>
                <a:spcPts val="0"/>
              </a:spcAft>
              <a:buNone/>
            </a:pPr>
            <a:r>
              <a:t/>
            </a:r>
            <a:endParaRPr/>
          </a:p>
        </p:txBody>
      </p:sp>
      <p:sp>
        <p:nvSpPr>
          <p:cNvPr id="294" name="Google Shape;294;p44"/>
          <p:cNvSpPr txBox="1"/>
          <p:nvPr>
            <p:ph idx="2" type="subTitle"/>
          </p:nvPr>
        </p:nvSpPr>
        <p:spPr>
          <a:xfrm>
            <a:off x="196950" y="2895000"/>
            <a:ext cx="3986700" cy="740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hlink"/>
              </a:buClr>
              <a:buSzPts val="1100"/>
              <a:buFont typeface="Arial"/>
              <a:buNone/>
            </a:pPr>
            <a:r>
              <a:rPr lang="en-US" sz="2300"/>
              <a:t>Turning Online Services into Data</a:t>
            </a:r>
            <a:endParaRPr sz="2300"/>
          </a:p>
          <a:p>
            <a:pPr indent="0" lvl="0" marL="0" rtl="0" algn="l">
              <a:spcBef>
                <a:spcPts val="640"/>
              </a:spcBef>
              <a:spcAft>
                <a:spcPts val="0"/>
              </a:spcAft>
              <a:buClr>
                <a:schemeClr val="hlink"/>
              </a:buClr>
              <a:buSzPts val="1100"/>
              <a:buFont typeface="Arial"/>
              <a:buNone/>
            </a:pPr>
            <a:r>
              <a:t/>
            </a:r>
            <a:endParaRPr sz="2300"/>
          </a:p>
          <a:p>
            <a:pPr indent="0" lvl="0" marL="0" rtl="0" algn="l">
              <a:spcBef>
                <a:spcPts val="640"/>
              </a:spcBef>
              <a:spcAft>
                <a:spcPts val="0"/>
              </a:spcAft>
              <a:buClr>
                <a:schemeClr val="hlink"/>
              </a:buClr>
              <a:buSzPts val="1100"/>
              <a:buFont typeface="Arial"/>
              <a:buNone/>
            </a:pPr>
            <a:r>
              <a:rPr lang="en-US" sz="2300"/>
              <a:t>João Oliveira</a:t>
            </a:r>
            <a:endParaRPr sz="2300"/>
          </a:p>
          <a:p>
            <a:pPr indent="0" lvl="0" marL="0" rtl="0" algn="l">
              <a:spcBef>
                <a:spcPts val="0"/>
              </a:spcBef>
              <a:spcAft>
                <a:spcPts val="0"/>
              </a:spcAft>
              <a:buNone/>
            </a:pPr>
            <a:r>
              <a:t/>
            </a:r>
            <a:endParaRPr/>
          </a:p>
        </p:txBody>
      </p:sp>
      <p:sp>
        <p:nvSpPr>
          <p:cNvPr id="295" name="Google Shape;295;p44"/>
          <p:cNvSpPr txBox="1"/>
          <p:nvPr>
            <p:ph idx="1" type="body"/>
          </p:nvPr>
        </p:nvSpPr>
        <p:spPr>
          <a:xfrm>
            <a:off x="196951" y="6317000"/>
            <a:ext cx="1860300" cy="278700"/>
          </a:xfrm>
          <a:prstGeom prst="rect">
            <a:avLst/>
          </a:prstGeom>
        </p:spPr>
        <p:txBody>
          <a:bodyPr anchorCtr="0" anchor="ctr" bIns="91425" lIns="91425" spcFirstLastPara="1" rIns="91425" wrap="square" tIns="91425">
            <a:noAutofit/>
          </a:bodyPr>
          <a:lstStyle/>
          <a:p>
            <a:pPr indent="0" lvl="0" marL="0" rtl="0" algn="l">
              <a:lnSpc>
                <a:spcPct val="100000"/>
              </a:lnSpc>
              <a:spcBef>
                <a:spcPts val="640"/>
              </a:spcBef>
              <a:spcAft>
                <a:spcPts val="0"/>
              </a:spcAft>
              <a:buClr>
                <a:schemeClr val="hlink"/>
              </a:buClr>
              <a:buSzPts val="1100"/>
              <a:buFont typeface="Arial"/>
              <a:buNone/>
            </a:pPr>
            <a:r>
              <a:rPr lang="en-US" sz="1600">
                <a:latin typeface="DM Sans Medium"/>
                <a:ea typeface="DM Sans Medium"/>
                <a:cs typeface="DM Sans Medium"/>
                <a:sym typeface="DM Sans Medium"/>
              </a:rPr>
              <a:t>DATA 607 – Data Acquisition and Management</a:t>
            </a:r>
            <a:endParaRPr sz="1600">
              <a:latin typeface="DM Sans Medium"/>
              <a:ea typeface="DM Sans Medium"/>
              <a:cs typeface="DM Sans Medium"/>
              <a:sym typeface="DM Sans Medium"/>
            </a:endParaRPr>
          </a:p>
        </p:txBody>
      </p:sp>
      <p:pic>
        <p:nvPicPr>
          <p:cNvPr descr="Enterprises Storage Vector Icon Design, Cloud computing and Internet hosting services Symbol,  Web Services stock illustration, Cloud VPS Dedicated Server Concept, (Provided by Getty Images)" id="296" name="Google Shape;296;p44"/>
          <p:cNvPicPr preferRelativeResize="0"/>
          <p:nvPr>
            <p:ph idx="3" type="pic"/>
          </p:nvPr>
        </p:nvPicPr>
        <p:blipFill rotWithShape="1">
          <a:blip r:embed="rId3">
            <a:alphaModFix/>
          </a:blip>
          <a:srcRect b="0" l="884" r="884" t="0"/>
          <a:stretch/>
        </p:blipFill>
        <p:spPr>
          <a:xfrm>
            <a:off x="4437578" y="2895000"/>
            <a:ext cx="4509600" cy="3700800"/>
          </a:xfrm>
          <a:prstGeom prst="round2DiagRect">
            <a:avLst>
              <a:gd fmla="val 16667" name="adj1"/>
              <a:gd fmla="val 0" name="adj2"/>
            </a:avLst>
          </a:prstGeom>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sp>
        <p:nvSpPr>
          <p:cNvPr id="301" name="Google Shape;301;p45"/>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US"/>
              <a:t>‹#›</a:t>
            </a:fld>
            <a:endParaRPr/>
          </a:p>
        </p:txBody>
      </p:sp>
      <p:sp>
        <p:nvSpPr>
          <p:cNvPr id="302" name="Google Shape;302;p45"/>
          <p:cNvSpPr txBox="1"/>
          <p:nvPr>
            <p:ph idx="1" type="body"/>
          </p:nvPr>
        </p:nvSpPr>
        <p:spPr>
          <a:xfrm>
            <a:off x="196951" y="262300"/>
            <a:ext cx="1860300" cy="278700"/>
          </a:xfrm>
          <a:prstGeom prst="rect">
            <a:avLst/>
          </a:prstGeom>
        </p:spPr>
        <p:txBody>
          <a:bodyPr anchorCtr="0" anchor="ctr" bIns="91425" lIns="91425" spcFirstLastPara="1" rIns="91425" wrap="square" tIns="91425">
            <a:noAutofit/>
          </a:bodyPr>
          <a:lstStyle/>
          <a:p>
            <a:pPr indent="0" lvl="0" marL="0" rtl="0" algn="l">
              <a:spcBef>
                <a:spcPts val="0"/>
              </a:spcBef>
              <a:spcAft>
                <a:spcPts val="1200"/>
              </a:spcAft>
              <a:buNone/>
            </a:pPr>
            <a:r>
              <a:rPr lang="en-US" sz="1000"/>
              <a:t>DATA 607</a:t>
            </a:r>
            <a:endParaRPr sz="1000"/>
          </a:p>
        </p:txBody>
      </p:sp>
      <p:sp>
        <p:nvSpPr>
          <p:cNvPr id="303" name="Google Shape;303;p45"/>
          <p:cNvSpPr txBox="1"/>
          <p:nvPr>
            <p:ph idx="2" type="body"/>
          </p:nvPr>
        </p:nvSpPr>
        <p:spPr>
          <a:xfrm>
            <a:off x="7087526" y="262300"/>
            <a:ext cx="1933500" cy="278700"/>
          </a:xfrm>
          <a:prstGeom prst="rect">
            <a:avLst/>
          </a:prstGeom>
        </p:spPr>
        <p:txBody>
          <a:bodyPr anchorCtr="0" anchor="ctr" bIns="91425" lIns="91425" spcFirstLastPara="1" rIns="91425" wrap="square" tIns="91425">
            <a:noAutofit/>
          </a:bodyPr>
          <a:lstStyle/>
          <a:p>
            <a:pPr indent="0" lvl="0" marL="0" rtl="0" algn="r">
              <a:spcBef>
                <a:spcPts val="0"/>
              </a:spcBef>
              <a:spcAft>
                <a:spcPts val="1200"/>
              </a:spcAft>
              <a:buNone/>
            </a:pPr>
            <a:r>
              <a:rPr lang="en-US" sz="1000"/>
              <a:t>Web APIs in R</a:t>
            </a:r>
            <a:endParaRPr sz="1000"/>
          </a:p>
        </p:txBody>
      </p:sp>
      <p:sp>
        <p:nvSpPr>
          <p:cNvPr id="304" name="Google Shape;304;p45"/>
          <p:cNvSpPr txBox="1"/>
          <p:nvPr/>
        </p:nvSpPr>
        <p:spPr>
          <a:xfrm>
            <a:off x="516437" y="993052"/>
            <a:ext cx="7043700" cy="658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US" sz="3650">
                <a:solidFill>
                  <a:srgbClr val="073763"/>
                </a:solidFill>
                <a:latin typeface="Merriweather"/>
                <a:ea typeface="Merriweather"/>
                <a:cs typeface="Merriweather"/>
                <a:sym typeface="Merriweather"/>
              </a:rPr>
              <a:t>Why Web APIs Matter for Data Scientists</a:t>
            </a:r>
            <a:endParaRPr b="1" sz="3650">
              <a:solidFill>
                <a:srgbClr val="073763"/>
              </a:solidFill>
              <a:latin typeface="Merriweather"/>
              <a:ea typeface="Merriweather"/>
              <a:cs typeface="Merriweather"/>
              <a:sym typeface="Merriweather"/>
            </a:endParaRPr>
          </a:p>
        </p:txBody>
      </p:sp>
      <p:sp>
        <p:nvSpPr>
          <p:cNvPr id="305" name="Google Shape;305;p45"/>
          <p:cNvSpPr txBox="1"/>
          <p:nvPr/>
        </p:nvSpPr>
        <p:spPr>
          <a:xfrm>
            <a:off x="516425" y="2112475"/>
            <a:ext cx="8349000" cy="4313400"/>
          </a:xfrm>
          <a:prstGeom prst="rect">
            <a:avLst/>
          </a:prstGeom>
          <a:noFill/>
          <a:ln>
            <a:noFill/>
          </a:ln>
        </p:spPr>
        <p:txBody>
          <a:bodyPr anchorCtr="0" anchor="ctr" bIns="91425" lIns="91425" spcFirstLastPara="1" rIns="91425" wrap="square" tIns="91425">
            <a:noAutofit/>
          </a:bodyPr>
          <a:lstStyle/>
          <a:p>
            <a:pPr indent="-317500" lvl="0" marL="342900" rtl="0" algn="l">
              <a:spcBef>
                <a:spcPts val="0"/>
              </a:spcBef>
              <a:spcAft>
                <a:spcPts val="0"/>
              </a:spcAft>
              <a:buClr>
                <a:schemeClr val="dk1"/>
              </a:buClr>
              <a:buSzPts val="2800"/>
              <a:buFont typeface="Merriweather SemiBold"/>
              <a:buChar char="•"/>
            </a:pPr>
            <a:r>
              <a:rPr lang="en-US" sz="2800">
                <a:solidFill>
                  <a:schemeClr val="dk1"/>
                </a:solidFill>
                <a:latin typeface="Merriweather SemiBold"/>
                <a:ea typeface="Merriweather SemiBold"/>
                <a:cs typeface="Merriweather SemiBold"/>
                <a:sym typeface="Merriweather SemiBold"/>
              </a:rPr>
              <a:t>Many modern data sources are only accessible via APIs</a:t>
            </a:r>
            <a:endParaRPr sz="2800">
              <a:solidFill>
                <a:schemeClr val="dk1"/>
              </a:solidFill>
              <a:latin typeface="Merriweather SemiBold"/>
              <a:ea typeface="Merriweather SemiBold"/>
              <a:cs typeface="Merriweather SemiBold"/>
              <a:sym typeface="Merriweather SemiBold"/>
            </a:endParaRPr>
          </a:p>
          <a:p>
            <a:pPr indent="-317500" lvl="0" marL="342900" rtl="0" algn="l">
              <a:spcBef>
                <a:spcPts val="640"/>
              </a:spcBef>
              <a:spcAft>
                <a:spcPts val="0"/>
              </a:spcAft>
              <a:buClr>
                <a:schemeClr val="dk1"/>
              </a:buClr>
              <a:buSzPts val="2800"/>
              <a:buFont typeface="Merriweather SemiBold"/>
              <a:buChar char="•"/>
            </a:pPr>
            <a:r>
              <a:rPr lang="en-US" sz="2800">
                <a:solidFill>
                  <a:schemeClr val="dk1"/>
                </a:solidFill>
                <a:latin typeface="Merriweather SemiBold"/>
                <a:ea typeface="Merriweather SemiBold"/>
                <a:cs typeface="Merriweather SemiBold"/>
                <a:sym typeface="Merriweather SemiBold"/>
              </a:rPr>
              <a:t>APIs allow automated, repeatable data collection</a:t>
            </a:r>
            <a:endParaRPr sz="2800">
              <a:solidFill>
                <a:schemeClr val="dk1"/>
              </a:solidFill>
              <a:latin typeface="Merriweather SemiBold"/>
              <a:ea typeface="Merriweather SemiBold"/>
              <a:cs typeface="Merriweather SemiBold"/>
              <a:sym typeface="Merriweather SemiBold"/>
            </a:endParaRPr>
          </a:p>
          <a:p>
            <a:pPr indent="-317500" lvl="0" marL="342900" rtl="0" algn="l">
              <a:spcBef>
                <a:spcPts val="640"/>
              </a:spcBef>
              <a:spcAft>
                <a:spcPts val="0"/>
              </a:spcAft>
              <a:buClr>
                <a:schemeClr val="dk1"/>
              </a:buClr>
              <a:buSzPts val="2800"/>
              <a:buFont typeface="Merriweather SemiBold"/>
              <a:buChar char="•"/>
            </a:pPr>
            <a:r>
              <a:rPr lang="en-US" sz="2800">
                <a:solidFill>
                  <a:schemeClr val="dk1"/>
                </a:solidFill>
                <a:latin typeface="Merriweather SemiBold"/>
                <a:ea typeface="Merriweather SemiBold"/>
                <a:cs typeface="Merriweather SemiBold"/>
                <a:sym typeface="Merriweather SemiBold"/>
              </a:rPr>
              <a:t>They support real-time dashboards and reporting</a:t>
            </a:r>
            <a:endParaRPr sz="2800">
              <a:solidFill>
                <a:schemeClr val="dk1"/>
              </a:solidFill>
              <a:latin typeface="Merriweather SemiBold"/>
              <a:ea typeface="Merriweather SemiBold"/>
              <a:cs typeface="Merriweather SemiBold"/>
              <a:sym typeface="Merriweather SemiBold"/>
            </a:endParaRPr>
          </a:p>
          <a:p>
            <a:pPr indent="-317500" lvl="0" marL="342900" rtl="0" algn="l">
              <a:spcBef>
                <a:spcPts val="640"/>
              </a:spcBef>
              <a:spcAft>
                <a:spcPts val="0"/>
              </a:spcAft>
              <a:buClr>
                <a:schemeClr val="dk1"/>
              </a:buClr>
              <a:buSzPts val="2800"/>
              <a:buFont typeface="Merriweather SemiBold"/>
              <a:buChar char="•"/>
            </a:pPr>
            <a:r>
              <a:rPr lang="en-US" sz="2800">
                <a:solidFill>
                  <a:schemeClr val="dk1"/>
                </a:solidFill>
                <a:latin typeface="Merriweather SemiBold"/>
                <a:ea typeface="Merriweather SemiBold"/>
                <a:cs typeface="Merriweather SemiBold"/>
                <a:sym typeface="Merriweather SemiBold"/>
              </a:rPr>
              <a:t>Core skill for data acquisition and data engineering</a:t>
            </a:r>
            <a:endParaRPr sz="2800">
              <a:solidFill>
                <a:schemeClr val="dk1"/>
              </a:solidFill>
              <a:latin typeface="Merriweather SemiBold"/>
              <a:ea typeface="Merriweather SemiBold"/>
              <a:cs typeface="Merriweather SemiBold"/>
              <a:sym typeface="Merriweather SemiBo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sp>
        <p:nvSpPr>
          <p:cNvPr id="310" name="Google Shape;310;p46"/>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US"/>
              <a:t>‹#›</a:t>
            </a:fld>
            <a:endParaRPr/>
          </a:p>
        </p:txBody>
      </p:sp>
      <p:sp>
        <p:nvSpPr>
          <p:cNvPr id="311" name="Google Shape;311;p46"/>
          <p:cNvSpPr txBox="1"/>
          <p:nvPr>
            <p:ph idx="1" type="body"/>
          </p:nvPr>
        </p:nvSpPr>
        <p:spPr>
          <a:xfrm>
            <a:off x="196951" y="262300"/>
            <a:ext cx="1860300" cy="278700"/>
          </a:xfrm>
          <a:prstGeom prst="rect">
            <a:avLst/>
          </a:prstGeom>
        </p:spPr>
        <p:txBody>
          <a:bodyPr anchorCtr="0" anchor="ctr" bIns="91425" lIns="91425" spcFirstLastPara="1" rIns="91425" wrap="square" tIns="91425">
            <a:noAutofit/>
          </a:bodyPr>
          <a:lstStyle/>
          <a:p>
            <a:pPr indent="0" lvl="0" marL="0" rtl="0" algn="l">
              <a:spcBef>
                <a:spcPts val="0"/>
              </a:spcBef>
              <a:spcAft>
                <a:spcPts val="1200"/>
              </a:spcAft>
              <a:buNone/>
            </a:pPr>
            <a:r>
              <a:rPr lang="en-US" sz="1000"/>
              <a:t>DATA 607</a:t>
            </a:r>
            <a:endParaRPr sz="1000"/>
          </a:p>
        </p:txBody>
      </p:sp>
      <p:sp>
        <p:nvSpPr>
          <p:cNvPr id="312" name="Google Shape;312;p46"/>
          <p:cNvSpPr txBox="1"/>
          <p:nvPr>
            <p:ph idx="2" type="body"/>
          </p:nvPr>
        </p:nvSpPr>
        <p:spPr>
          <a:xfrm>
            <a:off x="7087526" y="262300"/>
            <a:ext cx="1933500" cy="278700"/>
          </a:xfrm>
          <a:prstGeom prst="rect">
            <a:avLst/>
          </a:prstGeom>
        </p:spPr>
        <p:txBody>
          <a:bodyPr anchorCtr="0" anchor="ctr" bIns="91425" lIns="91425" spcFirstLastPara="1" rIns="91425" wrap="square" tIns="91425">
            <a:noAutofit/>
          </a:bodyPr>
          <a:lstStyle/>
          <a:p>
            <a:pPr indent="0" lvl="0" marL="0" rtl="0" algn="r">
              <a:spcBef>
                <a:spcPts val="0"/>
              </a:spcBef>
              <a:spcAft>
                <a:spcPts val="1200"/>
              </a:spcAft>
              <a:buNone/>
            </a:pPr>
            <a:r>
              <a:rPr lang="en-US" sz="1000"/>
              <a:t>Web APIs in R</a:t>
            </a:r>
            <a:endParaRPr sz="1000"/>
          </a:p>
        </p:txBody>
      </p:sp>
      <p:sp>
        <p:nvSpPr>
          <p:cNvPr id="313" name="Google Shape;313;p46"/>
          <p:cNvSpPr txBox="1"/>
          <p:nvPr/>
        </p:nvSpPr>
        <p:spPr>
          <a:xfrm>
            <a:off x="516437" y="993052"/>
            <a:ext cx="7043700" cy="658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US" sz="3650">
                <a:solidFill>
                  <a:srgbClr val="073763"/>
                </a:solidFill>
                <a:latin typeface="Merriweather"/>
                <a:ea typeface="Merriweather"/>
                <a:cs typeface="Merriweather"/>
                <a:sym typeface="Merriweather"/>
              </a:rPr>
              <a:t>What Is a Web API?</a:t>
            </a:r>
            <a:endParaRPr b="1" sz="3650">
              <a:solidFill>
                <a:srgbClr val="073763"/>
              </a:solidFill>
              <a:latin typeface="Merriweather"/>
              <a:ea typeface="Merriweather"/>
              <a:cs typeface="Merriweather"/>
              <a:sym typeface="Merriweather"/>
            </a:endParaRPr>
          </a:p>
        </p:txBody>
      </p:sp>
      <p:sp>
        <p:nvSpPr>
          <p:cNvPr id="314" name="Google Shape;314;p46"/>
          <p:cNvSpPr txBox="1"/>
          <p:nvPr/>
        </p:nvSpPr>
        <p:spPr>
          <a:xfrm>
            <a:off x="516425" y="2112475"/>
            <a:ext cx="8349000" cy="4313400"/>
          </a:xfrm>
          <a:prstGeom prst="rect">
            <a:avLst/>
          </a:prstGeom>
          <a:noFill/>
          <a:ln>
            <a:noFill/>
          </a:ln>
        </p:spPr>
        <p:txBody>
          <a:bodyPr anchorCtr="0" anchor="ctr" bIns="91425" lIns="91425" spcFirstLastPara="1" rIns="91425" wrap="square" tIns="91425">
            <a:noAutofit/>
          </a:bodyPr>
          <a:lstStyle/>
          <a:p>
            <a:pPr indent="-406400" lvl="0" marL="342900" rtl="0" algn="l">
              <a:spcBef>
                <a:spcPts val="0"/>
              </a:spcBef>
              <a:spcAft>
                <a:spcPts val="0"/>
              </a:spcAft>
              <a:buClr>
                <a:schemeClr val="dk1"/>
              </a:buClr>
              <a:buSzPts val="2800"/>
              <a:buFont typeface="Merriweather SemiBold"/>
              <a:buChar char="•"/>
            </a:pPr>
            <a:r>
              <a:rPr lang="en-US" sz="2800">
                <a:solidFill>
                  <a:schemeClr val="dk1"/>
                </a:solidFill>
                <a:latin typeface="Merriweather SemiBold"/>
                <a:ea typeface="Merriweather SemiBold"/>
                <a:cs typeface="Merriweather SemiBold"/>
                <a:sym typeface="Merriweather SemiBold"/>
              </a:rPr>
              <a:t>A web endpoint (URL) that returns data on request</a:t>
            </a:r>
            <a:endParaRPr sz="2800">
              <a:solidFill>
                <a:schemeClr val="dk1"/>
              </a:solidFill>
              <a:latin typeface="Merriweather SemiBold"/>
              <a:ea typeface="Merriweather SemiBold"/>
              <a:cs typeface="Merriweather SemiBold"/>
              <a:sym typeface="Merriweather SemiBold"/>
            </a:endParaRPr>
          </a:p>
          <a:p>
            <a:pPr indent="-406400" lvl="0" marL="342900" rtl="0" algn="l">
              <a:spcBef>
                <a:spcPts val="640"/>
              </a:spcBef>
              <a:spcAft>
                <a:spcPts val="0"/>
              </a:spcAft>
              <a:buClr>
                <a:schemeClr val="dk1"/>
              </a:buClr>
              <a:buSzPts val="2800"/>
              <a:buFont typeface="Merriweather SemiBold"/>
              <a:buChar char="•"/>
            </a:pPr>
            <a:r>
              <a:rPr lang="en-US" sz="2800">
                <a:solidFill>
                  <a:schemeClr val="dk1"/>
                </a:solidFill>
                <a:latin typeface="Merriweather SemiBold"/>
                <a:ea typeface="Merriweather SemiBold"/>
                <a:cs typeface="Merriweather SemiBold"/>
                <a:sym typeface="Merriweather SemiBold"/>
              </a:rPr>
              <a:t>Data is usually returned in JSON format</a:t>
            </a:r>
            <a:endParaRPr sz="2800">
              <a:solidFill>
                <a:schemeClr val="dk1"/>
              </a:solidFill>
              <a:latin typeface="Merriweather SemiBold"/>
              <a:ea typeface="Merriweather SemiBold"/>
              <a:cs typeface="Merriweather SemiBold"/>
              <a:sym typeface="Merriweather SemiBold"/>
            </a:endParaRPr>
          </a:p>
          <a:p>
            <a:pPr indent="-406400" lvl="0" marL="342900" rtl="0" algn="l">
              <a:spcBef>
                <a:spcPts val="640"/>
              </a:spcBef>
              <a:spcAft>
                <a:spcPts val="0"/>
              </a:spcAft>
              <a:buClr>
                <a:schemeClr val="dk1"/>
              </a:buClr>
              <a:buSzPts val="2800"/>
              <a:buFont typeface="Merriweather SemiBold"/>
              <a:buChar char="•"/>
            </a:pPr>
            <a:r>
              <a:rPr lang="en-US" sz="2800">
                <a:solidFill>
                  <a:schemeClr val="dk1"/>
                </a:solidFill>
                <a:latin typeface="Merriweather SemiBold"/>
                <a:ea typeface="Merriweather SemiBold"/>
                <a:cs typeface="Merriweather SemiBold"/>
                <a:sym typeface="Merriweather SemiBold"/>
              </a:rPr>
              <a:t>You send a request and receive a structured response</a:t>
            </a:r>
            <a:endParaRPr sz="2800">
              <a:solidFill>
                <a:schemeClr val="dk1"/>
              </a:solidFill>
              <a:latin typeface="Merriweather SemiBold"/>
              <a:ea typeface="Merriweather SemiBold"/>
              <a:cs typeface="Merriweather SemiBold"/>
              <a:sym typeface="Merriweather SemiBold"/>
            </a:endParaRPr>
          </a:p>
          <a:p>
            <a:pPr indent="-406400" lvl="0" marL="342900" rtl="0" algn="l">
              <a:spcBef>
                <a:spcPts val="640"/>
              </a:spcBef>
              <a:spcAft>
                <a:spcPts val="0"/>
              </a:spcAft>
              <a:buClr>
                <a:schemeClr val="dk1"/>
              </a:buClr>
              <a:buSzPts val="2800"/>
              <a:buFont typeface="Merriweather SemiBold"/>
              <a:buChar char="•"/>
            </a:pPr>
            <a:r>
              <a:rPr lang="en-US" sz="2800">
                <a:solidFill>
                  <a:schemeClr val="dk1"/>
                </a:solidFill>
                <a:latin typeface="Merriweather SemiBold"/>
                <a:ea typeface="Merriweather SemiBold"/>
                <a:cs typeface="Merriweather SemiBold"/>
                <a:sym typeface="Merriweather SemiBold"/>
              </a:rPr>
              <a:t>Often includes parameters and authentication</a:t>
            </a:r>
            <a:endParaRPr sz="2800">
              <a:solidFill>
                <a:schemeClr val="dk1"/>
              </a:solidFill>
              <a:latin typeface="Merriweather SemiBold"/>
              <a:ea typeface="Merriweather SemiBold"/>
              <a:cs typeface="Merriweather SemiBold"/>
              <a:sym typeface="Merriweather SemiBo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8" name="Shape 318"/>
        <p:cNvGrpSpPr/>
        <p:nvPr/>
      </p:nvGrpSpPr>
      <p:grpSpPr>
        <a:xfrm>
          <a:off x="0" y="0"/>
          <a:ext cx="0" cy="0"/>
          <a:chOff x="0" y="0"/>
          <a:chExt cx="0" cy="0"/>
        </a:xfrm>
      </p:grpSpPr>
      <p:sp>
        <p:nvSpPr>
          <p:cNvPr id="319" name="Google Shape;319;p47"/>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US"/>
              <a:t>‹#›</a:t>
            </a:fld>
            <a:endParaRPr/>
          </a:p>
        </p:txBody>
      </p:sp>
      <p:sp>
        <p:nvSpPr>
          <p:cNvPr id="320" name="Google Shape;320;p47"/>
          <p:cNvSpPr txBox="1"/>
          <p:nvPr>
            <p:ph idx="1" type="body"/>
          </p:nvPr>
        </p:nvSpPr>
        <p:spPr>
          <a:xfrm>
            <a:off x="196951" y="262300"/>
            <a:ext cx="1860300" cy="278700"/>
          </a:xfrm>
          <a:prstGeom prst="rect">
            <a:avLst/>
          </a:prstGeom>
        </p:spPr>
        <p:txBody>
          <a:bodyPr anchorCtr="0" anchor="ctr" bIns="91425" lIns="91425" spcFirstLastPara="1" rIns="91425" wrap="square" tIns="91425">
            <a:noAutofit/>
          </a:bodyPr>
          <a:lstStyle/>
          <a:p>
            <a:pPr indent="0" lvl="0" marL="0" rtl="0" algn="l">
              <a:spcBef>
                <a:spcPts val="0"/>
              </a:spcBef>
              <a:spcAft>
                <a:spcPts val="1200"/>
              </a:spcAft>
              <a:buNone/>
            </a:pPr>
            <a:r>
              <a:rPr lang="en-US" sz="1000"/>
              <a:t>DATA 607</a:t>
            </a:r>
            <a:endParaRPr sz="1000"/>
          </a:p>
        </p:txBody>
      </p:sp>
      <p:sp>
        <p:nvSpPr>
          <p:cNvPr id="321" name="Google Shape;321;p47"/>
          <p:cNvSpPr txBox="1"/>
          <p:nvPr>
            <p:ph idx="2" type="body"/>
          </p:nvPr>
        </p:nvSpPr>
        <p:spPr>
          <a:xfrm>
            <a:off x="7087526" y="262300"/>
            <a:ext cx="1933500" cy="278700"/>
          </a:xfrm>
          <a:prstGeom prst="rect">
            <a:avLst/>
          </a:prstGeom>
        </p:spPr>
        <p:txBody>
          <a:bodyPr anchorCtr="0" anchor="ctr" bIns="91425" lIns="91425" spcFirstLastPara="1" rIns="91425" wrap="square" tIns="91425">
            <a:noAutofit/>
          </a:bodyPr>
          <a:lstStyle/>
          <a:p>
            <a:pPr indent="0" lvl="0" marL="0" rtl="0" algn="r">
              <a:spcBef>
                <a:spcPts val="0"/>
              </a:spcBef>
              <a:spcAft>
                <a:spcPts val="1200"/>
              </a:spcAft>
              <a:buNone/>
            </a:pPr>
            <a:r>
              <a:rPr lang="en-US" sz="1000"/>
              <a:t>Web APIs in R</a:t>
            </a:r>
            <a:endParaRPr sz="1000"/>
          </a:p>
        </p:txBody>
      </p:sp>
      <p:sp>
        <p:nvSpPr>
          <p:cNvPr id="322" name="Google Shape;322;p47"/>
          <p:cNvSpPr txBox="1"/>
          <p:nvPr/>
        </p:nvSpPr>
        <p:spPr>
          <a:xfrm>
            <a:off x="516437" y="993052"/>
            <a:ext cx="7043700" cy="658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US" sz="3650">
                <a:solidFill>
                  <a:srgbClr val="073763"/>
                </a:solidFill>
                <a:latin typeface="Merriweather"/>
                <a:ea typeface="Merriweather"/>
                <a:cs typeface="Merriweather"/>
                <a:sym typeface="Merriweather"/>
              </a:rPr>
              <a:t>Example: Calling a Web API with R</a:t>
            </a:r>
            <a:endParaRPr b="1" sz="3650">
              <a:solidFill>
                <a:srgbClr val="073763"/>
              </a:solidFill>
              <a:latin typeface="Merriweather"/>
              <a:ea typeface="Merriweather"/>
              <a:cs typeface="Merriweather"/>
              <a:sym typeface="Merriweather"/>
            </a:endParaRPr>
          </a:p>
        </p:txBody>
      </p:sp>
      <p:sp>
        <p:nvSpPr>
          <p:cNvPr id="323" name="Google Shape;323;p47"/>
          <p:cNvSpPr txBox="1"/>
          <p:nvPr/>
        </p:nvSpPr>
        <p:spPr>
          <a:xfrm>
            <a:off x="516425" y="2112475"/>
            <a:ext cx="8349000" cy="4313400"/>
          </a:xfrm>
          <a:prstGeom prst="rect">
            <a:avLst/>
          </a:prstGeom>
          <a:noFill/>
          <a:ln>
            <a:noFill/>
          </a:ln>
        </p:spPr>
        <p:txBody>
          <a:bodyPr anchorCtr="0" anchor="ctr" bIns="91425" lIns="91425" spcFirstLastPara="1" rIns="91425" wrap="square" tIns="91425">
            <a:noAutofit/>
          </a:bodyPr>
          <a:lstStyle/>
          <a:p>
            <a:pPr indent="-431800" lvl="0" marL="342900" rtl="0" algn="l">
              <a:spcBef>
                <a:spcPts val="0"/>
              </a:spcBef>
              <a:spcAft>
                <a:spcPts val="0"/>
              </a:spcAft>
              <a:buClr>
                <a:schemeClr val="dk1"/>
              </a:buClr>
              <a:buSzPts val="3200"/>
              <a:buFont typeface="Merriweather SemiBold"/>
              <a:buChar char="•"/>
            </a:pPr>
            <a:r>
              <a:rPr lang="en-US" sz="3200">
                <a:solidFill>
                  <a:schemeClr val="dk1"/>
                </a:solidFill>
                <a:latin typeface="Merriweather SemiBold"/>
                <a:ea typeface="Merriweather SemiBold"/>
                <a:cs typeface="Merriweather SemiBold"/>
                <a:sym typeface="Merriweather SemiBold"/>
              </a:rPr>
              <a:t>Use the httr package to send HTTP requests</a:t>
            </a:r>
            <a:endParaRPr sz="3200">
              <a:solidFill>
                <a:schemeClr val="dk1"/>
              </a:solidFill>
              <a:latin typeface="Merriweather SemiBold"/>
              <a:ea typeface="Merriweather SemiBold"/>
              <a:cs typeface="Merriweather SemiBold"/>
              <a:sym typeface="Merriweather SemiBold"/>
            </a:endParaRPr>
          </a:p>
          <a:p>
            <a:pPr indent="-431800" lvl="0" marL="342900" rtl="0" algn="l">
              <a:spcBef>
                <a:spcPts val="640"/>
              </a:spcBef>
              <a:spcAft>
                <a:spcPts val="0"/>
              </a:spcAft>
              <a:buClr>
                <a:schemeClr val="dk1"/>
              </a:buClr>
              <a:buSzPts val="3200"/>
              <a:buFont typeface="Merriweather SemiBold"/>
              <a:buChar char="•"/>
            </a:pPr>
            <a:r>
              <a:rPr lang="en-US" sz="3200">
                <a:solidFill>
                  <a:schemeClr val="dk1"/>
                </a:solidFill>
                <a:latin typeface="Merriweather SemiBold"/>
                <a:ea typeface="Merriweather SemiBold"/>
                <a:cs typeface="Merriweather SemiBold"/>
                <a:sym typeface="Merriweather SemiBold"/>
              </a:rPr>
              <a:t>Parse JSON responses using jsonlite</a:t>
            </a:r>
            <a:endParaRPr sz="3200">
              <a:solidFill>
                <a:schemeClr val="dk1"/>
              </a:solidFill>
              <a:latin typeface="Merriweather SemiBold"/>
              <a:ea typeface="Merriweather SemiBold"/>
              <a:cs typeface="Merriweather SemiBold"/>
              <a:sym typeface="Merriweather SemiBold"/>
            </a:endParaRPr>
          </a:p>
          <a:p>
            <a:pPr indent="-431800" lvl="0" marL="342900" rtl="0" algn="l">
              <a:spcBef>
                <a:spcPts val="640"/>
              </a:spcBef>
              <a:spcAft>
                <a:spcPts val="0"/>
              </a:spcAft>
              <a:buClr>
                <a:schemeClr val="dk1"/>
              </a:buClr>
              <a:buSzPts val="3200"/>
              <a:buFont typeface="Merriweather SemiBold"/>
              <a:buChar char="•"/>
            </a:pPr>
            <a:r>
              <a:rPr lang="en-US" sz="3200">
                <a:solidFill>
                  <a:schemeClr val="dk1"/>
                </a:solidFill>
                <a:latin typeface="Merriweather SemiBold"/>
                <a:ea typeface="Merriweather SemiBold"/>
                <a:cs typeface="Merriweather SemiBold"/>
                <a:sym typeface="Merriweather SemiBold"/>
              </a:rPr>
              <a:t>Convert API responses into tidy data frames</a:t>
            </a:r>
            <a:endParaRPr sz="3200">
              <a:solidFill>
                <a:schemeClr val="dk1"/>
              </a:solidFill>
              <a:latin typeface="Merriweather SemiBold"/>
              <a:ea typeface="Merriweather SemiBold"/>
              <a:cs typeface="Merriweather SemiBold"/>
              <a:sym typeface="Merriweather SemiBold"/>
            </a:endParaRPr>
          </a:p>
          <a:p>
            <a:pPr indent="-431800" lvl="0" marL="342900" rtl="0" algn="l">
              <a:spcBef>
                <a:spcPts val="640"/>
              </a:spcBef>
              <a:spcAft>
                <a:spcPts val="0"/>
              </a:spcAft>
              <a:buClr>
                <a:schemeClr val="dk1"/>
              </a:buClr>
              <a:buSzPts val="3200"/>
              <a:buFont typeface="Merriweather SemiBold"/>
              <a:buChar char="•"/>
            </a:pPr>
            <a:r>
              <a:rPr lang="en-US" sz="3200">
                <a:solidFill>
                  <a:schemeClr val="dk1"/>
                </a:solidFill>
                <a:latin typeface="Merriweather SemiBold"/>
                <a:ea typeface="Merriweather SemiBold"/>
                <a:cs typeface="Merriweather SemiBold"/>
                <a:sym typeface="Merriweather SemiBold"/>
              </a:rPr>
              <a:t>Clean and select useful variables for analysis</a:t>
            </a:r>
            <a:endParaRPr sz="2800">
              <a:solidFill>
                <a:schemeClr val="dk1"/>
              </a:solidFill>
              <a:latin typeface="Merriweather SemiBold"/>
              <a:ea typeface="Merriweather SemiBold"/>
              <a:cs typeface="Merriweather SemiBold"/>
              <a:sym typeface="Merriweather SemiBo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p48"/>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US"/>
              <a:t>‹#›</a:t>
            </a:fld>
            <a:endParaRPr/>
          </a:p>
        </p:txBody>
      </p:sp>
      <p:sp>
        <p:nvSpPr>
          <p:cNvPr id="329" name="Google Shape;329;p48"/>
          <p:cNvSpPr txBox="1"/>
          <p:nvPr>
            <p:ph idx="1" type="body"/>
          </p:nvPr>
        </p:nvSpPr>
        <p:spPr>
          <a:xfrm>
            <a:off x="196951" y="262300"/>
            <a:ext cx="1860300" cy="278700"/>
          </a:xfrm>
          <a:prstGeom prst="rect">
            <a:avLst/>
          </a:prstGeom>
        </p:spPr>
        <p:txBody>
          <a:bodyPr anchorCtr="0" anchor="ctr" bIns="91425" lIns="91425" spcFirstLastPara="1" rIns="91425" wrap="square" tIns="91425">
            <a:noAutofit/>
          </a:bodyPr>
          <a:lstStyle/>
          <a:p>
            <a:pPr indent="0" lvl="0" marL="0" rtl="0" algn="l">
              <a:spcBef>
                <a:spcPts val="0"/>
              </a:spcBef>
              <a:spcAft>
                <a:spcPts val="1200"/>
              </a:spcAft>
              <a:buNone/>
            </a:pPr>
            <a:r>
              <a:rPr lang="en-US" sz="1000"/>
              <a:t>DATA 607</a:t>
            </a:r>
            <a:endParaRPr sz="1000"/>
          </a:p>
        </p:txBody>
      </p:sp>
      <p:sp>
        <p:nvSpPr>
          <p:cNvPr id="330" name="Google Shape;330;p48"/>
          <p:cNvSpPr txBox="1"/>
          <p:nvPr>
            <p:ph idx="2" type="body"/>
          </p:nvPr>
        </p:nvSpPr>
        <p:spPr>
          <a:xfrm>
            <a:off x="7087526" y="262300"/>
            <a:ext cx="1933500" cy="278700"/>
          </a:xfrm>
          <a:prstGeom prst="rect">
            <a:avLst/>
          </a:prstGeom>
        </p:spPr>
        <p:txBody>
          <a:bodyPr anchorCtr="0" anchor="ctr" bIns="91425" lIns="91425" spcFirstLastPara="1" rIns="91425" wrap="square" tIns="91425">
            <a:noAutofit/>
          </a:bodyPr>
          <a:lstStyle/>
          <a:p>
            <a:pPr indent="0" lvl="0" marL="0" rtl="0" algn="r">
              <a:spcBef>
                <a:spcPts val="0"/>
              </a:spcBef>
              <a:spcAft>
                <a:spcPts val="1200"/>
              </a:spcAft>
              <a:buNone/>
            </a:pPr>
            <a:r>
              <a:rPr lang="en-US" sz="1000"/>
              <a:t>Web APIs in R</a:t>
            </a:r>
            <a:endParaRPr sz="1000"/>
          </a:p>
        </p:txBody>
      </p:sp>
      <p:sp>
        <p:nvSpPr>
          <p:cNvPr id="331" name="Google Shape;331;p48"/>
          <p:cNvSpPr txBox="1"/>
          <p:nvPr/>
        </p:nvSpPr>
        <p:spPr>
          <a:xfrm>
            <a:off x="516437" y="993052"/>
            <a:ext cx="7043700" cy="658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US" sz="3650">
                <a:solidFill>
                  <a:srgbClr val="073763"/>
                </a:solidFill>
                <a:latin typeface="Merriweather"/>
                <a:ea typeface="Merriweather"/>
                <a:cs typeface="Merriweather"/>
                <a:sym typeface="Merriweather"/>
              </a:rPr>
              <a:t>Example: Calling a Web API with R</a:t>
            </a:r>
            <a:endParaRPr b="1" sz="3650">
              <a:solidFill>
                <a:srgbClr val="073763"/>
              </a:solidFill>
              <a:latin typeface="Merriweather"/>
              <a:ea typeface="Merriweather"/>
              <a:cs typeface="Merriweather"/>
              <a:sym typeface="Merriweather"/>
            </a:endParaRPr>
          </a:p>
        </p:txBody>
      </p:sp>
      <p:pic>
        <p:nvPicPr>
          <p:cNvPr id="332" name="Google Shape;332;p48" title="Screenshot 2025-12-14 121526.png"/>
          <p:cNvPicPr preferRelativeResize="0"/>
          <p:nvPr/>
        </p:nvPicPr>
        <p:blipFill>
          <a:blip r:embed="rId3">
            <a:alphaModFix/>
          </a:blip>
          <a:stretch>
            <a:fillRect/>
          </a:stretch>
        </p:blipFill>
        <p:spPr>
          <a:xfrm>
            <a:off x="27140" y="1976185"/>
            <a:ext cx="9092927" cy="4073444"/>
          </a:xfrm>
          <a:prstGeom prst="rect">
            <a:avLst/>
          </a:prstGeom>
          <a:noFill/>
          <a:ln>
            <a:noFill/>
          </a:ln>
        </p:spPr>
      </p:pic>
      <p:sp>
        <p:nvSpPr>
          <p:cNvPr id="333" name="Google Shape;333;p48"/>
          <p:cNvSpPr txBox="1"/>
          <p:nvPr/>
        </p:nvSpPr>
        <p:spPr>
          <a:xfrm>
            <a:off x="1706700" y="6310625"/>
            <a:ext cx="75594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600">
                <a:solidFill>
                  <a:schemeClr val="dk2"/>
                </a:solidFill>
                <a:latin typeface="DM Sans"/>
                <a:ea typeface="DM Sans"/>
                <a:cs typeface="DM Sans"/>
                <a:sym typeface="DM Sans"/>
              </a:rPr>
              <a:t>Link to code: </a:t>
            </a:r>
            <a:r>
              <a:rPr lang="en-US" sz="1600" u="sng">
                <a:solidFill>
                  <a:schemeClr val="hlink"/>
                </a:solidFill>
                <a:latin typeface="DM Sans"/>
                <a:ea typeface="DM Sans"/>
                <a:cs typeface="DM Sans"/>
                <a:sym typeface="DM Sans"/>
                <a:hlinkClick r:id="rId4"/>
              </a:rPr>
              <a:t>https://rpubs.com/JDO/1380807</a:t>
            </a:r>
            <a:r>
              <a:rPr lang="en-US" sz="1600">
                <a:solidFill>
                  <a:schemeClr val="dk2"/>
                </a:solidFill>
                <a:latin typeface="DM Sans"/>
                <a:ea typeface="DM Sans"/>
                <a:cs typeface="DM Sans"/>
                <a:sym typeface="DM Sans"/>
              </a:rPr>
              <a:t> </a:t>
            </a:r>
            <a:endParaRPr sz="1600">
              <a:solidFill>
                <a:schemeClr val="dk2"/>
              </a:solidFill>
              <a:latin typeface="DM Sans"/>
              <a:ea typeface="DM Sans"/>
              <a:cs typeface="DM Sans"/>
              <a:sym typeface="DM Sans"/>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p49"/>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US"/>
              <a:t>‹#›</a:t>
            </a:fld>
            <a:endParaRPr/>
          </a:p>
        </p:txBody>
      </p:sp>
      <p:sp>
        <p:nvSpPr>
          <p:cNvPr id="339" name="Google Shape;339;p49"/>
          <p:cNvSpPr txBox="1"/>
          <p:nvPr>
            <p:ph idx="1" type="body"/>
          </p:nvPr>
        </p:nvSpPr>
        <p:spPr>
          <a:xfrm>
            <a:off x="196951" y="262300"/>
            <a:ext cx="1860300" cy="278700"/>
          </a:xfrm>
          <a:prstGeom prst="rect">
            <a:avLst/>
          </a:prstGeom>
        </p:spPr>
        <p:txBody>
          <a:bodyPr anchorCtr="0" anchor="ctr" bIns="91425" lIns="91425" spcFirstLastPara="1" rIns="91425" wrap="square" tIns="91425">
            <a:noAutofit/>
          </a:bodyPr>
          <a:lstStyle/>
          <a:p>
            <a:pPr indent="0" lvl="0" marL="0" rtl="0" algn="l">
              <a:spcBef>
                <a:spcPts val="0"/>
              </a:spcBef>
              <a:spcAft>
                <a:spcPts val="1200"/>
              </a:spcAft>
              <a:buNone/>
            </a:pPr>
            <a:r>
              <a:rPr lang="en-US" sz="1000"/>
              <a:t>DATA 607</a:t>
            </a:r>
            <a:endParaRPr sz="1000"/>
          </a:p>
        </p:txBody>
      </p:sp>
      <p:sp>
        <p:nvSpPr>
          <p:cNvPr id="340" name="Google Shape;340;p49"/>
          <p:cNvSpPr txBox="1"/>
          <p:nvPr>
            <p:ph idx="2" type="body"/>
          </p:nvPr>
        </p:nvSpPr>
        <p:spPr>
          <a:xfrm>
            <a:off x="7087526" y="262300"/>
            <a:ext cx="1933500" cy="278700"/>
          </a:xfrm>
          <a:prstGeom prst="rect">
            <a:avLst/>
          </a:prstGeom>
        </p:spPr>
        <p:txBody>
          <a:bodyPr anchorCtr="0" anchor="ctr" bIns="91425" lIns="91425" spcFirstLastPara="1" rIns="91425" wrap="square" tIns="91425">
            <a:noAutofit/>
          </a:bodyPr>
          <a:lstStyle/>
          <a:p>
            <a:pPr indent="0" lvl="0" marL="0" rtl="0" algn="r">
              <a:spcBef>
                <a:spcPts val="0"/>
              </a:spcBef>
              <a:spcAft>
                <a:spcPts val="1200"/>
              </a:spcAft>
              <a:buNone/>
            </a:pPr>
            <a:r>
              <a:rPr lang="en-US" sz="1000"/>
              <a:t>Web APIs in R</a:t>
            </a:r>
            <a:endParaRPr sz="1000"/>
          </a:p>
        </p:txBody>
      </p:sp>
      <p:sp>
        <p:nvSpPr>
          <p:cNvPr id="341" name="Google Shape;341;p49"/>
          <p:cNvSpPr txBox="1"/>
          <p:nvPr/>
        </p:nvSpPr>
        <p:spPr>
          <a:xfrm>
            <a:off x="516437" y="993052"/>
            <a:ext cx="7043700" cy="658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US" sz="4250">
                <a:solidFill>
                  <a:srgbClr val="073763"/>
                </a:solidFill>
                <a:latin typeface="Merriweather"/>
                <a:ea typeface="Merriweather"/>
                <a:cs typeface="Merriweather"/>
                <a:sym typeface="Merriweather"/>
              </a:rPr>
              <a:t>Business Use Case</a:t>
            </a:r>
            <a:endParaRPr b="1" sz="4250">
              <a:solidFill>
                <a:srgbClr val="073763"/>
              </a:solidFill>
              <a:latin typeface="Merriweather"/>
              <a:ea typeface="Merriweather"/>
              <a:cs typeface="Merriweather"/>
              <a:sym typeface="Merriweather"/>
            </a:endParaRPr>
          </a:p>
        </p:txBody>
      </p:sp>
      <p:sp>
        <p:nvSpPr>
          <p:cNvPr id="342" name="Google Shape;342;p49"/>
          <p:cNvSpPr txBox="1"/>
          <p:nvPr/>
        </p:nvSpPr>
        <p:spPr>
          <a:xfrm>
            <a:off x="516425" y="2112475"/>
            <a:ext cx="8349000" cy="4313400"/>
          </a:xfrm>
          <a:prstGeom prst="rect">
            <a:avLst/>
          </a:prstGeom>
          <a:noFill/>
          <a:ln>
            <a:noFill/>
          </a:ln>
        </p:spPr>
        <p:txBody>
          <a:bodyPr anchorCtr="0" anchor="ctr" bIns="91425" lIns="91425" spcFirstLastPara="1" rIns="91425" wrap="square" tIns="91425">
            <a:noAutofit/>
          </a:bodyPr>
          <a:lstStyle/>
          <a:p>
            <a:pPr indent="-419100" lvl="0" marL="342900" rtl="0" algn="l">
              <a:spcBef>
                <a:spcPts val="0"/>
              </a:spcBef>
              <a:spcAft>
                <a:spcPts val="0"/>
              </a:spcAft>
              <a:buClr>
                <a:schemeClr val="dk1"/>
              </a:buClr>
              <a:buSzPts val="3000"/>
              <a:buFont typeface="Merriweather SemiBold"/>
              <a:buChar char="•"/>
            </a:pPr>
            <a:r>
              <a:rPr lang="en-US" sz="3000">
                <a:solidFill>
                  <a:schemeClr val="dk1"/>
                </a:solidFill>
                <a:latin typeface="Merriweather SemiBold"/>
                <a:ea typeface="Merriweather SemiBold"/>
                <a:cs typeface="Merriweather SemiBold"/>
                <a:sym typeface="Merriweather SemiBold"/>
              </a:rPr>
              <a:t>Monitor software issues or customer feedback in real time</a:t>
            </a:r>
            <a:endParaRPr sz="3000">
              <a:solidFill>
                <a:schemeClr val="dk1"/>
              </a:solidFill>
              <a:latin typeface="Merriweather SemiBold"/>
              <a:ea typeface="Merriweather SemiBold"/>
              <a:cs typeface="Merriweather SemiBold"/>
              <a:sym typeface="Merriweather SemiBold"/>
            </a:endParaRPr>
          </a:p>
          <a:p>
            <a:pPr indent="-419100" lvl="0" marL="342900" rtl="0" algn="l">
              <a:spcBef>
                <a:spcPts val="640"/>
              </a:spcBef>
              <a:spcAft>
                <a:spcPts val="0"/>
              </a:spcAft>
              <a:buClr>
                <a:schemeClr val="dk1"/>
              </a:buClr>
              <a:buSzPts val="3000"/>
              <a:buFont typeface="Merriweather SemiBold"/>
              <a:buChar char="•"/>
            </a:pPr>
            <a:r>
              <a:rPr lang="en-US" sz="3000">
                <a:solidFill>
                  <a:schemeClr val="dk1"/>
                </a:solidFill>
                <a:latin typeface="Merriweather SemiBold"/>
                <a:ea typeface="Merriweather SemiBold"/>
                <a:cs typeface="Merriweather SemiBold"/>
                <a:sym typeface="Merriweather SemiBold"/>
              </a:rPr>
              <a:t>Track operational metrics from external systems</a:t>
            </a:r>
            <a:endParaRPr sz="3000">
              <a:solidFill>
                <a:schemeClr val="dk1"/>
              </a:solidFill>
              <a:latin typeface="Merriweather SemiBold"/>
              <a:ea typeface="Merriweather SemiBold"/>
              <a:cs typeface="Merriweather SemiBold"/>
              <a:sym typeface="Merriweather SemiBold"/>
            </a:endParaRPr>
          </a:p>
          <a:p>
            <a:pPr indent="-419100" lvl="0" marL="342900" rtl="0" algn="l">
              <a:spcBef>
                <a:spcPts val="640"/>
              </a:spcBef>
              <a:spcAft>
                <a:spcPts val="0"/>
              </a:spcAft>
              <a:buClr>
                <a:schemeClr val="dk1"/>
              </a:buClr>
              <a:buSzPts val="3000"/>
              <a:buFont typeface="Merriweather SemiBold"/>
              <a:buChar char="•"/>
            </a:pPr>
            <a:r>
              <a:rPr lang="en-US" sz="3000">
                <a:solidFill>
                  <a:schemeClr val="dk1"/>
                </a:solidFill>
                <a:latin typeface="Merriweather SemiBold"/>
                <a:ea typeface="Merriweather SemiBold"/>
                <a:cs typeface="Merriweather SemiBold"/>
                <a:sym typeface="Merriweather SemiBold"/>
              </a:rPr>
              <a:t>Automate daily or weekly reporting pipelines</a:t>
            </a:r>
            <a:endParaRPr sz="3000">
              <a:solidFill>
                <a:schemeClr val="dk1"/>
              </a:solidFill>
              <a:latin typeface="Merriweather SemiBold"/>
              <a:ea typeface="Merriweather SemiBold"/>
              <a:cs typeface="Merriweather SemiBold"/>
              <a:sym typeface="Merriweather SemiBold"/>
            </a:endParaRPr>
          </a:p>
          <a:p>
            <a:pPr indent="-419100" lvl="0" marL="342900" rtl="0" algn="l">
              <a:spcBef>
                <a:spcPts val="640"/>
              </a:spcBef>
              <a:spcAft>
                <a:spcPts val="0"/>
              </a:spcAft>
              <a:buClr>
                <a:schemeClr val="dk1"/>
              </a:buClr>
              <a:buSzPts val="3000"/>
              <a:buFont typeface="Merriweather SemiBold"/>
              <a:buChar char="•"/>
            </a:pPr>
            <a:r>
              <a:rPr lang="en-US" sz="3000">
                <a:solidFill>
                  <a:schemeClr val="dk1"/>
                </a:solidFill>
                <a:latin typeface="Merriweather SemiBold"/>
                <a:ea typeface="Merriweather SemiBold"/>
                <a:cs typeface="Merriweather SemiBold"/>
                <a:sym typeface="Merriweather SemiBold"/>
              </a:rPr>
              <a:t>Integrate API data with internal databases</a:t>
            </a:r>
            <a:endParaRPr sz="3000">
              <a:solidFill>
                <a:schemeClr val="dk1"/>
              </a:solidFill>
              <a:latin typeface="Merriweather SemiBold"/>
              <a:ea typeface="Merriweather SemiBold"/>
              <a:cs typeface="Merriweather SemiBold"/>
              <a:sym typeface="Merriweather SemiBo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6" name="Shape 346"/>
        <p:cNvGrpSpPr/>
        <p:nvPr/>
      </p:nvGrpSpPr>
      <p:grpSpPr>
        <a:xfrm>
          <a:off x="0" y="0"/>
          <a:ext cx="0" cy="0"/>
          <a:chOff x="0" y="0"/>
          <a:chExt cx="0" cy="0"/>
        </a:xfrm>
      </p:grpSpPr>
      <p:sp>
        <p:nvSpPr>
          <p:cNvPr id="347" name="Google Shape;347;p50"/>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US"/>
              <a:t>‹#›</a:t>
            </a:fld>
            <a:endParaRPr/>
          </a:p>
        </p:txBody>
      </p:sp>
      <p:sp>
        <p:nvSpPr>
          <p:cNvPr id="348" name="Google Shape;348;p50"/>
          <p:cNvSpPr txBox="1"/>
          <p:nvPr>
            <p:ph idx="1" type="body"/>
          </p:nvPr>
        </p:nvSpPr>
        <p:spPr>
          <a:xfrm>
            <a:off x="196951" y="262300"/>
            <a:ext cx="1860300" cy="278700"/>
          </a:xfrm>
          <a:prstGeom prst="rect">
            <a:avLst/>
          </a:prstGeom>
        </p:spPr>
        <p:txBody>
          <a:bodyPr anchorCtr="0" anchor="ctr" bIns="91425" lIns="91425" spcFirstLastPara="1" rIns="91425" wrap="square" tIns="91425">
            <a:noAutofit/>
          </a:bodyPr>
          <a:lstStyle/>
          <a:p>
            <a:pPr indent="0" lvl="0" marL="0" rtl="0" algn="l">
              <a:spcBef>
                <a:spcPts val="0"/>
              </a:spcBef>
              <a:spcAft>
                <a:spcPts val="1200"/>
              </a:spcAft>
              <a:buNone/>
            </a:pPr>
            <a:r>
              <a:rPr lang="en-US" sz="1000"/>
              <a:t>DATA 607</a:t>
            </a:r>
            <a:endParaRPr sz="1000"/>
          </a:p>
        </p:txBody>
      </p:sp>
      <p:sp>
        <p:nvSpPr>
          <p:cNvPr id="349" name="Google Shape;349;p50"/>
          <p:cNvSpPr txBox="1"/>
          <p:nvPr>
            <p:ph idx="2" type="body"/>
          </p:nvPr>
        </p:nvSpPr>
        <p:spPr>
          <a:xfrm>
            <a:off x="7087526" y="262300"/>
            <a:ext cx="1933500" cy="278700"/>
          </a:xfrm>
          <a:prstGeom prst="rect">
            <a:avLst/>
          </a:prstGeom>
        </p:spPr>
        <p:txBody>
          <a:bodyPr anchorCtr="0" anchor="ctr" bIns="91425" lIns="91425" spcFirstLastPara="1" rIns="91425" wrap="square" tIns="91425">
            <a:noAutofit/>
          </a:bodyPr>
          <a:lstStyle/>
          <a:p>
            <a:pPr indent="0" lvl="0" marL="0" rtl="0" algn="r">
              <a:spcBef>
                <a:spcPts val="0"/>
              </a:spcBef>
              <a:spcAft>
                <a:spcPts val="1200"/>
              </a:spcAft>
              <a:buNone/>
            </a:pPr>
            <a:r>
              <a:rPr lang="en-US" sz="1000"/>
              <a:t>Web APIs in R</a:t>
            </a:r>
            <a:endParaRPr sz="1000"/>
          </a:p>
        </p:txBody>
      </p:sp>
      <p:sp>
        <p:nvSpPr>
          <p:cNvPr id="350" name="Google Shape;350;p50"/>
          <p:cNvSpPr txBox="1"/>
          <p:nvPr/>
        </p:nvSpPr>
        <p:spPr>
          <a:xfrm>
            <a:off x="516437" y="993052"/>
            <a:ext cx="7043700" cy="658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US" sz="3800">
                <a:solidFill>
                  <a:srgbClr val="073763"/>
                </a:solidFill>
                <a:latin typeface="Merriweather"/>
                <a:ea typeface="Merriweather"/>
                <a:cs typeface="Merriweather"/>
                <a:sym typeface="Merriweather"/>
              </a:rPr>
              <a:t>Learning Path &amp; Key Takeaways</a:t>
            </a:r>
            <a:endParaRPr b="1" sz="3650">
              <a:solidFill>
                <a:srgbClr val="073763"/>
              </a:solidFill>
              <a:latin typeface="Merriweather"/>
              <a:ea typeface="Merriweather"/>
              <a:cs typeface="Merriweather"/>
              <a:sym typeface="Merriweather"/>
            </a:endParaRPr>
          </a:p>
        </p:txBody>
      </p:sp>
      <p:sp>
        <p:nvSpPr>
          <p:cNvPr id="351" name="Google Shape;351;p50"/>
          <p:cNvSpPr txBox="1"/>
          <p:nvPr/>
        </p:nvSpPr>
        <p:spPr>
          <a:xfrm>
            <a:off x="516425" y="2112475"/>
            <a:ext cx="8349000" cy="4313400"/>
          </a:xfrm>
          <a:prstGeom prst="rect">
            <a:avLst/>
          </a:prstGeom>
          <a:noFill/>
          <a:ln>
            <a:noFill/>
          </a:ln>
        </p:spPr>
        <p:txBody>
          <a:bodyPr anchorCtr="0" anchor="ctr" bIns="91425" lIns="91425" spcFirstLastPara="1" rIns="91425" wrap="square" tIns="91425">
            <a:noAutofit/>
          </a:bodyPr>
          <a:lstStyle/>
          <a:p>
            <a:pPr indent="-431800" lvl="0" marL="342900" rtl="0" algn="l">
              <a:spcBef>
                <a:spcPts val="0"/>
              </a:spcBef>
              <a:spcAft>
                <a:spcPts val="0"/>
              </a:spcAft>
              <a:buClr>
                <a:schemeClr val="dk1"/>
              </a:buClr>
              <a:buSzPts val="3200"/>
              <a:buFont typeface="Merriweather SemiBold"/>
              <a:buChar char="•"/>
            </a:pPr>
            <a:r>
              <a:rPr lang="en-US" sz="3200">
                <a:solidFill>
                  <a:schemeClr val="dk1"/>
                </a:solidFill>
                <a:latin typeface="Merriweather SemiBold"/>
                <a:ea typeface="Merriweather SemiBold"/>
                <a:cs typeface="Merriweather SemiBold"/>
                <a:sym typeface="Merriweather SemiBold"/>
              </a:rPr>
              <a:t>Practice with public APIs (GitHub, city open data, weather)</a:t>
            </a:r>
            <a:endParaRPr sz="3200">
              <a:solidFill>
                <a:schemeClr val="dk1"/>
              </a:solidFill>
              <a:latin typeface="Merriweather SemiBold"/>
              <a:ea typeface="Merriweather SemiBold"/>
              <a:cs typeface="Merriweather SemiBold"/>
              <a:sym typeface="Merriweather SemiBold"/>
            </a:endParaRPr>
          </a:p>
          <a:p>
            <a:pPr indent="-431800" lvl="0" marL="342900" rtl="0" algn="l">
              <a:spcBef>
                <a:spcPts val="640"/>
              </a:spcBef>
              <a:spcAft>
                <a:spcPts val="0"/>
              </a:spcAft>
              <a:buClr>
                <a:schemeClr val="dk1"/>
              </a:buClr>
              <a:buSzPts val="3200"/>
              <a:buFont typeface="Merriweather SemiBold"/>
              <a:buChar char="•"/>
            </a:pPr>
            <a:r>
              <a:rPr lang="en-US" sz="3200">
                <a:solidFill>
                  <a:schemeClr val="dk1"/>
                </a:solidFill>
                <a:latin typeface="Merriweather SemiBold"/>
                <a:ea typeface="Merriweather SemiBold"/>
                <a:cs typeface="Merriweather SemiBold"/>
                <a:sym typeface="Merriweather SemiBold"/>
              </a:rPr>
              <a:t>Learn to read API documentation carefully</a:t>
            </a:r>
            <a:endParaRPr sz="3200">
              <a:solidFill>
                <a:schemeClr val="dk1"/>
              </a:solidFill>
              <a:latin typeface="Merriweather SemiBold"/>
              <a:ea typeface="Merriweather SemiBold"/>
              <a:cs typeface="Merriweather SemiBold"/>
              <a:sym typeface="Merriweather SemiBold"/>
            </a:endParaRPr>
          </a:p>
          <a:p>
            <a:pPr indent="-431800" lvl="0" marL="342900" rtl="0" algn="l">
              <a:spcBef>
                <a:spcPts val="640"/>
              </a:spcBef>
              <a:spcAft>
                <a:spcPts val="0"/>
              </a:spcAft>
              <a:buClr>
                <a:schemeClr val="dk1"/>
              </a:buClr>
              <a:buSzPts val="3200"/>
              <a:buFont typeface="Merriweather SemiBold"/>
              <a:buChar char="•"/>
            </a:pPr>
            <a:r>
              <a:rPr lang="en-US" sz="3200">
                <a:solidFill>
                  <a:schemeClr val="dk1"/>
                </a:solidFill>
                <a:latin typeface="Merriweather SemiBold"/>
                <a:ea typeface="Merriweather SemiBold"/>
                <a:cs typeface="Merriweather SemiBold"/>
                <a:sym typeface="Merriweather SemiBold"/>
              </a:rPr>
              <a:t>APIs are essential for modern data pipelines</a:t>
            </a:r>
            <a:endParaRPr sz="3200">
              <a:solidFill>
                <a:schemeClr val="dk1"/>
              </a:solidFill>
              <a:latin typeface="Merriweather SemiBold"/>
              <a:ea typeface="Merriweather SemiBold"/>
              <a:cs typeface="Merriweather SemiBold"/>
              <a:sym typeface="Merriweather SemiBold"/>
            </a:endParaRPr>
          </a:p>
          <a:p>
            <a:pPr indent="-431800" lvl="0" marL="342900" rtl="0" algn="l">
              <a:spcBef>
                <a:spcPts val="640"/>
              </a:spcBef>
              <a:spcAft>
                <a:spcPts val="0"/>
              </a:spcAft>
              <a:buClr>
                <a:schemeClr val="dk1"/>
              </a:buClr>
              <a:buSzPts val="3200"/>
              <a:buFont typeface="Merriweather SemiBold"/>
              <a:buChar char="•"/>
            </a:pPr>
            <a:r>
              <a:rPr lang="en-US" sz="3200">
                <a:solidFill>
                  <a:schemeClr val="dk1"/>
                </a:solidFill>
                <a:latin typeface="Merriweather SemiBold"/>
                <a:ea typeface="Merriweather SemiBold"/>
                <a:cs typeface="Merriweather SemiBold"/>
                <a:sym typeface="Merriweather SemiBold"/>
              </a:rPr>
              <a:t>R makes it easy to go from web data to analysis-ready data</a:t>
            </a:r>
            <a:endParaRPr sz="3000">
              <a:solidFill>
                <a:schemeClr val="dk1"/>
              </a:solidFill>
              <a:latin typeface="Merriweather SemiBold"/>
              <a:ea typeface="Merriweather SemiBold"/>
              <a:cs typeface="Merriweather SemiBold"/>
              <a:sym typeface="Merriweather SemiBo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5" name="Shape 355"/>
        <p:cNvGrpSpPr/>
        <p:nvPr/>
      </p:nvGrpSpPr>
      <p:grpSpPr>
        <a:xfrm>
          <a:off x="0" y="0"/>
          <a:ext cx="0" cy="0"/>
          <a:chOff x="0" y="0"/>
          <a:chExt cx="0" cy="0"/>
        </a:xfrm>
      </p:grpSpPr>
      <p:sp>
        <p:nvSpPr>
          <p:cNvPr id="356" name="Google Shape;356;p51"/>
          <p:cNvSpPr txBox="1"/>
          <p:nvPr>
            <p:ph type="title"/>
          </p:nvPr>
        </p:nvSpPr>
        <p:spPr>
          <a:xfrm>
            <a:off x="197375" y="1403667"/>
            <a:ext cx="3151800" cy="21771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US"/>
              <a:t>Thank you!</a:t>
            </a:r>
            <a:endParaRPr/>
          </a:p>
          <a:p>
            <a:pPr indent="0" lvl="0" marL="0" rtl="0" algn="l">
              <a:spcBef>
                <a:spcPts val="0"/>
              </a:spcBef>
              <a:spcAft>
                <a:spcPts val="0"/>
              </a:spcAft>
              <a:buNone/>
            </a:pPr>
            <a:r>
              <a:t/>
            </a:r>
            <a:endParaRPr/>
          </a:p>
        </p:txBody>
      </p:sp>
      <p:sp>
        <p:nvSpPr>
          <p:cNvPr id="357" name="Google Shape;357;p51"/>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US"/>
              <a:t>‹#›</a:t>
            </a:fld>
            <a:endParaRPr/>
          </a:p>
        </p:txBody>
      </p:sp>
      <p:pic>
        <p:nvPicPr>
          <p:cNvPr id="358" name="Google Shape;358;p51"/>
          <p:cNvPicPr preferRelativeResize="0"/>
          <p:nvPr>
            <p:ph idx="2" type="pic"/>
          </p:nvPr>
        </p:nvPicPr>
        <p:blipFill rotWithShape="1">
          <a:blip r:embed="rId3">
            <a:alphaModFix/>
          </a:blip>
          <a:srcRect b="0" l="20584" r="20584" t="0"/>
          <a:stretch/>
        </p:blipFill>
        <p:spPr>
          <a:xfrm>
            <a:off x="3726325" y="893233"/>
            <a:ext cx="5220900" cy="5702400"/>
          </a:xfrm>
          <a:prstGeom prst="round2DiagRect">
            <a:avLst>
              <a:gd fmla="val 16667" name="adj1"/>
              <a:gd fmla="val 0" name="adj2"/>
            </a:avLst>
          </a:prstGeom>
        </p:spPr>
      </p:pic>
      <p:sp>
        <p:nvSpPr>
          <p:cNvPr id="359" name="Google Shape;359;p51"/>
          <p:cNvSpPr txBox="1"/>
          <p:nvPr>
            <p:ph idx="3" type="body"/>
          </p:nvPr>
        </p:nvSpPr>
        <p:spPr>
          <a:xfrm>
            <a:off x="196951" y="262300"/>
            <a:ext cx="1860300" cy="278700"/>
          </a:xfrm>
          <a:prstGeom prst="rect">
            <a:avLst/>
          </a:prstGeom>
        </p:spPr>
        <p:txBody>
          <a:bodyPr anchorCtr="0" anchor="ctr" bIns="91425" lIns="91425" spcFirstLastPara="1" rIns="91425" wrap="square" tIns="91425">
            <a:noAutofit/>
          </a:bodyPr>
          <a:lstStyle/>
          <a:p>
            <a:pPr indent="0" lvl="0" marL="0" rtl="0" algn="l">
              <a:spcBef>
                <a:spcPts val="0"/>
              </a:spcBef>
              <a:spcAft>
                <a:spcPts val="1200"/>
              </a:spcAft>
              <a:buNone/>
            </a:pPr>
            <a:r>
              <a:rPr lang="en-US" sz="1000"/>
              <a:t>DATA 607</a:t>
            </a:r>
            <a:endParaRPr sz="1000"/>
          </a:p>
        </p:txBody>
      </p:sp>
      <p:sp>
        <p:nvSpPr>
          <p:cNvPr id="360" name="Google Shape;360;p51"/>
          <p:cNvSpPr txBox="1"/>
          <p:nvPr>
            <p:ph idx="4" type="body"/>
          </p:nvPr>
        </p:nvSpPr>
        <p:spPr>
          <a:xfrm>
            <a:off x="7087526" y="262300"/>
            <a:ext cx="1933500" cy="278700"/>
          </a:xfrm>
          <a:prstGeom prst="rect">
            <a:avLst/>
          </a:prstGeom>
        </p:spPr>
        <p:txBody>
          <a:bodyPr anchorCtr="0" anchor="ctr" bIns="91425" lIns="91425" spcFirstLastPara="1" rIns="91425" wrap="square" tIns="91425">
            <a:noAutofit/>
          </a:bodyPr>
          <a:lstStyle/>
          <a:p>
            <a:pPr indent="0" lvl="0" marL="0" rtl="0" algn="r">
              <a:spcBef>
                <a:spcPts val="0"/>
              </a:spcBef>
              <a:spcAft>
                <a:spcPts val="1200"/>
              </a:spcAft>
              <a:buNone/>
            </a:pPr>
            <a:r>
              <a:rPr lang="en-US" sz="1000"/>
              <a:t>Web APIs with R</a:t>
            </a:r>
            <a:endParaRPr sz="1000"/>
          </a:p>
        </p:txBody>
      </p:sp>
      <p:sp>
        <p:nvSpPr>
          <p:cNvPr id="361" name="Google Shape;361;p51"/>
          <p:cNvSpPr txBox="1"/>
          <p:nvPr>
            <p:ph idx="5" type="sldNum"/>
          </p:nvPr>
        </p:nvSpPr>
        <p:spPr>
          <a:xfrm>
            <a:off x="8472458" y="6217622"/>
            <a:ext cx="548700" cy="5247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cience Presentation">
  <a:themeElements>
    <a:clrScheme name="Simple Light">
      <a:dk1>
        <a:srgbClr val="005088"/>
      </a:dk1>
      <a:lt1>
        <a:srgbClr val="F3F0DF"/>
      </a:lt1>
      <a:dk2>
        <a:srgbClr val="121212"/>
      </a:dk2>
      <a:lt2>
        <a:srgbClr val="D0E0E3"/>
      </a:lt2>
      <a:accent1>
        <a:srgbClr val="11CAA0"/>
      </a:accent1>
      <a:accent2>
        <a:srgbClr val="6D6D6B"/>
      </a:accent2>
      <a:accent3>
        <a:srgbClr val="FFFFFF"/>
      </a:accent3>
      <a:accent4>
        <a:srgbClr val="656839"/>
      </a:accent4>
      <a:accent5>
        <a:srgbClr val="774936"/>
      </a:accent5>
      <a:accent6>
        <a:srgbClr val="C492B1"/>
      </a:accent6>
      <a:hlink>
        <a:srgbClr val="0000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