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5"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5143500" cx="9144000"/>
  <p:notesSz cx="6858000" cy="9144000"/>
  <p:embeddedFontLst>
    <p:embeddedFont>
      <p:font typeface="Lexend Light"/>
      <p:regular r:id="rId22"/>
      <p:bold r:id="rId23"/>
    </p:embeddedFont>
    <p:embeddedFont>
      <p:font typeface="Lexend"/>
      <p:regular r:id="rId24"/>
      <p:bold r:id="rId25"/>
    </p:embeddedFont>
    <p:embeddedFont>
      <p:font typeface="Lexend ExtraLight"/>
      <p:regular r:id="rId26"/>
      <p:bold r:id="rId27"/>
    </p:embeddedFont>
    <p:embeddedFont>
      <p:font typeface="Manjari"/>
      <p:regular r:id="rId28"/>
      <p:bold r:id="rId29"/>
    </p:embeddedFont>
    <p:embeddedFont>
      <p:font typeface="Merriweather"/>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712667E-C8E0-4846-800B-7C5444C211EE}">
  <a:tblStyle styleId="{7712667E-C8E0-4846-800B-7C5444C211E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LexendLight-regular.fntdata"/><Relationship Id="rId21" Type="http://schemas.openxmlformats.org/officeDocument/2006/relationships/slide" Target="slides/slide15.xml"/><Relationship Id="rId24" Type="http://schemas.openxmlformats.org/officeDocument/2006/relationships/font" Target="fonts/Lexend-regular.fntdata"/><Relationship Id="rId23" Type="http://schemas.openxmlformats.org/officeDocument/2006/relationships/font" Target="fonts/LexendLight-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LexendExtraLight-regular.fntdata"/><Relationship Id="rId25" Type="http://schemas.openxmlformats.org/officeDocument/2006/relationships/font" Target="fonts/Lexend-bold.fntdata"/><Relationship Id="rId28" Type="http://schemas.openxmlformats.org/officeDocument/2006/relationships/font" Target="fonts/Manjari-regular.fntdata"/><Relationship Id="rId27" Type="http://schemas.openxmlformats.org/officeDocument/2006/relationships/font" Target="fonts/LexendExtraLight-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Manjari-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Merriweather-bold.fntdata"/><Relationship Id="rId30" Type="http://schemas.openxmlformats.org/officeDocument/2006/relationships/font" Target="fonts/Merriweather-regular.fntdata"/><Relationship Id="rId11" Type="http://schemas.openxmlformats.org/officeDocument/2006/relationships/slide" Target="slides/slide5.xml"/><Relationship Id="rId33" Type="http://schemas.openxmlformats.org/officeDocument/2006/relationships/font" Target="fonts/Merriweather-boldItalic.fntdata"/><Relationship Id="rId10" Type="http://schemas.openxmlformats.org/officeDocument/2006/relationships/slide" Target="slides/slide4.xml"/><Relationship Id="rId32" Type="http://schemas.openxmlformats.org/officeDocument/2006/relationships/font" Target="fonts/Merriweather-italic.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3" name="Shape 1843"/>
        <p:cNvGrpSpPr/>
        <p:nvPr/>
      </p:nvGrpSpPr>
      <p:grpSpPr>
        <a:xfrm>
          <a:off x="0" y="0"/>
          <a:ext cx="0" cy="0"/>
          <a:chOff x="0" y="0"/>
          <a:chExt cx="0" cy="0"/>
        </a:xfrm>
      </p:grpSpPr>
      <p:sp>
        <p:nvSpPr>
          <p:cNvPr id="1844" name="Google Shape;1844;gd1bf8d60a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5" name="Google Shape;1845;gd1bf8d60a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fr" sz="1400">
                <a:solidFill>
                  <a:schemeClr val="dk1"/>
                </a:solidFill>
              </a:rPr>
              <a:t>I analyzed historical rent trends in Manhattan using Zillow ZORI and HUD Fair Market Rent data, and modeled how rents might change under free-market conditions compared to rent stabilization or a rent freeze. The goal is to understand how policy choices can impact affordability in a high-cost city like New York.</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3" name="Shape 1883"/>
        <p:cNvGrpSpPr/>
        <p:nvPr/>
      </p:nvGrpSpPr>
      <p:grpSpPr>
        <a:xfrm>
          <a:off x="0" y="0"/>
          <a:ext cx="0" cy="0"/>
          <a:chOff x="0" y="0"/>
          <a:chExt cx="0" cy="0"/>
        </a:xfrm>
      </p:grpSpPr>
      <p:sp>
        <p:nvSpPr>
          <p:cNvPr id="1884" name="Google Shape;1884;gd1bf8d60a4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5" name="Google Shape;1885;gd1bf8d60a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fr" sz="1400">
                <a:solidFill>
                  <a:schemeClr val="dk1"/>
                </a:solidFill>
              </a:rPr>
              <a:t>I chose this topic because rent increases in NYC, especially Manhattan, have been dramatic and affect affordability and displacement.</a:t>
            </a:r>
            <a:endParaRPr sz="1400">
              <a:solidFill>
                <a:schemeClr val="dk1"/>
              </a:solidFill>
            </a:endParaRPr>
          </a:p>
          <a:p>
            <a:pPr indent="0" lvl="0" marL="0" rtl="0" algn="l">
              <a:spcBef>
                <a:spcPts val="0"/>
              </a:spcBef>
              <a:spcAft>
                <a:spcPts val="0"/>
              </a:spcAft>
              <a:buClr>
                <a:schemeClr val="dk1"/>
              </a:buClr>
              <a:buSzPts val="1100"/>
              <a:buFont typeface="Arial"/>
              <a:buNone/>
            </a:pPr>
            <a:r>
              <a:rPr lang="fr" sz="1400">
                <a:solidFill>
                  <a:schemeClr val="dk1"/>
                </a:solidFill>
              </a:rPr>
              <a:t>Policy debates often lack clear quantitative comparisons, so I wanted to model what rent trends might look like under different policy scenarios — including a rent freeze or rent stabilization cap.</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6" name="Shape 1896"/>
        <p:cNvGrpSpPr/>
        <p:nvPr/>
      </p:nvGrpSpPr>
      <p:grpSpPr>
        <a:xfrm>
          <a:off x="0" y="0"/>
          <a:ext cx="0" cy="0"/>
          <a:chOff x="0" y="0"/>
          <a:chExt cx="0" cy="0"/>
        </a:xfrm>
      </p:grpSpPr>
      <p:sp>
        <p:nvSpPr>
          <p:cNvPr id="1897" name="Google Shape;1897;gd1bf8d60a4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8" name="Google Shape;1898;gd1bf8d60a4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fr" sz="1400">
                <a:solidFill>
                  <a:schemeClr val="dk1"/>
                </a:solidFill>
              </a:rPr>
              <a:t>For data sources, I used two independent datasets:</a:t>
            </a:r>
            <a:endParaRPr sz="1400">
              <a:solidFill>
                <a:schemeClr val="dk1"/>
              </a:solidFill>
            </a:endParaRPr>
          </a:p>
          <a:p>
            <a:pPr indent="0" lvl="0" marL="0" rtl="0" algn="l">
              <a:spcBef>
                <a:spcPts val="0"/>
              </a:spcBef>
              <a:spcAft>
                <a:spcPts val="0"/>
              </a:spcAft>
              <a:buClr>
                <a:schemeClr val="dk1"/>
              </a:buClr>
              <a:buSzPts val="1100"/>
              <a:buFont typeface="Arial"/>
              <a:buNone/>
            </a:pPr>
            <a:r>
              <a:rPr lang="fr" sz="1400">
                <a:solidFill>
                  <a:schemeClr val="dk1"/>
                </a:solidFill>
              </a:rPr>
              <a:t>Zillow’s ZORI, which measures typical market rents monthly at the ZIP-code level, and HUD’s Fair Market Rent dataset, which provides an annual estimate of typical rents at the county level.</a:t>
            </a:r>
            <a:endParaRPr sz="1400">
              <a:solidFill>
                <a:schemeClr val="dk1"/>
              </a:solidFill>
            </a:endParaRPr>
          </a:p>
          <a:p>
            <a:pPr indent="0" lvl="0" marL="0" rtl="0" algn="l">
              <a:spcBef>
                <a:spcPts val="0"/>
              </a:spcBef>
              <a:spcAft>
                <a:spcPts val="0"/>
              </a:spcAft>
              <a:buClr>
                <a:schemeClr val="dk1"/>
              </a:buClr>
              <a:buSzPts val="1100"/>
              <a:buFont typeface="Arial"/>
              <a:buNone/>
            </a:pPr>
            <a:r>
              <a:rPr lang="fr" sz="1400">
                <a:solidFill>
                  <a:schemeClr val="dk1"/>
                </a:solidFill>
              </a:rPr>
              <a:t>These two datasets complement each other — one gives detail and the other gives an official standardized measure.</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5" name="Shape 1905"/>
        <p:cNvGrpSpPr/>
        <p:nvPr/>
      </p:nvGrpSpPr>
      <p:grpSpPr>
        <a:xfrm>
          <a:off x="0" y="0"/>
          <a:ext cx="0" cy="0"/>
          <a:chOff x="0" y="0"/>
          <a:chExt cx="0" cy="0"/>
        </a:xfrm>
      </p:grpSpPr>
      <p:sp>
        <p:nvSpPr>
          <p:cNvPr id="1906" name="Google Shape;1906;g20f41e19245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7" name="Google Shape;1907;g20f41e19245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fr" sz="1400">
                <a:solidFill>
                  <a:schemeClr val="dk1"/>
                </a:solidFill>
              </a:rPr>
              <a:t>Most of the work in this project was data cleaning.</a:t>
            </a:r>
            <a:endParaRPr sz="1400">
              <a:solidFill>
                <a:schemeClr val="dk1"/>
              </a:solidFill>
            </a:endParaRPr>
          </a:p>
          <a:p>
            <a:pPr indent="0" lvl="0" marL="0" rtl="0" algn="l">
              <a:spcBef>
                <a:spcPts val="0"/>
              </a:spcBef>
              <a:spcAft>
                <a:spcPts val="0"/>
              </a:spcAft>
              <a:buClr>
                <a:schemeClr val="dk1"/>
              </a:buClr>
              <a:buSzPts val="1100"/>
              <a:buFont typeface="Arial"/>
              <a:buNone/>
            </a:pPr>
            <a:r>
              <a:rPr lang="fr" sz="1400">
                <a:solidFill>
                  <a:schemeClr val="dk1"/>
                </a:solidFill>
              </a:rPr>
              <a:t>ZORI comes in a very wide format with dates as column names, so I had to pivot and clean those into usable dates.</a:t>
            </a:r>
            <a:endParaRPr sz="1400">
              <a:solidFill>
                <a:schemeClr val="dk1"/>
              </a:solidFill>
            </a:endParaRPr>
          </a:p>
          <a:p>
            <a:pPr indent="0" lvl="0" marL="0" rtl="0" algn="l">
              <a:spcBef>
                <a:spcPts val="0"/>
              </a:spcBef>
              <a:spcAft>
                <a:spcPts val="0"/>
              </a:spcAft>
              <a:buClr>
                <a:schemeClr val="dk1"/>
              </a:buClr>
              <a:buSzPts val="1100"/>
              <a:buFont typeface="Arial"/>
              <a:buNone/>
            </a:pPr>
            <a:r>
              <a:rPr lang="fr" sz="1400">
                <a:solidFill>
                  <a:schemeClr val="dk1"/>
                </a:solidFill>
              </a:rPr>
              <a:t>HUD’s dataset included all counties in the U.S., so I extracted only New York County.</a:t>
            </a:r>
            <a:endParaRPr sz="1400">
              <a:solidFill>
                <a:schemeClr val="dk1"/>
              </a:solidFill>
            </a:endParaRPr>
          </a:p>
          <a:p>
            <a:pPr indent="0" lvl="0" marL="0" rtl="0" algn="l">
              <a:spcBef>
                <a:spcPts val="0"/>
              </a:spcBef>
              <a:spcAft>
                <a:spcPts val="0"/>
              </a:spcAft>
              <a:buClr>
                <a:schemeClr val="dk1"/>
              </a:buClr>
              <a:buSzPts val="1100"/>
              <a:buFont typeface="Arial"/>
              <a:buNone/>
            </a:pPr>
            <a:r>
              <a:rPr lang="fr" sz="1400">
                <a:solidFill>
                  <a:schemeClr val="dk1"/>
                </a:solidFill>
              </a:rPr>
              <a:t>After aligning both datasets by year, I had a clean dataset ready for modeling.</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1" name="Shape 1911"/>
        <p:cNvGrpSpPr/>
        <p:nvPr/>
      </p:nvGrpSpPr>
      <p:grpSpPr>
        <a:xfrm>
          <a:off x="0" y="0"/>
          <a:ext cx="0" cy="0"/>
          <a:chOff x="0" y="0"/>
          <a:chExt cx="0" cy="0"/>
        </a:xfrm>
      </p:grpSpPr>
      <p:sp>
        <p:nvSpPr>
          <p:cNvPr id="1912" name="Google Shape;1912;gd1bf8d60a4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3" name="Google Shape;1913;gd1bf8d60a4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fr" sz="1400">
                <a:solidFill>
                  <a:schemeClr val="dk1"/>
                </a:solidFill>
              </a:rPr>
              <a:t>The exploratory analysis showed a clear upward trend.</a:t>
            </a:r>
            <a:endParaRPr sz="1400">
              <a:solidFill>
                <a:schemeClr val="dk1"/>
              </a:solidFill>
            </a:endParaRPr>
          </a:p>
          <a:p>
            <a:pPr indent="0" lvl="0" marL="0" rtl="0" algn="l">
              <a:spcBef>
                <a:spcPts val="0"/>
              </a:spcBef>
              <a:spcAft>
                <a:spcPts val="0"/>
              </a:spcAft>
              <a:buClr>
                <a:schemeClr val="dk1"/>
              </a:buClr>
              <a:buSzPts val="1100"/>
              <a:buFont typeface="Arial"/>
              <a:buNone/>
            </a:pPr>
            <a:r>
              <a:rPr lang="fr" sz="1400">
                <a:solidFill>
                  <a:schemeClr val="dk1"/>
                </a:solidFill>
              </a:rPr>
              <a:t>Both ZORI and HUD FMR move together, validating each other.</a:t>
            </a:r>
            <a:endParaRPr sz="1400">
              <a:solidFill>
                <a:schemeClr val="dk1"/>
              </a:solidFill>
            </a:endParaRPr>
          </a:p>
          <a:p>
            <a:pPr indent="0" lvl="0" marL="0" rtl="0" algn="l">
              <a:spcBef>
                <a:spcPts val="0"/>
              </a:spcBef>
              <a:spcAft>
                <a:spcPts val="0"/>
              </a:spcAft>
              <a:buClr>
                <a:schemeClr val="dk1"/>
              </a:buClr>
              <a:buSzPts val="1100"/>
              <a:buFont typeface="Arial"/>
              <a:buNone/>
            </a:pPr>
            <a:r>
              <a:rPr lang="fr" sz="1400">
                <a:solidFill>
                  <a:schemeClr val="dk1"/>
                </a:solidFill>
              </a:rPr>
              <a:t>This suggests a strong, consistent pattern of rent increases in Manhattan year to year.</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8" name="Shape 1918"/>
        <p:cNvGrpSpPr/>
        <p:nvPr/>
      </p:nvGrpSpPr>
      <p:grpSpPr>
        <a:xfrm>
          <a:off x="0" y="0"/>
          <a:ext cx="0" cy="0"/>
          <a:chOff x="0" y="0"/>
          <a:chExt cx="0" cy="0"/>
        </a:xfrm>
      </p:grpSpPr>
      <p:sp>
        <p:nvSpPr>
          <p:cNvPr id="1919" name="Google Shape;1919;g20f41e19245_0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0" name="Google Shape;1920;g20f41e19245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fr" sz="1400">
                <a:solidFill>
                  <a:schemeClr val="dk1"/>
                </a:solidFill>
              </a:rPr>
              <a:t>I fit a simple linear regression model using FMR as the outcome and time as the explanatory variable.</a:t>
            </a:r>
            <a:endParaRPr sz="1400">
              <a:solidFill>
                <a:schemeClr val="dk1"/>
              </a:solidFill>
            </a:endParaRPr>
          </a:p>
          <a:p>
            <a:pPr indent="0" lvl="0" marL="0" rtl="0" algn="l">
              <a:spcBef>
                <a:spcPts val="0"/>
              </a:spcBef>
              <a:spcAft>
                <a:spcPts val="0"/>
              </a:spcAft>
              <a:buClr>
                <a:schemeClr val="dk1"/>
              </a:buClr>
              <a:buSzPts val="1100"/>
              <a:buFont typeface="Arial"/>
              <a:buNone/>
            </a:pPr>
            <a:r>
              <a:rPr lang="fr" sz="1400">
                <a:solidFill>
                  <a:schemeClr val="dk1"/>
                </a:solidFill>
              </a:rPr>
              <a:t>The model estimates that rents increased by about $124 per year, and the R² of 0.955 shows the model fits extremely well.</a:t>
            </a:r>
            <a:endParaRPr sz="1400">
              <a:solidFill>
                <a:schemeClr val="dk1"/>
              </a:solidFill>
            </a:endParaRPr>
          </a:p>
          <a:p>
            <a:pPr indent="0" lvl="0" marL="0" rtl="0" algn="l">
              <a:spcBef>
                <a:spcPts val="0"/>
              </a:spcBef>
              <a:spcAft>
                <a:spcPts val="0"/>
              </a:spcAft>
              <a:buClr>
                <a:schemeClr val="dk1"/>
              </a:buClr>
              <a:buSzPts val="1100"/>
              <a:buFont typeface="Arial"/>
              <a:buNone/>
            </a:pPr>
            <a:r>
              <a:rPr lang="fr" sz="1400">
                <a:solidFill>
                  <a:schemeClr val="dk1"/>
                </a:solidFill>
              </a:rPr>
              <a:t>This gives us a strong basis for projecting future rent levels under current trends.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8" name="Shape 1928"/>
        <p:cNvGrpSpPr/>
        <p:nvPr/>
      </p:nvGrpSpPr>
      <p:grpSpPr>
        <a:xfrm>
          <a:off x="0" y="0"/>
          <a:ext cx="0" cy="0"/>
          <a:chOff x="0" y="0"/>
          <a:chExt cx="0" cy="0"/>
        </a:xfrm>
      </p:grpSpPr>
      <p:sp>
        <p:nvSpPr>
          <p:cNvPr id="1929" name="Google Shape;1929;g3b0e51c5b8f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0" name="Google Shape;1930;g3b0e51c5b8f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4" name="Shape 1934"/>
        <p:cNvGrpSpPr/>
        <p:nvPr/>
      </p:nvGrpSpPr>
      <p:grpSpPr>
        <a:xfrm>
          <a:off x="0" y="0"/>
          <a:ext cx="0" cy="0"/>
          <a:chOff x="0" y="0"/>
          <a:chExt cx="0" cy="0"/>
        </a:xfrm>
      </p:grpSpPr>
      <p:sp>
        <p:nvSpPr>
          <p:cNvPr id="1935" name="Google Shape;1935;g2a7b2a9b0f9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6" name="Google Shape;1936;g2a7b2a9b0f9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fr" sz="1400">
                <a:solidFill>
                  <a:schemeClr val="dk1"/>
                </a:solidFill>
              </a:rPr>
              <a:t>I then used the model to create hypothetical policy scenarios.</a:t>
            </a:r>
            <a:endParaRPr sz="1400">
              <a:solidFill>
                <a:schemeClr val="dk1"/>
              </a:solidFill>
            </a:endParaRPr>
          </a:p>
          <a:p>
            <a:pPr indent="0" lvl="0" marL="0" rtl="0" algn="l">
              <a:spcBef>
                <a:spcPts val="0"/>
              </a:spcBef>
              <a:spcAft>
                <a:spcPts val="0"/>
              </a:spcAft>
              <a:buClr>
                <a:schemeClr val="dk1"/>
              </a:buClr>
              <a:buSzPts val="1100"/>
              <a:buFont typeface="Arial"/>
              <a:buNone/>
            </a:pPr>
            <a:r>
              <a:rPr lang="fr" sz="1400">
                <a:solidFill>
                  <a:schemeClr val="dk1"/>
                </a:solidFill>
              </a:rPr>
              <a:t>This is not meant to be causal modeling — it’s a simple scenario-based projection that helps visualize possible outcomes of different rent policies.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0" name="Shape 1940"/>
        <p:cNvGrpSpPr/>
        <p:nvPr/>
      </p:nvGrpSpPr>
      <p:grpSpPr>
        <a:xfrm>
          <a:off x="0" y="0"/>
          <a:ext cx="0" cy="0"/>
          <a:chOff x="0" y="0"/>
          <a:chExt cx="0" cy="0"/>
        </a:xfrm>
      </p:grpSpPr>
      <p:sp>
        <p:nvSpPr>
          <p:cNvPr id="1941" name="Google Shape;1941;gd1bf8d60a4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2" name="Google Shape;1942;gd1bf8d60a4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fr" sz="1400">
                <a:solidFill>
                  <a:schemeClr val="dk1"/>
                </a:solidFill>
              </a:rPr>
              <a:t>Under a free-market path, rents reach just over $3,000 by 2030.</a:t>
            </a:r>
            <a:endParaRPr sz="1400">
              <a:solidFill>
                <a:schemeClr val="dk1"/>
              </a:solidFill>
            </a:endParaRPr>
          </a:p>
          <a:p>
            <a:pPr indent="0" lvl="0" marL="0" rtl="0" algn="l">
              <a:spcBef>
                <a:spcPts val="0"/>
              </a:spcBef>
              <a:spcAft>
                <a:spcPts val="0"/>
              </a:spcAft>
              <a:buClr>
                <a:schemeClr val="dk1"/>
              </a:buClr>
              <a:buSzPts val="1100"/>
              <a:buFont typeface="Arial"/>
              <a:buNone/>
            </a:pPr>
            <a:r>
              <a:rPr lang="fr" sz="1400">
                <a:solidFill>
                  <a:schemeClr val="dk1"/>
                </a:solidFill>
              </a:rPr>
              <a:t>With a 1% cap, rents would be about $2,602, or almost $450 lower.</a:t>
            </a:r>
            <a:endParaRPr sz="1400">
              <a:solidFill>
                <a:schemeClr val="dk1"/>
              </a:solidFill>
            </a:endParaRPr>
          </a:p>
          <a:p>
            <a:pPr indent="0" lvl="0" marL="0" rtl="0" algn="l">
              <a:spcBef>
                <a:spcPts val="0"/>
              </a:spcBef>
              <a:spcAft>
                <a:spcPts val="0"/>
              </a:spcAft>
              <a:buNone/>
            </a:pPr>
            <a:r>
              <a:rPr lang="fr" sz="1400">
                <a:solidFill>
                  <a:schemeClr val="dk1"/>
                </a:solidFill>
              </a:rPr>
              <a:t>With a full freeze, rents remain at the 2024 level, nearly $600 below the free-market scenario.</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7" name="Shape 1947"/>
        <p:cNvGrpSpPr/>
        <p:nvPr/>
      </p:nvGrpSpPr>
      <p:grpSpPr>
        <a:xfrm>
          <a:off x="0" y="0"/>
          <a:ext cx="0" cy="0"/>
          <a:chOff x="0" y="0"/>
          <a:chExt cx="0" cy="0"/>
        </a:xfrm>
      </p:grpSpPr>
      <p:sp>
        <p:nvSpPr>
          <p:cNvPr id="1948" name="Google Shape;1948;g3b0e51c5b8f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9" name="Google Shape;1949;g3b0e51c5b8f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fr" sz="1400">
                <a:solidFill>
                  <a:schemeClr val="dk1"/>
                </a:solidFill>
              </a:rPr>
              <a:t>This plot is the clearest summary:</a:t>
            </a:r>
            <a:endParaRPr sz="1400">
              <a:solidFill>
                <a:schemeClr val="dk1"/>
              </a:solidFill>
            </a:endParaRPr>
          </a:p>
          <a:p>
            <a:pPr indent="0" lvl="0" marL="0" rtl="0" algn="l">
              <a:spcBef>
                <a:spcPts val="0"/>
              </a:spcBef>
              <a:spcAft>
                <a:spcPts val="0"/>
              </a:spcAft>
              <a:buClr>
                <a:schemeClr val="dk1"/>
              </a:buClr>
              <a:buSzPts val="1100"/>
              <a:buFont typeface="Arial"/>
              <a:buNone/>
            </a:pPr>
            <a:r>
              <a:rPr lang="fr" sz="1400">
                <a:solidFill>
                  <a:schemeClr val="dk1"/>
                </a:solidFill>
              </a:rPr>
              <a:t>A stabilization policy meaningfully slows rent growth, while a freeze creates the largest divergence from market trends.</a:t>
            </a:r>
            <a:endParaRPr sz="1400">
              <a:solidFill>
                <a:schemeClr val="dk1"/>
              </a:solidFill>
            </a:endParaRPr>
          </a:p>
          <a:p>
            <a:pPr indent="0" lvl="0" marL="0" rtl="0" algn="l">
              <a:spcBef>
                <a:spcPts val="0"/>
              </a:spcBef>
              <a:spcAft>
                <a:spcPts val="0"/>
              </a:spcAft>
              <a:buClr>
                <a:schemeClr val="dk1"/>
              </a:buClr>
              <a:buSzPts val="1100"/>
              <a:buFont typeface="Arial"/>
              <a:buNone/>
            </a:pPr>
            <a:r>
              <a:rPr lang="fr" sz="1400">
                <a:solidFill>
                  <a:schemeClr val="dk1"/>
                </a:solidFill>
              </a:rPr>
              <a:t>The difference grows over time</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3" name="Shape 1953"/>
        <p:cNvGrpSpPr/>
        <p:nvPr/>
      </p:nvGrpSpPr>
      <p:grpSpPr>
        <a:xfrm>
          <a:off x="0" y="0"/>
          <a:ext cx="0" cy="0"/>
          <a:chOff x="0" y="0"/>
          <a:chExt cx="0" cy="0"/>
        </a:xfrm>
      </p:grpSpPr>
      <p:sp>
        <p:nvSpPr>
          <p:cNvPr id="1954" name="Google Shape;1954;g3b0e51c5b8f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5" name="Google Shape;1955;g3b0e51c5b8f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fr" sz="1400">
                <a:solidFill>
                  <a:schemeClr val="dk1"/>
                </a:solidFill>
              </a:rPr>
              <a:t>I also included a spatial visualization using </a:t>
            </a:r>
            <a:r>
              <a:rPr lang="fr" sz="1400">
                <a:solidFill>
                  <a:srgbClr val="188038"/>
                </a:solidFill>
              </a:rPr>
              <a:t>sf</a:t>
            </a:r>
            <a:r>
              <a:rPr lang="fr" sz="1400">
                <a:solidFill>
                  <a:schemeClr val="dk1"/>
                </a:solidFill>
              </a:rPr>
              <a:t> and </a:t>
            </a:r>
            <a:r>
              <a:rPr lang="fr" sz="1400">
                <a:solidFill>
                  <a:srgbClr val="188038"/>
                </a:solidFill>
              </a:rPr>
              <a:t>tigris</a:t>
            </a:r>
            <a:r>
              <a:rPr lang="fr" sz="1400">
                <a:solidFill>
                  <a:schemeClr val="dk1"/>
                </a:solidFill>
              </a:rPr>
              <a:t>, which was not covered in class.</a:t>
            </a:r>
            <a:endParaRPr sz="1400">
              <a:solidFill>
                <a:schemeClr val="dk1"/>
              </a:solidFill>
            </a:endParaRPr>
          </a:p>
          <a:p>
            <a:pPr indent="0" lvl="0" marL="381000" marR="381000" rtl="0" algn="l">
              <a:lnSpc>
                <a:spcPct val="115000"/>
              </a:lnSpc>
              <a:spcBef>
                <a:spcPts val="1200"/>
              </a:spcBef>
              <a:spcAft>
                <a:spcPts val="1200"/>
              </a:spcAft>
              <a:buNone/>
            </a:pPr>
            <a:r>
              <a:rPr lang="fr" sz="1400">
                <a:solidFill>
                  <a:schemeClr val="dk1"/>
                </a:solidFill>
              </a:rPr>
              <a:t>This map displays Manhattan (New York County), the geographic unit at which HUD Fair Market Rent values are defined. Because FMR is calculated at the county level, the map highlights the jurisdiction to which the rent estimate applies rather than variation within the county.</a:t>
            </a:r>
            <a:endParaRPr sz="1700">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0" name="Shape 1960"/>
        <p:cNvGrpSpPr/>
        <p:nvPr/>
      </p:nvGrpSpPr>
      <p:grpSpPr>
        <a:xfrm>
          <a:off x="0" y="0"/>
          <a:ext cx="0" cy="0"/>
          <a:chOff x="0" y="0"/>
          <a:chExt cx="0" cy="0"/>
        </a:xfrm>
      </p:grpSpPr>
      <p:sp>
        <p:nvSpPr>
          <p:cNvPr id="1961" name="Google Shape;1961;g3b0e51c5b8f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2" name="Google Shape;1962;g3b0e51c5b8f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sz="1400">
                <a:solidFill>
                  <a:schemeClr val="dk1"/>
                </a:solidFill>
              </a:rPr>
              <a:t>The takeaways are straightforward: Manhattan rent levels are on a stable upward trajectory, and policy interventions can substantially shape future affordability.</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6" name="Shape 1966"/>
        <p:cNvGrpSpPr/>
        <p:nvPr/>
      </p:nvGrpSpPr>
      <p:grpSpPr>
        <a:xfrm>
          <a:off x="0" y="0"/>
          <a:ext cx="0" cy="0"/>
          <a:chOff x="0" y="0"/>
          <a:chExt cx="0" cy="0"/>
        </a:xfrm>
      </p:grpSpPr>
      <p:sp>
        <p:nvSpPr>
          <p:cNvPr id="1967" name="Google Shape;1967;g3b0e51c5b8f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8" name="Google Shape;1968;g3b0e51c5b8f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sz="1400">
                <a:solidFill>
                  <a:schemeClr val="dk1"/>
                </a:solidFill>
              </a:rPr>
              <a:t>It’s important to acknowledge limitations.</a:t>
            </a:r>
            <a:endParaRPr sz="1400">
              <a:solidFill>
                <a:schemeClr val="dk1"/>
              </a:solidFill>
            </a:endParaRPr>
          </a:p>
          <a:p>
            <a:pPr indent="0" lvl="0" marL="0" rtl="0" algn="l">
              <a:spcBef>
                <a:spcPts val="0"/>
              </a:spcBef>
              <a:spcAft>
                <a:spcPts val="0"/>
              </a:spcAft>
              <a:buNone/>
            </a:pPr>
            <a:r>
              <a:rPr lang="fr" sz="1400">
                <a:solidFill>
                  <a:schemeClr val="dk1"/>
                </a:solidFill>
              </a:rPr>
              <a:t>This is not causal inference — the projections are hypothetical and do not reflect supply-side or behavioral changes.</a:t>
            </a:r>
            <a:endParaRPr sz="1400">
              <a:solidFill>
                <a:schemeClr val="dk1"/>
              </a:solidFill>
            </a:endParaRPr>
          </a:p>
          <a:p>
            <a:pPr indent="0" lvl="0" marL="0" rtl="0" algn="l">
              <a:spcBef>
                <a:spcPts val="0"/>
              </a:spcBef>
              <a:spcAft>
                <a:spcPts val="0"/>
              </a:spcAft>
              <a:buNone/>
            </a:pPr>
            <a:r>
              <a:rPr lang="fr" sz="1400">
                <a:solidFill>
                  <a:schemeClr val="dk1"/>
                </a:solidFill>
              </a:rPr>
              <a:t>Still, it offers a useful illustration of the potential magnitude of policy impacts.</a:t>
            </a:r>
            <a:endParaRPr sz="1400">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2" name="Shape 1972"/>
        <p:cNvGrpSpPr/>
        <p:nvPr/>
      </p:nvGrpSpPr>
      <p:grpSpPr>
        <a:xfrm>
          <a:off x="0" y="0"/>
          <a:ext cx="0" cy="0"/>
          <a:chOff x="0" y="0"/>
          <a:chExt cx="0" cy="0"/>
        </a:xfrm>
      </p:grpSpPr>
      <p:sp>
        <p:nvSpPr>
          <p:cNvPr id="1973" name="Google Shape;1973;g3b0e51c5b8f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4" name="Google Shape;1974;g3b0e51c5b8f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sz="1400">
                <a:solidFill>
                  <a:schemeClr val="dk1"/>
                </a:solidFill>
              </a:rPr>
              <a:t>In conclusion, the analysis shows that rent policy decisions can have a measurable effect on rent trajectories.</a:t>
            </a:r>
            <a:endParaRPr sz="1400">
              <a:solidFill>
                <a:schemeClr val="dk1"/>
              </a:solidFill>
            </a:endParaRPr>
          </a:p>
          <a:p>
            <a:pPr indent="0" lvl="0" marL="0" rtl="0" algn="l">
              <a:spcBef>
                <a:spcPts val="0"/>
              </a:spcBef>
              <a:spcAft>
                <a:spcPts val="0"/>
              </a:spcAft>
              <a:buNone/>
            </a:pPr>
            <a:r>
              <a:rPr lang="fr" sz="1400">
                <a:solidFill>
                  <a:schemeClr val="dk1"/>
                </a:solidFill>
              </a:rPr>
              <a:t>Scenario modeling like this can help guide discussions about affordability and housing policy.</a:t>
            </a:r>
            <a:endParaRPr sz="1400">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8" name="Shape 1978"/>
        <p:cNvGrpSpPr/>
        <p:nvPr/>
      </p:nvGrpSpPr>
      <p:grpSpPr>
        <a:xfrm>
          <a:off x="0" y="0"/>
          <a:ext cx="0" cy="0"/>
          <a:chOff x="0" y="0"/>
          <a:chExt cx="0" cy="0"/>
        </a:xfrm>
      </p:grpSpPr>
      <p:sp>
        <p:nvSpPr>
          <p:cNvPr id="1979" name="Google Shape;1979;g20f41e19245_0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0" name="Google Shape;1980;g20f41e19245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sz="1400"/>
              <a:t>Thank you for listening</a:t>
            </a:r>
            <a:endParaRPr sz="14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hyperlink" Target="https://slidesgo.com/fr/" TargetMode="External"/><Relationship Id="rId4" Type="http://schemas.openxmlformats.org/officeDocument/2006/relationships/hyperlink" Target="https://www.flaticon.com/fr/" TargetMode="External"/><Relationship Id="rId5" Type="http://schemas.openxmlformats.org/officeDocument/2006/relationships/hyperlink" Target="https://fr.freepik.com/" TargetMode="Externa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pic>
        <p:nvPicPr>
          <p:cNvPr id="9" name="Google Shape;9;p2"/>
          <p:cNvPicPr preferRelativeResize="0"/>
          <p:nvPr/>
        </p:nvPicPr>
        <p:blipFill rotWithShape="1">
          <a:blip r:embed="rId2">
            <a:alphaModFix/>
          </a:blip>
          <a:srcRect b="901" l="0" r="990" t="0"/>
          <a:stretch/>
        </p:blipFill>
        <p:spPr>
          <a:xfrm>
            <a:off x="0" y="0"/>
            <a:ext cx="9144003" cy="5143500"/>
          </a:xfrm>
          <a:prstGeom prst="rect">
            <a:avLst/>
          </a:prstGeom>
          <a:noFill/>
          <a:ln>
            <a:noFill/>
          </a:ln>
        </p:spPr>
      </p:pic>
      <p:grpSp>
        <p:nvGrpSpPr>
          <p:cNvPr id="10" name="Google Shape;10;p2"/>
          <p:cNvGrpSpPr/>
          <p:nvPr/>
        </p:nvGrpSpPr>
        <p:grpSpPr>
          <a:xfrm>
            <a:off x="4718095" y="472054"/>
            <a:ext cx="101875" cy="134875"/>
            <a:chOff x="3928495" y="333391"/>
            <a:chExt cx="101875" cy="134875"/>
          </a:xfrm>
        </p:grpSpPr>
        <p:grpSp>
          <p:nvGrpSpPr>
            <p:cNvPr id="11" name="Google Shape;11;p2"/>
            <p:cNvGrpSpPr/>
            <p:nvPr/>
          </p:nvGrpSpPr>
          <p:grpSpPr>
            <a:xfrm>
              <a:off x="3928495" y="379241"/>
              <a:ext cx="44700" cy="42600"/>
              <a:chOff x="3928495" y="379241"/>
              <a:chExt cx="44700" cy="42600"/>
            </a:xfrm>
          </p:grpSpPr>
          <p:sp>
            <p:nvSpPr>
              <p:cNvPr id="12" name="Google Shape;12;p2"/>
              <p:cNvSpPr/>
              <p:nvPr/>
            </p:nvSpPr>
            <p:spPr>
              <a:xfrm>
                <a:off x="3928495" y="396272"/>
                <a:ext cx="44700" cy="81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 name="Google Shape;13;p2"/>
              <p:cNvSpPr/>
              <p:nvPr/>
            </p:nvSpPr>
            <p:spPr>
              <a:xfrm>
                <a:off x="3946802" y="379241"/>
                <a:ext cx="8100" cy="426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4" name="Google Shape;14;p2"/>
            <p:cNvGrpSpPr/>
            <p:nvPr/>
          </p:nvGrpSpPr>
          <p:grpSpPr>
            <a:xfrm>
              <a:off x="3985670" y="425666"/>
              <a:ext cx="44700" cy="42600"/>
              <a:chOff x="3928495" y="379241"/>
              <a:chExt cx="44700" cy="42600"/>
            </a:xfrm>
          </p:grpSpPr>
          <p:sp>
            <p:nvSpPr>
              <p:cNvPr id="15" name="Google Shape;15;p2"/>
              <p:cNvSpPr/>
              <p:nvPr/>
            </p:nvSpPr>
            <p:spPr>
              <a:xfrm>
                <a:off x="3928495" y="396272"/>
                <a:ext cx="44700" cy="81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 name="Google Shape;16;p2"/>
              <p:cNvSpPr/>
              <p:nvPr/>
            </p:nvSpPr>
            <p:spPr>
              <a:xfrm>
                <a:off x="3946802" y="379241"/>
                <a:ext cx="8100" cy="426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7" name="Google Shape;17;p2"/>
            <p:cNvGrpSpPr/>
            <p:nvPr/>
          </p:nvGrpSpPr>
          <p:grpSpPr>
            <a:xfrm>
              <a:off x="3985670" y="333391"/>
              <a:ext cx="44700" cy="42600"/>
              <a:chOff x="3928495" y="379241"/>
              <a:chExt cx="44700" cy="42600"/>
            </a:xfrm>
          </p:grpSpPr>
          <p:sp>
            <p:nvSpPr>
              <p:cNvPr id="18" name="Google Shape;18;p2"/>
              <p:cNvSpPr/>
              <p:nvPr/>
            </p:nvSpPr>
            <p:spPr>
              <a:xfrm>
                <a:off x="3928495" y="396272"/>
                <a:ext cx="44700" cy="81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 name="Google Shape;19;p2"/>
              <p:cNvSpPr/>
              <p:nvPr/>
            </p:nvSpPr>
            <p:spPr>
              <a:xfrm>
                <a:off x="3946802" y="379241"/>
                <a:ext cx="8100" cy="426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20" name="Google Shape;20;p2"/>
          <p:cNvGrpSpPr/>
          <p:nvPr/>
        </p:nvGrpSpPr>
        <p:grpSpPr>
          <a:xfrm>
            <a:off x="202343" y="-216228"/>
            <a:ext cx="8657567" cy="5537627"/>
            <a:chOff x="202343" y="-216228"/>
            <a:chExt cx="8657567" cy="5537627"/>
          </a:xfrm>
        </p:grpSpPr>
        <p:grpSp>
          <p:nvGrpSpPr>
            <p:cNvPr id="21" name="Google Shape;21;p2"/>
            <p:cNvGrpSpPr/>
            <p:nvPr/>
          </p:nvGrpSpPr>
          <p:grpSpPr>
            <a:xfrm>
              <a:off x="495055" y="4312458"/>
              <a:ext cx="2156910" cy="506908"/>
              <a:chOff x="4891825" y="3495059"/>
              <a:chExt cx="1351193" cy="317552"/>
            </a:xfrm>
          </p:grpSpPr>
          <p:sp>
            <p:nvSpPr>
              <p:cNvPr id="22" name="Google Shape;22;p2"/>
              <p:cNvSpPr/>
              <p:nvPr/>
            </p:nvSpPr>
            <p:spPr>
              <a:xfrm>
                <a:off x="6208918" y="3706050"/>
                <a:ext cx="34100" cy="31969"/>
              </a:xfrm>
              <a:custGeom>
                <a:rect b="b" l="l" r="r" t="t"/>
                <a:pathLst>
                  <a:path extrusionOk="0" h="15" w="15">
                    <a:moveTo>
                      <a:pt x="2" y="7"/>
                    </a:moveTo>
                    <a:cubicBezTo>
                      <a:pt x="4" y="7"/>
                      <a:pt x="4" y="7"/>
                      <a:pt x="4" y="7"/>
                    </a:cubicBezTo>
                    <a:cubicBezTo>
                      <a:pt x="4" y="6"/>
                      <a:pt x="6" y="4"/>
                      <a:pt x="8" y="4"/>
                    </a:cubicBezTo>
                    <a:cubicBezTo>
                      <a:pt x="9" y="4"/>
                      <a:pt x="11" y="6"/>
                      <a:pt x="11" y="7"/>
                    </a:cubicBezTo>
                    <a:cubicBezTo>
                      <a:pt x="11" y="9"/>
                      <a:pt x="9" y="11"/>
                      <a:pt x="8" y="11"/>
                    </a:cubicBezTo>
                    <a:cubicBezTo>
                      <a:pt x="6" y="11"/>
                      <a:pt x="4" y="9"/>
                      <a:pt x="4" y="7"/>
                    </a:cubicBezTo>
                    <a:cubicBezTo>
                      <a:pt x="2" y="7"/>
                      <a:pt x="2" y="7"/>
                      <a:pt x="2" y="7"/>
                    </a:cubicBezTo>
                    <a:cubicBezTo>
                      <a:pt x="0" y="7"/>
                      <a:pt x="0" y="7"/>
                      <a:pt x="0" y="7"/>
                    </a:cubicBezTo>
                    <a:cubicBezTo>
                      <a:pt x="0" y="11"/>
                      <a:pt x="4" y="15"/>
                      <a:pt x="8" y="15"/>
                    </a:cubicBezTo>
                    <a:cubicBezTo>
                      <a:pt x="12" y="15"/>
                      <a:pt x="15" y="11"/>
                      <a:pt x="15" y="7"/>
                    </a:cubicBezTo>
                    <a:cubicBezTo>
                      <a:pt x="15" y="3"/>
                      <a:pt x="12" y="0"/>
                      <a:pt x="8" y="0"/>
                    </a:cubicBezTo>
                    <a:cubicBezTo>
                      <a:pt x="4" y="0"/>
                      <a:pt x="0" y="3"/>
                      <a:pt x="0" y="7"/>
                    </a:cubicBezTo>
                    <a:lnTo>
                      <a:pt x="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 name="Google Shape;23;p2"/>
              <p:cNvSpPr/>
              <p:nvPr/>
            </p:nvSpPr>
            <p:spPr>
              <a:xfrm>
                <a:off x="4891825" y="3584575"/>
                <a:ext cx="29825" cy="29825"/>
              </a:xfrm>
              <a:custGeom>
                <a:rect b="b" l="l" r="r" t="t"/>
                <a:pathLst>
                  <a:path extrusionOk="0" h="14" w="15">
                    <a:moveTo>
                      <a:pt x="2" y="7"/>
                    </a:moveTo>
                    <a:cubicBezTo>
                      <a:pt x="4" y="7"/>
                      <a:pt x="4" y="7"/>
                      <a:pt x="4" y="7"/>
                    </a:cubicBezTo>
                    <a:cubicBezTo>
                      <a:pt x="4" y="5"/>
                      <a:pt x="6" y="4"/>
                      <a:pt x="7" y="4"/>
                    </a:cubicBezTo>
                    <a:cubicBezTo>
                      <a:pt x="9" y="4"/>
                      <a:pt x="11" y="5"/>
                      <a:pt x="11" y="7"/>
                    </a:cubicBezTo>
                    <a:cubicBezTo>
                      <a:pt x="11" y="9"/>
                      <a:pt x="9" y="10"/>
                      <a:pt x="7" y="10"/>
                    </a:cubicBezTo>
                    <a:cubicBezTo>
                      <a:pt x="6" y="10"/>
                      <a:pt x="4" y="9"/>
                      <a:pt x="4" y="7"/>
                    </a:cubicBezTo>
                    <a:cubicBezTo>
                      <a:pt x="2" y="7"/>
                      <a:pt x="2" y="7"/>
                      <a:pt x="2" y="7"/>
                    </a:cubicBezTo>
                    <a:cubicBezTo>
                      <a:pt x="0" y="7"/>
                      <a:pt x="0" y="7"/>
                      <a:pt x="0" y="7"/>
                    </a:cubicBezTo>
                    <a:cubicBezTo>
                      <a:pt x="0" y="11"/>
                      <a:pt x="3" y="14"/>
                      <a:pt x="7" y="14"/>
                    </a:cubicBezTo>
                    <a:cubicBezTo>
                      <a:pt x="11" y="14"/>
                      <a:pt x="15" y="11"/>
                      <a:pt x="15" y="7"/>
                    </a:cubicBezTo>
                    <a:cubicBezTo>
                      <a:pt x="15" y="3"/>
                      <a:pt x="11" y="0"/>
                      <a:pt x="7" y="0"/>
                    </a:cubicBezTo>
                    <a:cubicBezTo>
                      <a:pt x="3" y="0"/>
                      <a:pt x="0" y="3"/>
                      <a:pt x="0" y="7"/>
                    </a:cubicBezTo>
                    <a:lnTo>
                      <a:pt x="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 name="Google Shape;24;p2"/>
              <p:cNvSpPr/>
              <p:nvPr/>
            </p:nvSpPr>
            <p:spPr>
              <a:xfrm>
                <a:off x="4917389" y="3595227"/>
                <a:ext cx="1295792" cy="217384"/>
              </a:xfrm>
              <a:custGeom>
                <a:rect b="b" l="l" r="r" t="t"/>
                <a:pathLst>
                  <a:path extrusionOk="0" h="102" w="608">
                    <a:moveTo>
                      <a:pt x="0" y="4"/>
                    </a:moveTo>
                    <a:lnTo>
                      <a:pt x="207" y="4"/>
                    </a:lnTo>
                    <a:lnTo>
                      <a:pt x="305" y="102"/>
                    </a:lnTo>
                    <a:lnTo>
                      <a:pt x="498" y="102"/>
                    </a:lnTo>
                    <a:lnTo>
                      <a:pt x="539" y="61"/>
                    </a:lnTo>
                    <a:lnTo>
                      <a:pt x="608" y="61"/>
                    </a:lnTo>
                    <a:lnTo>
                      <a:pt x="608" y="57"/>
                    </a:lnTo>
                    <a:lnTo>
                      <a:pt x="537" y="57"/>
                    </a:lnTo>
                    <a:lnTo>
                      <a:pt x="497" y="98"/>
                    </a:lnTo>
                    <a:lnTo>
                      <a:pt x="307" y="98"/>
                    </a:lnTo>
                    <a:lnTo>
                      <a:pt x="210" y="0"/>
                    </a:lnTo>
                    <a:lnTo>
                      <a:pt x="0" y="0"/>
                    </a:lnTo>
                    <a:lnTo>
                      <a:pt x="0" y="4"/>
                    </a:lnTo>
                    <a:lnTo>
                      <a:pt x="0" y="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 name="Google Shape;25;p2"/>
              <p:cNvSpPr/>
              <p:nvPr/>
            </p:nvSpPr>
            <p:spPr>
              <a:xfrm>
                <a:off x="5933990" y="3716706"/>
                <a:ext cx="31969" cy="34099"/>
              </a:xfrm>
              <a:custGeom>
                <a:rect b="b" l="l" r="r" t="t"/>
                <a:pathLst>
                  <a:path extrusionOk="0" h="15" w="14">
                    <a:moveTo>
                      <a:pt x="2" y="8"/>
                    </a:moveTo>
                    <a:cubicBezTo>
                      <a:pt x="4" y="8"/>
                      <a:pt x="4" y="8"/>
                      <a:pt x="4" y="8"/>
                    </a:cubicBezTo>
                    <a:cubicBezTo>
                      <a:pt x="4" y="6"/>
                      <a:pt x="5" y="4"/>
                      <a:pt x="7" y="4"/>
                    </a:cubicBezTo>
                    <a:cubicBezTo>
                      <a:pt x="8" y="4"/>
                      <a:pt x="10" y="6"/>
                      <a:pt x="10" y="8"/>
                    </a:cubicBezTo>
                    <a:cubicBezTo>
                      <a:pt x="10" y="9"/>
                      <a:pt x="8" y="11"/>
                      <a:pt x="7" y="11"/>
                    </a:cubicBezTo>
                    <a:cubicBezTo>
                      <a:pt x="5" y="11"/>
                      <a:pt x="4" y="9"/>
                      <a:pt x="4" y="8"/>
                    </a:cubicBezTo>
                    <a:cubicBezTo>
                      <a:pt x="2" y="8"/>
                      <a:pt x="2" y="8"/>
                      <a:pt x="2" y="8"/>
                    </a:cubicBezTo>
                    <a:cubicBezTo>
                      <a:pt x="0" y="8"/>
                      <a:pt x="0" y="8"/>
                      <a:pt x="0" y="8"/>
                    </a:cubicBezTo>
                    <a:cubicBezTo>
                      <a:pt x="0" y="11"/>
                      <a:pt x="3" y="15"/>
                      <a:pt x="7" y="15"/>
                    </a:cubicBezTo>
                    <a:cubicBezTo>
                      <a:pt x="11" y="15"/>
                      <a:pt x="14" y="11"/>
                      <a:pt x="14" y="8"/>
                    </a:cubicBezTo>
                    <a:cubicBezTo>
                      <a:pt x="14" y="4"/>
                      <a:pt x="11" y="0"/>
                      <a:pt x="7" y="0"/>
                    </a:cubicBezTo>
                    <a:cubicBezTo>
                      <a:pt x="3" y="0"/>
                      <a:pt x="0" y="4"/>
                      <a:pt x="0" y="8"/>
                    </a:cubicBezTo>
                    <a:lnTo>
                      <a:pt x="2"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 name="Google Shape;26;p2"/>
              <p:cNvSpPr/>
              <p:nvPr/>
            </p:nvSpPr>
            <p:spPr>
              <a:xfrm>
                <a:off x="5286094" y="3495059"/>
                <a:ext cx="29837" cy="31969"/>
              </a:xfrm>
              <a:custGeom>
                <a:rect b="b" l="l" r="r" t="t"/>
                <a:pathLst>
                  <a:path extrusionOk="0" h="15" w="14">
                    <a:moveTo>
                      <a:pt x="2" y="8"/>
                    </a:moveTo>
                    <a:cubicBezTo>
                      <a:pt x="4" y="8"/>
                      <a:pt x="4" y="8"/>
                      <a:pt x="4" y="8"/>
                    </a:cubicBezTo>
                    <a:cubicBezTo>
                      <a:pt x="4" y="6"/>
                      <a:pt x="5" y="4"/>
                      <a:pt x="7" y="4"/>
                    </a:cubicBezTo>
                    <a:cubicBezTo>
                      <a:pt x="9" y="4"/>
                      <a:pt x="10" y="6"/>
                      <a:pt x="10" y="8"/>
                    </a:cubicBezTo>
                    <a:cubicBezTo>
                      <a:pt x="10" y="9"/>
                      <a:pt x="9" y="11"/>
                      <a:pt x="7" y="11"/>
                    </a:cubicBezTo>
                    <a:cubicBezTo>
                      <a:pt x="5" y="11"/>
                      <a:pt x="4" y="9"/>
                      <a:pt x="4" y="8"/>
                    </a:cubicBezTo>
                    <a:cubicBezTo>
                      <a:pt x="2" y="8"/>
                      <a:pt x="2" y="8"/>
                      <a:pt x="2" y="8"/>
                    </a:cubicBezTo>
                    <a:cubicBezTo>
                      <a:pt x="0" y="8"/>
                      <a:pt x="0" y="8"/>
                      <a:pt x="0" y="8"/>
                    </a:cubicBezTo>
                    <a:cubicBezTo>
                      <a:pt x="0" y="11"/>
                      <a:pt x="3" y="15"/>
                      <a:pt x="7" y="15"/>
                    </a:cubicBezTo>
                    <a:cubicBezTo>
                      <a:pt x="11" y="15"/>
                      <a:pt x="14" y="11"/>
                      <a:pt x="14" y="8"/>
                    </a:cubicBezTo>
                    <a:cubicBezTo>
                      <a:pt x="14" y="4"/>
                      <a:pt x="11" y="0"/>
                      <a:pt x="7" y="0"/>
                    </a:cubicBezTo>
                    <a:cubicBezTo>
                      <a:pt x="3" y="0"/>
                      <a:pt x="0" y="4"/>
                      <a:pt x="0" y="8"/>
                    </a:cubicBezTo>
                    <a:lnTo>
                      <a:pt x="2"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 name="Google Shape;27;p2"/>
              <p:cNvSpPr/>
              <p:nvPr/>
            </p:nvSpPr>
            <p:spPr>
              <a:xfrm>
                <a:off x="5311668" y="3507847"/>
                <a:ext cx="632979" cy="219516"/>
              </a:xfrm>
              <a:custGeom>
                <a:rect b="b" l="l" r="r" t="t"/>
                <a:pathLst>
                  <a:path extrusionOk="0" h="103" w="297">
                    <a:moveTo>
                      <a:pt x="0" y="4"/>
                    </a:moveTo>
                    <a:lnTo>
                      <a:pt x="39" y="4"/>
                    </a:lnTo>
                    <a:lnTo>
                      <a:pt x="115" y="79"/>
                    </a:lnTo>
                    <a:lnTo>
                      <a:pt x="270" y="79"/>
                    </a:lnTo>
                    <a:lnTo>
                      <a:pt x="294" y="103"/>
                    </a:lnTo>
                    <a:lnTo>
                      <a:pt x="297" y="100"/>
                    </a:lnTo>
                    <a:lnTo>
                      <a:pt x="272" y="75"/>
                    </a:lnTo>
                    <a:lnTo>
                      <a:pt x="117" y="75"/>
                    </a:lnTo>
                    <a:lnTo>
                      <a:pt x="41" y="0"/>
                    </a:lnTo>
                    <a:lnTo>
                      <a:pt x="0" y="0"/>
                    </a:lnTo>
                    <a:lnTo>
                      <a:pt x="0" y="4"/>
                    </a:lnTo>
                    <a:lnTo>
                      <a:pt x="0" y="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8" name="Google Shape;28;p2"/>
            <p:cNvGrpSpPr/>
            <p:nvPr/>
          </p:nvGrpSpPr>
          <p:grpSpPr>
            <a:xfrm>
              <a:off x="8328721" y="-57203"/>
              <a:ext cx="204128" cy="1115878"/>
              <a:chOff x="6605329" y="191675"/>
              <a:chExt cx="127876" cy="699040"/>
            </a:xfrm>
          </p:grpSpPr>
          <p:sp>
            <p:nvSpPr>
              <p:cNvPr id="29" name="Google Shape;29;p2"/>
              <p:cNvSpPr/>
              <p:nvPr/>
            </p:nvSpPr>
            <p:spPr>
              <a:xfrm>
                <a:off x="6701235" y="858746"/>
                <a:ext cx="31969" cy="31969"/>
              </a:xfrm>
              <a:custGeom>
                <a:rect b="b" l="l" r="r" t="t"/>
                <a:pathLst>
                  <a:path extrusionOk="0" h="14" w="15">
                    <a:moveTo>
                      <a:pt x="13" y="7"/>
                    </a:moveTo>
                    <a:cubicBezTo>
                      <a:pt x="11" y="7"/>
                      <a:pt x="11" y="7"/>
                      <a:pt x="11" y="7"/>
                    </a:cubicBezTo>
                    <a:cubicBezTo>
                      <a:pt x="11" y="9"/>
                      <a:pt x="9" y="10"/>
                      <a:pt x="7" y="10"/>
                    </a:cubicBezTo>
                    <a:cubicBezTo>
                      <a:pt x="6" y="10"/>
                      <a:pt x="4" y="9"/>
                      <a:pt x="4" y="7"/>
                    </a:cubicBezTo>
                    <a:cubicBezTo>
                      <a:pt x="4" y="5"/>
                      <a:pt x="6" y="4"/>
                      <a:pt x="7" y="4"/>
                    </a:cubicBezTo>
                    <a:cubicBezTo>
                      <a:pt x="9" y="4"/>
                      <a:pt x="11" y="5"/>
                      <a:pt x="11" y="7"/>
                    </a:cubicBezTo>
                    <a:cubicBezTo>
                      <a:pt x="13" y="7"/>
                      <a:pt x="13" y="7"/>
                      <a:pt x="13" y="7"/>
                    </a:cubicBezTo>
                    <a:cubicBezTo>
                      <a:pt x="15" y="7"/>
                      <a:pt x="15" y="7"/>
                      <a:pt x="15" y="7"/>
                    </a:cubicBezTo>
                    <a:cubicBezTo>
                      <a:pt x="15" y="3"/>
                      <a:pt x="11" y="0"/>
                      <a:pt x="7" y="0"/>
                    </a:cubicBezTo>
                    <a:cubicBezTo>
                      <a:pt x="3" y="0"/>
                      <a:pt x="0" y="3"/>
                      <a:pt x="0" y="7"/>
                    </a:cubicBezTo>
                    <a:cubicBezTo>
                      <a:pt x="0" y="11"/>
                      <a:pt x="3" y="14"/>
                      <a:pt x="7" y="14"/>
                    </a:cubicBezTo>
                    <a:cubicBezTo>
                      <a:pt x="11" y="14"/>
                      <a:pt x="15" y="11"/>
                      <a:pt x="15" y="7"/>
                    </a:cubicBezTo>
                    <a:lnTo>
                      <a:pt x="13"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 name="Google Shape;30;p2"/>
              <p:cNvSpPr/>
              <p:nvPr/>
            </p:nvSpPr>
            <p:spPr>
              <a:xfrm>
                <a:off x="6605329" y="191675"/>
                <a:ext cx="115087" cy="671334"/>
              </a:xfrm>
              <a:custGeom>
                <a:rect b="b" l="l" r="r" t="t"/>
                <a:pathLst>
                  <a:path extrusionOk="0" h="315" w="54">
                    <a:moveTo>
                      <a:pt x="0" y="0"/>
                    </a:moveTo>
                    <a:lnTo>
                      <a:pt x="0" y="167"/>
                    </a:lnTo>
                    <a:lnTo>
                      <a:pt x="50" y="217"/>
                    </a:lnTo>
                    <a:lnTo>
                      <a:pt x="50" y="315"/>
                    </a:lnTo>
                    <a:lnTo>
                      <a:pt x="54" y="315"/>
                    </a:lnTo>
                    <a:lnTo>
                      <a:pt x="54" y="215"/>
                    </a:lnTo>
                    <a:lnTo>
                      <a:pt x="5" y="165"/>
                    </a:lnTo>
                    <a:lnTo>
                      <a:pt x="5" y="0"/>
                    </a:lnTo>
                    <a:lnTo>
                      <a:pt x="0" y="0"/>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1" name="Google Shape;31;p2"/>
            <p:cNvGrpSpPr/>
            <p:nvPr/>
          </p:nvGrpSpPr>
          <p:grpSpPr>
            <a:xfrm>
              <a:off x="4148615" y="-158755"/>
              <a:ext cx="1493520" cy="615774"/>
              <a:chOff x="5301012" y="396272"/>
              <a:chExt cx="935614" cy="385751"/>
            </a:xfrm>
          </p:grpSpPr>
          <p:sp>
            <p:nvSpPr>
              <p:cNvPr id="32" name="Google Shape;32;p2"/>
              <p:cNvSpPr/>
              <p:nvPr/>
            </p:nvSpPr>
            <p:spPr>
              <a:xfrm>
                <a:off x="6202525" y="396272"/>
                <a:ext cx="34100" cy="34099"/>
              </a:xfrm>
              <a:custGeom>
                <a:rect b="b" l="l" r="r" t="t"/>
                <a:pathLst>
                  <a:path extrusionOk="0" h="15" w="15">
                    <a:moveTo>
                      <a:pt x="13" y="8"/>
                    </a:moveTo>
                    <a:cubicBezTo>
                      <a:pt x="11" y="8"/>
                      <a:pt x="11" y="8"/>
                      <a:pt x="11" y="8"/>
                    </a:cubicBezTo>
                    <a:cubicBezTo>
                      <a:pt x="11" y="9"/>
                      <a:pt x="9" y="11"/>
                      <a:pt x="8" y="11"/>
                    </a:cubicBezTo>
                    <a:cubicBezTo>
                      <a:pt x="6" y="11"/>
                      <a:pt x="4" y="9"/>
                      <a:pt x="4" y="8"/>
                    </a:cubicBezTo>
                    <a:cubicBezTo>
                      <a:pt x="4" y="6"/>
                      <a:pt x="6" y="4"/>
                      <a:pt x="8" y="4"/>
                    </a:cubicBezTo>
                    <a:cubicBezTo>
                      <a:pt x="9" y="4"/>
                      <a:pt x="11" y="6"/>
                      <a:pt x="11" y="8"/>
                    </a:cubicBezTo>
                    <a:cubicBezTo>
                      <a:pt x="13" y="8"/>
                      <a:pt x="13" y="8"/>
                      <a:pt x="13" y="8"/>
                    </a:cubicBezTo>
                    <a:cubicBezTo>
                      <a:pt x="15" y="8"/>
                      <a:pt x="15" y="8"/>
                      <a:pt x="15" y="8"/>
                    </a:cubicBezTo>
                    <a:cubicBezTo>
                      <a:pt x="15" y="4"/>
                      <a:pt x="12" y="0"/>
                      <a:pt x="8" y="0"/>
                    </a:cubicBezTo>
                    <a:cubicBezTo>
                      <a:pt x="4" y="0"/>
                      <a:pt x="0" y="4"/>
                      <a:pt x="0" y="8"/>
                    </a:cubicBezTo>
                    <a:cubicBezTo>
                      <a:pt x="0" y="12"/>
                      <a:pt x="4" y="15"/>
                      <a:pt x="8" y="15"/>
                    </a:cubicBezTo>
                    <a:cubicBezTo>
                      <a:pt x="12" y="15"/>
                      <a:pt x="15" y="12"/>
                      <a:pt x="15" y="8"/>
                    </a:cubicBezTo>
                    <a:lnTo>
                      <a:pt x="13"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 name="Google Shape;33;p2"/>
              <p:cNvSpPr/>
              <p:nvPr/>
            </p:nvSpPr>
            <p:spPr>
              <a:xfrm>
                <a:off x="5301012" y="750054"/>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6"/>
                      <a:pt x="5" y="4"/>
                      <a:pt x="7" y="4"/>
                    </a:cubicBezTo>
                    <a:cubicBezTo>
                      <a:pt x="9" y="4"/>
                      <a:pt x="10" y="6"/>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 name="Google Shape;34;p2"/>
              <p:cNvSpPr/>
              <p:nvPr/>
            </p:nvSpPr>
            <p:spPr>
              <a:xfrm>
                <a:off x="5322324" y="426109"/>
                <a:ext cx="903645" cy="336732"/>
              </a:xfrm>
              <a:custGeom>
                <a:rect b="b" l="l" r="r" t="t"/>
                <a:pathLst>
                  <a:path extrusionOk="0" h="158" w="424">
                    <a:moveTo>
                      <a:pt x="419" y="0"/>
                    </a:moveTo>
                    <a:lnTo>
                      <a:pt x="419" y="51"/>
                    </a:lnTo>
                    <a:lnTo>
                      <a:pt x="388" y="82"/>
                    </a:lnTo>
                    <a:lnTo>
                      <a:pt x="72" y="82"/>
                    </a:lnTo>
                    <a:lnTo>
                      <a:pt x="0" y="154"/>
                    </a:lnTo>
                    <a:lnTo>
                      <a:pt x="3" y="158"/>
                    </a:lnTo>
                    <a:lnTo>
                      <a:pt x="74" y="86"/>
                    </a:lnTo>
                    <a:lnTo>
                      <a:pt x="390" y="86"/>
                    </a:lnTo>
                    <a:lnTo>
                      <a:pt x="424" y="53"/>
                    </a:lnTo>
                    <a:lnTo>
                      <a:pt x="424" y="0"/>
                    </a:lnTo>
                    <a:lnTo>
                      <a:pt x="419" y="0"/>
                    </a:lnTo>
                    <a:lnTo>
                      <a:pt x="419"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5" name="Google Shape;35;p2"/>
            <p:cNvGrpSpPr/>
            <p:nvPr/>
          </p:nvGrpSpPr>
          <p:grpSpPr>
            <a:xfrm>
              <a:off x="983733" y="132957"/>
              <a:ext cx="1064856" cy="813093"/>
              <a:chOff x="3843246" y="357910"/>
              <a:chExt cx="667078" cy="509361"/>
            </a:xfrm>
          </p:grpSpPr>
          <p:sp>
            <p:nvSpPr>
              <p:cNvPr id="36" name="Google Shape;36;p2"/>
              <p:cNvSpPr/>
              <p:nvPr/>
            </p:nvSpPr>
            <p:spPr>
              <a:xfrm>
                <a:off x="3870952" y="385616"/>
                <a:ext cx="626584" cy="471000"/>
              </a:xfrm>
              <a:custGeom>
                <a:rect b="b" l="l" r="r" t="t"/>
                <a:pathLst>
                  <a:path extrusionOk="0" h="221" w="294">
                    <a:moveTo>
                      <a:pt x="290" y="0"/>
                    </a:moveTo>
                    <a:lnTo>
                      <a:pt x="290" y="78"/>
                    </a:lnTo>
                    <a:lnTo>
                      <a:pt x="151" y="217"/>
                    </a:lnTo>
                    <a:lnTo>
                      <a:pt x="0" y="217"/>
                    </a:lnTo>
                    <a:lnTo>
                      <a:pt x="0" y="221"/>
                    </a:lnTo>
                    <a:lnTo>
                      <a:pt x="153" y="221"/>
                    </a:lnTo>
                    <a:lnTo>
                      <a:pt x="294" y="80"/>
                    </a:lnTo>
                    <a:lnTo>
                      <a:pt x="294" y="0"/>
                    </a:lnTo>
                    <a:lnTo>
                      <a:pt x="290" y="0"/>
                    </a:lnTo>
                    <a:lnTo>
                      <a:pt x="29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 name="Google Shape;37;p2"/>
              <p:cNvSpPr/>
              <p:nvPr/>
            </p:nvSpPr>
            <p:spPr>
              <a:xfrm>
                <a:off x="3843246" y="835302"/>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5"/>
                      <a:pt x="5"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 name="Google Shape;38;p2"/>
              <p:cNvSpPr/>
              <p:nvPr/>
            </p:nvSpPr>
            <p:spPr>
              <a:xfrm>
                <a:off x="4478354" y="357910"/>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6"/>
                      <a:pt x="5" y="4"/>
                      <a:pt x="7" y="4"/>
                    </a:cubicBezTo>
                    <a:cubicBezTo>
                      <a:pt x="9" y="4"/>
                      <a:pt x="10" y="6"/>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9" name="Google Shape;39;p2"/>
            <p:cNvGrpSpPr/>
            <p:nvPr/>
          </p:nvGrpSpPr>
          <p:grpSpPr>
            <a:xfrm>
              <a:off x="202343" y="-216228"/>
              <a:ext cx="1337026" cy="826702"/>
              <a:chOff x="3421261" y="191675"/>
              <a:chExt cx="837578" cy="517886"/>
            </a:xfrm>
          </p:grpSpPr>
          <p:sp>
            <p:nvSpPr>
              <p:cNvPr id="40" name="Google Shape;40;p2"/>
              <p:cNvSpPr/>
              <p:nvPr/>
            </p:nvSpPr>
            <p:spPr>
              <a:xfrm>
                <a:off x="3421261" y="679724"/>
                <a:ext cx="31969" cy="29837"/>
              </a:xfrm>
              <a:custGeom>
                <a:rect b="b" l="l" r="r" t="t"/>
                <a:pathLst>
                  <a:path extrusionOk="0" h="14" w="14">
                    <a:moveTo>
                      <a:pt x="12" y="7"/>
                    </a:moveTo>
                    <a:cubicBezTo>
                      <a:pt x="10" y="7"/>
                      <a:pt x="10" y="7"/>
                      <a:pt x="10" y="7"/>
                    </a:cubicBezTo>
                    <a:cubicBezTo>
                      <a:pt x="10" y="8"/>
                      <a:pt x="9" y="10"/>
                      <a:pt x="7" y="10"/>
                    </a:cubicBezTo>
                    <a:cubicBezTo>
                      <a:pt x="5" y="10"/>
                      <a:pt x="4" y="8"/>
                      <a:pt x="4" y="7"/>
                    </a:cubicBezTo>
                    <a:cubicBezTo>
                      <a:pt x="4" y="5"/>
                      <a:pt x="5"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 name="Google Shape;41;p2"/>
              <p:cNvSpPr/>
              <p:nvPr/>
            </p:nvSpPr>
            <p:spPr>
              <a:xfrm>
                <a:off x="3442573" y="191675"/>
                <a:ext cx="816266" cy="498704"/>
              </a:xfrm>
              <a:custGeom>
                <a:rect b="b" l="l" r="r" t="t"/>
                <a:pathLst>
                  <a:path extrusionOk="0" h="234" w="383">
                    <a:moveTo>
                      <a:pt x="379" y="0"/>
                    </a:moveTo>
                    <a:lnTo>
                      <a:pt x="379" y="106"/>
                    </a:lnTo>
                    <a:lnTo>
                      <a:pt x="301" y="185"/>
                    </a:lnTo>
                    <a:lnTo>
                      <a:pt x="46" y="185"/>
                    </a:lnTo>
                    <a:lnTo>
                      <a:pt x="0" y="231"/>
                    </a:lnTo>
                    <a:lnTo>
                      <a:pt x="3" y="234"/>
                    </a:lnTo>
                    <a:lnTo>
                      <a:pt x="47" y="190"/>
                    </a:lnTo>
                    <a:lnTo>
                      <a:pt x="302" y="190"/>
                    </a:lnTo>
                    <a:lnTo>
                      <a:pt x="383" y="108"/>
                    </a:lnTo>
                    <a:lnTo>
                      <a:pt x="383" y="0"/>
                    </a:lnTo>
                    <a:lnTo>
                      <a:pt x="379" y="0"/>
                    </a:lnTo>
                    <a:lnTo>
                      <a:pt x="379"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2" name="Google Shape;42;p2"/>
            <p:cNvGrpSpPr/>
            <p:nvPr/>
          </p:nvGrpSpPr>
          <p:grpSpPr>
            <a:xfrm>
              <a:off x="8240578" y="3983385"/>
              <a:ext cx="619332" cy="1338013"/>
              <a:chOff x="6850421" y="775628"/>
              <a:chExt cx="398541" cy="861012"/>
            </a:xfrm>
          </p:grpSpPr>
          <p:sp>
            <p:nvSpPr>
              <p:cNvPr id="43" name="Google Shape;43;p2"/>
              <p:cNvSpPr/>
              <p:nvPr/>
            </p:nvSpPr>
            <p:spPr>
              <a:xfrm>
                <a:off x="6850421" y="1604672"/>
                <a:ext cx="34100" cy="31969"/>
              </a:xfrm>
              <a:custGeom>
                <a:rect b="b" l="l" r="r" t="t"/>
                <a:pathLst>
                  <a:path extrusionOk="0" h="15" w="15">
                    <a:moveTo>
                      <a:pt x="13" y="8"/>
                    </a:moveTo>
                    <a:cubicBezTo>
                      <a:pt x="11" y="8"/>
                      <a:pt x="11" y="8"/>
                      <a:pt x="11" y="8"/>
                    </a:cubicBezTo>
                    <a:cubicBezTo>
                      <a:pt x="11" y="9"/>
                      <a:pt x="9" y="11"/>
                      <a:pt x="7" y="11"/>
                    </a:cubicBezTo>
                    <a:cubicBezTo>
                      <a:pt x="6" y="11"/>
                      <a:pt x="4" y="9"/>
                      <a:pt x="4" y="8"/>
                    </a:cubicBezTo>
                    <a:cubicBezTo>
                      <a:pt x="4" y="6"/>
                      <a:pt x="6" y="4"/>
                      <a:pt x="7" y="4"/>
                    </a:cubicBezTo>
                    <a:cubicBezTo>
                      <a:pt x="9" y="4"/>
                      <a:pt x="11" y="6"/>
                      <a:pt x="11" y="8"/>
                    </a:cubicBezTo>
                    <a:cubicBezTo>
                      <a:pt x="13" y="8"/>
                      <a:pt x="13" y="8"/>
                      <a:pt x="13" y="8"/>
                    </a:cubicBezTo>
                    <a:cubicBezTo>
                      <a:pt x="15" y="8"/>
                      <a:pt x="15" y="8"/>
                      <a:pt x="15" y="8"/>
                    </a:cubicBezTo>
                    <a:cubicBezTo>
                      <a:pt x="15" y="4"/>
                      <a:pt x="11" y="0"/>
                      <a:pt x="7" y="0"/>
                    </a:cubicBezTo>
                    <a:cubicBezTo>
                      <a:pt x="3" y="0"/>
                      <a:pt x="0" y="4"/>
                      <a:pt x="0" y="8"/>
                    </a:cubicBezTo>
                    <a:cubicBezTo>
                      <a:pt x="0" y="12"/>
                      <a:pt x="3" y="15"/>
                      <a:pt x="7" y="15"/>
                    </a:cubicBezTo>
                    <a:cubicBezTo>
                      <a:pt x="11" y="15"/>
                      <a:pt x="15" y="12"/>
                      <a:pt x="15" y="8"/>
                    </a:cubicBezTo>
                    <a:lnTo>
                      <a:pt x="13"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 name="Google Shape;44;p2"/>
              <p:cNvSpPr/>
              <p:nvPr/>
            </p:nvSpPr>
            <p:spPr>
              <a:xfrm>
                <a:off x="7138138" y="775628"/>
                <a:ext cx="31969" cy="31969"/>
              </a:xfrm>
              <a:custGeom>
                <a:rect b="b" l="l" r="r" t="t"/>
                <a:pathLst>
                  <a:path extrusionOk="0" h="14" w="14">
                    <a:moveTo>
                      <a:pt x="12" y="7"/>
                    </a:moveTo>
                    <a:cubicBezTo>
                      <a:pt x="10" y="7"/>
                      <a:pt x="10" y="7"/>
                      <a:pt x="10" y="7"/>
                    </a:cubicBezTo>
                    <a:cubicBezTo>
                      <a:pt x="10" y="9"/>
                      <a:pt x="9" y="10"/>
                      <a:pt x="7" y="10"/>
                    </a:cubicBezTo>
                    <a:cubicBezTo>
                      <a:pt x="6" y="10"/>
                      <a:pt x="4" y="9"/>
                      <a:pt x="4" y="7"/>
                    </a:cubicBezTo>
                    <a:cubicBezTo>
                      <a:pt x="4" y="5"/>
                      <a:pt x="6"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 name="Google Shape;45;p2"/>
              <p:cNvSpPr/>
              <p:nvPr/>
            </p:nvSpPr>
            <p:spPr>
              <a:xfrm>
                <a:off x="6861077" y="794810"/>
                <a:ext cx="387885" cy="814124"/>
              </a:xfrm>
              <a:custGeom>
                <a:rect b="b" l="l" r="r" t="t"/>
                <a:pathLst>
                  <a:path extrusionOk="0" h="382" w="182">
                    <a:moveTo>
                      <a:pt x="5" y="382"/>
                    </a:moveTo>
                    <a:lnTo>
                      <a:pt x="5" y="306"/>
                    </a:lnTo>
                    <a:lnTo>
                      <a:pt x="79" y="231"/>
                    </a:lnTo>
                    <a:lnTo>
                      <a:pt x="146" y="231"/>
                    </a:lnTo>
                    <a:lnTo>
                      <a:pt x="182" y="194"/>
                    </a:lnTo>
                    <a:lnTo>
                      <a:pt x="182" y="40"/>
                    </a:lnTo>
                    <a:lnTo>
                      <a:pt x="142" y="0"/>
                    </a:lnTo>
                    <a:lnTo>
                      <a:pt x="140" y="3"/>
                    </a:lnTo>
                    <a:lnTo>
                      <a:pt x="178" y="42"/>
                    </a:lnTo>
                    <a:lnTo>
                      <a:pt x="178" y="192"/>
                    </a:lnTo>
                    <a:lnTo>
                      <a:pt x="143" y="227"/>
                    </a:lnTo>
                    <a:lnTo>
                      <a:pt x="78" y="227"/>
                    </a:lnTo>
                    <a:lnTo>
                      <a:pt x="0" y="304"/>
                    </a:lnTo>
                    <a:lnTo>
                      <a:pt x="0" y="382"/>
                    </a:lnTo>
                    <a:lnTo>
                      <a:pt x="5" y="382"/>
                    </a:lnTo>
                    <a:lnTo>
                      <a:pt x="5" y="38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6" name="Google Shape;46;p2"/>
            <p:cNvGrpSpPr/>
            <p:nvPr/>
          </p:nvGrpSpPr>
          <p:grpSpPr>
            <a:xfrm>
              <a:off x="4718095" y="4438582"/>
              <a:ext cx="1064856" cy="813093"/>
              <a:chOff x="3843246" y="357910"/>
              <a:chExt cx="667078" cy="509361"/>
            </a:xfrm>
          </p:grpSpPr>
          <p:sp>
            <p:nvSpPr>
              <p:cNvPr id="47" name="Google Shape;47;p2"/>
              <p:cNvSpPr/>
              <p:nvPr/>
            </p:nvSpPr>
            <p:spPr>
              <a:xfrm>
                <a:off x="3870952" y="385616"/>
                <a:ext cx="626584" cy="471000"/>
              </a:xfrm>
              <a:custGeom>
                <a:rect b="b" l="l" r="r" t="t"/>
                <a:pathLst>
                  <a:path extrusionOk="0" h="221" w="294">
                    <a:moveTo>
                      <a:pt x="290" y="0"/>
                    </a:moveTo>
                    <a:lnTo>
                      <a:pt x="290" y="78"/>
                    </a:lnTo>
                    <a:lnTo>
                      <a:pt x="151" y="217"/>
                    </a:lnTo>
                    <a:lnTo>
                      <a:pt x="0" y="217"/>
                    </a:lnTo>
                    <a:lnTo>
                      <a:pt x="0" y="221"/>
                    </a:lnTo>
                    <a:lnTo>
                      <a:pt x="153" y="221"/>
                    </a:lnTo>
                    <a:lnTo>
                      <a:pt x="294" y="80"/>
                    </a:lnTo>
                    <a:lnTo>
                      <a:pt x="294" y="0"/>
                    </a:lnTo>
                    <a:lnTo>
                      <a:pt x="290" y="0"/>
                    </a:lnTo>
                    <a:lnTo>
                      <a:pt x="29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 name="Google Shape;48;p2"/>
              <p:cNvSpPr/>
              <p:nvPr/>
            </p:nvSpPr>
            <p:spPr>
              <a:xfrm>
                <a:off x="3843246" y="835302"/>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5"/>
                      <a:pt x="5"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 name="Google Shape;49;p2"/>
              <p:cNvSpPr/>
              <p:nvPr/>
            </p:nvSpPr>
            <p:spPr>
              <a:xfrm>
                <a:off x="4478354" y="357910"/>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6"/>
                      <a:pt x="5" y="4"/>
                      <a:pt x="7" y="4"/>
                    </a:cubicBezTo>
                    <a:cubicBezTo>
                      <a:pt x="9" y="4"/>
                      <a:pt x="10" y="6"/>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50" name="Google Shape;50;p2"/>
          <p:cNvGrpSpPr/>
          <p:nvPr/>
        </p:nvGrpSpPr>
        <p:grpSpPr>
          <a:xfrm>
            <a:off x="538050" y="4042437"/>
            <a:ext cx="445675" cy="119073"/>
            <a:chOff x="3578973" y="2550931"/>
            <a:chExt cx="279193" cy="74593"/>
          </a:xfrm>
        </p:grpSpPr>
        <p:sp>
          <p:nvSpPr>
            <p:cNvPr id="51" name="Google Shape;51;p2"/>
            <p:cNvSpPr/>
            <p:nvPr/>
          </p:nvSpPr>
          <p:spPr>
            <a:xfrm>
              <a:off x="3578973" y="2550931"/>
              <a:ext cx="42625" cy="74593"/>
            </a:xfrm>
            <a:custGeom>
              <a:rect b="b" l="l" r="r" t="t"/>
              <a:pathLst>
                <a:path extrusionOk="0" h="35" w="20">
                  <a:moveTo>
                    <a:pt x="3" y="35"/>
                  </a:moveTo>
                  <a:lnTo>
                    <a:pt x="20" y="17"/>
                  </a:lnTo>
                  <a:lnTo>
                    <a:pt x="3" y="0"/>
                  </a:lnTo>
                  <a:lnTo>
                    <a:pt x="0" y="3"/>
                  </a:lnTo>
                  <a:lnTo>
                    <a:pt x="14"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 name="Google Shape;52;p2"/>
            <p:cNvSpPr/>
            <p:nvPr/>
          </p:nvSpPr>
          <p:spPr>
            <a:xfrm>
              <a:off x="3636518"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 name="Google Shape;53;p2"/>
            <p:cNvSpPr/>
            <p:nvPr/>
          </p:nvSpPr>
          <p:spPr>
            <a:xfrm>
              <a:off x="3698323" y="2550931"/>
              <a:ext cx="42625" cy="74593"/>
            </a:xfrm>
            <a:custGeom>
              <a:rect b="b" l="l" r="r" t="t"/>
              <a:pathLst>
                <a:path extrusionOk="0" h="35" w="20">
                  <a:moveTo>
                    <a:pt x="2" y="35"/>
                  </a:moveTo>
                  <a:lnTo>
                    <a:pt x="20" y="17"/>
                  </a:lnTo>
                  <a:lnTo>
                    <a:pt x="2" y="0"/>
                  </a:lnTo>
                  <a:lnTo>
                    <a:pt x="0" y="3"/>
                  </a:lnTo>
                  <a:lnTo>
                    <a:pt x="13" y="17"/>
                  </a:lnTo>
                  <a:lnTo>
                    <a:pt x="0" y="32"/>
                  </a:lnTo>
                  <a:lnTo>
                    <a:pt x="2" y="35"/>
                  </a:lnTo>
                  <a:lnTo>
                    <a:pt x="2"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 name="Google Shape;54;p2"/>
            <p:cNvSpPr/>
            <p:nvPr/>
          </p:nvSpPr>
          <p:spPr>
            <a:xfrm>
              <a:off x="3755867"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 name="Google Shape;55;p2"/>
            <p:cNvSpPr/>
            <p:nvPr/>
          </p:nvSpPr>
          <p:spPr>
            <a:xfrm>
              <a:off x="3813410" y="2550931"/>
              <a:ext cx="44757" cy="74593"/>
            </a:xfrm>
            <a:custGeom>
              <a:rect b="b" l="l" r="r" t="t"/>
              <a:pathLst>
                <a:path extrusionOk="0" h="35" w="21">
                  <a:moveTo>
                    <a:pt x="4" y="35"/>
                  </a:moveTo>
                  <a:lnTo>
                    <a:pt x="21" y="17"/>
                  </a:lnTo>
                  <a:lnTo>
                    <a:pt x="4" y="0"/>
                  </a:lnTo>
                  <a:lnTo>
                    <a:pt x="0" y="3"/>
                  </a:lnTo>
                  <a:lnTo>
                    <a:pt x="15" y="17"/>
                  </a:lnTo>
                  <a:lnTo>
                    <a:pt x="0" y="32"/>
                  </a:lnTo>
                  <a:lnTo>
                    <a:pt x="4" y="35"/>
                  </a:lnTo>
                  <a:lnTo>
                    <a:pt x="4"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 name="Google Shape;56;p2"/>
            <p:cNvSpPr/>
            <p:nvPr/>
          </p:nvSpPr>
          <p:spPr>
            <a:xfrm>
              <a:off x="3578973" y="2550931"/>
              <a:ext cx="42625" cy="74593"/>
            </a:xfrm>
            <a:custGeom>
              <a:rect b="b" l="l" r="r" t="t"/>
              <a:pathLst>
                <a:path extrusionOk="0" h="35" w="20">
                  <a:moveTo>
                    <a:pt x="3" y="35"/>
                  </a:moveTo>
                  <a:lnTo>
                    <a:pt x="20" y="17"/>
                  </a:lnTo>
                  <a:lnTo>
                    <a:pt x="3" y="0"/>
                  </a:lnTo>
                  <a:lnTo>
                    <a:pt x="0" y="3"/>
                  </a:lnTo>
                  <a:lnTo>
                    <a:pt x="14"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 name="Google Shape;57;p2"/>
            <p:cNvSpPr/>
            <p:nvPr/>
          </p:nvSpPr>
          <p:spPr>
            <a:xfrm>
              <a:off x="3636518"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 name="Google Shape;58;p2"/>
            <p:cNvSpPr/>
            <p:nvPr/>
          </p:nvSpPr>
          <p:spPr>
            <a:xfrm>
              <a:off x="3698323" y="2550931"/>
              <a:ext cx="42625" cy="74593"/>
            </a:xfrm>
            <a:custGeom>
              <a:rect b="b" l="l" r="r" t="t"/>
              <a:pathLst>
                <a:path extrusionOk="0" h="35" w="20">
                  <a:moveTo>
                    <a:pt x="2" y="35"/>
                  </a:moveTo>
                  <a:lnTo>
                    <a:pt x="20" y="17"/>
                  </a:lnTo>
                  <a:lnTo>
                    <a:pt x="2" y="0"/>
                  </a:lnTo>
                  <a:lnTo>
                    <a:pt x="0" y="3"/>
                  </a:lnTo>
                  <a:lnTo>
                    <a:pt x="13" y="17"/>
                  </a:lnTo>
                  <a:lnTo>
                    <a:pt x="0" y="32"/>
                  </a:lnTo>
                  <a:lnTo>
                    <a:pt x="2" y="35"/>
                  </a:lnTo>
                  <a:lnTo>
                    <a:pt x="2"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 name="Google Shape;59;p2"/>
            <p:cNvSpPr/>
            <p:nvPr/>
          </p:nvSpPr>
          <p:spPr>
            <a:xfrm>
              <a:off x="3755867"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 name="Google Shape;60;p2"/>
            <p:cNvSpPr/>
            <p:nvPr/>
          </p:nvSpPr>
          <p:spPr>
            <a:xfrm>
              <a:off x="3813410" y="2550931"/>
              <a:ext cx="44757" cy="74593"/>
            </a:xfrm>
            <a:custGeom>
              <a:rect b="b" l="l" r="r" t="t"/>
              <a:pathLst>
                <a:path extrusionOk="0" h="35" w="21">
                  <a:moveTo>
                    <a:pt x="4" y="35"/>
                  </a:moveTo>
                  <a:lnTo>
                    <a:pt x="21" y="17"/>
                  </a:lnTo>
                  <a:lnTo>
                    <a:pt x="4" y="0"/>
                  </a:lnTo>
                  <a:lnTo>
                    <a:pt x="0" y="3"/>
                  </a:lnTo>
                  <a:lnTo>
                    <a:pt x="15" y="17"/>
                  </a:lnTo>
                  <a:lnTo>
                    <a:pt x="0" y="32"/>
                  </a:lnTo>
                  <a:lnTo>
                    <a:pt x="4" y="35"/>
                  </a:lnTo>
                  <a:lnTo>
                    <a:pt x="4"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61" name="Google Shape;61;p2"/>
          <p:cNvGrpSpPr/>
          <p:nvPr/>
        </p:nvGrpSpPr>
        <p:grpSpPr>
          <a:xfrm>
            <a:off x="7203137" y="4819370"/>
            <a:ext cx="656605" cy="119073"/>
            <a:chOff x="6468929" y="3844579"/>
            <a:chExt cx="411329" cy="74593"/>
          </a:xfrm>
        </p:grpSpPr>
        <p:sp>
          <p:nvSpPr>
            <p:cNvPr id="62" name="Google Shape;62;p2"/>
            <p:cNvSpPr/>
            <p:nvPr/>
          </p:nvSpPr>
          <p:spPr>
            <a:xfrm>
              <a:off x="6814190" y="3848841"/>
              <a:ext cx="66069" cy="66068"/>
            </a:xfrm>
            <a:custGeom>
              <a:rect b="b" l="l" r="r" t="t"/>
              <a:pathLst>
                <a:path extrusionOk="0" h="29" w="29">
                  <a:moveTo>
                    <a:pt x="2" y="14"/>
                  </a:moveTo>
                  <a:cubicBezTo>
                    <a:pt x="0" y="14"/>
                    <a:pt x="0" y="14"/>
                    <a:pt x="0" y="14"/>
                  </a:cubicBezTo>
                  <a:cubicBezTo>
                    <a:pt x="0" y="22"/>
                    <a:pt x="7" y="29"/>
                    <a:pt x="14" y="29"/>
                  </a:cubicBezTo>
                  <a:cubicBezTo>
                    <a:pt x="22" y="29"/>
                    <a:pt x="29" y="22"/>
                    <a:pt x="29" y="14"/>
                  </a:cubicBezTo>
                  <a:cubicBezTo>
                    <a:pt x="29" y="6"/>
                    <a:pt x="22" y="0"/>
                    <a:pt x="14" y="0"/>
                  </a:cubicBezTo>
                  <a:cubicBezTo>
                    <a:pt x="7" y="0"/>
                    <a:pt x="0" y="6"/>
                    <a:pt x="0" y="14"/>
                  </a:cubicBezTo>
                  <a:cubicBezTo>
                    <a:pt x="2" y="14"/>
                    <a:pt x="2" y="14"/>
                    <a:pt x="2" y="14"/>
                  </a:cubicBezTo>
                  <a:cubicBezTo>
                    <a:pt x="4" y="14"/>
                    <a:pt x="4" y="14"/>
                    <a:pt x="4" y="14"/>
                  </a:cubicBezTo>
                  <a:cubicBezTo>
                    <a:pt x="4" y="9"/>
                    <a:pt x="9" y="4"/>
                    <a:pt x="14" y="4"/>
                  </a:cubicBezTo>
                  <a:cubicBezTo>
                    <a:pt x="20" y="4"/>
                    <a:pt x="25" y="9"/>
                    <a:pt x="25" y="14"/>
                  </a:cubicBezTo>
                  <a:cubicBezTo>
                    <a:pt x="25" y="20"/>
                    <a:pt x="20" y="25"/>
                    <a:pt x="14" y="25"/>
                  </a:cubicBezTo>
                  <a:cubicBezTo>
                    <a:pt x="9" y="25"/>
                    <a:pt x="4" y="20"/>
                    <a:pt x="4" y="14"/>
                  </a:cubicBezTo>
                  <a:lnTo>
                    <a:pt x="2" y="1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 name="Google Shape;63;p2"/>
            <p:cNvSpPr/>
            <p:nvPr/>
          </p:nvSpPr>
          <p:spPr>
            <a:xfrm>
              <a:off x="6475324" y="3876548"/>
              <a:ext cx="343130" cy="8525"/>
            </a:xfrm>
            <a:custGeom>
              <a:rect b="b" l="l" r="r" t="t"/>
              <a:pathLst>
                <a:path extrusionOk="0" h="4" w="161">
                  <a:moveTo>
                    <a:pt x="161" y="0"/>
                  </a:moveTo>
                  <a:lnTo>
                    <a:pt x="0" y="0"/>
                  </a:lnTo>
                  <a:lnTo>
                    <a:pt x="0" y="4"/>
                  </a:lnTo>
                  <a:lnTo>
                    <a:pt x="161" y="4"/>
                  </a:lnTo>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 name="Google Shape;64;p2"/>
            <p:cNvSpPr/>
            <p:nvPr/>
          </p:nvSpPr>
          <p:spPr>
            <a:xfrm>
              <a:off x="6468929" y="3844579"/>
              <a:ext cx="42625" cy="74593"/>
            </a:xfrm>
            <a:custGeom>
              <a:rect b="b" l="l" r="r" t="t"/>
              <a:pathLst>
                <a:path extrusionOk="0" h="35" w="2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65" name="Google Shape;65;p2"/>
          <p:cNvGrpSpPr/>
          <p:nvPr/>
        </p:nvGrpSpPr>
        <p:grpSpPr>
          <a:xfrm>
            <a:off x="-871550" y="-1016375"/>
            <a:ext cx="10667200" cy="7297950"/>
            <a:chOff x="-871550" y="-1016375"/>
            <a:chExt cx="10667200" cy="7297950"/>
          </a:xfrm>
        </p:grpSpPr>
        <p:sp>
          <p:nvSpPr>
            <p:cNvPr id="66" name="Google Shape;66;p2"/>
            <p:cNvSpPr/>
            <p:nvPr/>
          </p:nvSpPr>
          <p:spPr>
            <a:xfrm>
              <a:off x="-387625" y="1864300"/>
              <a:ext cx="1417200" cy="10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67" name="Google Shape;67;p2"/>
            <p:cNvSpPr/>
            <p:nvPr/>
          </p:nvSpPr>
          <p:spPr>
            <a:xfrm>
              <a:off x="-871550" y="2110735"/>
              <a:ext cx="1417200" cy="10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68" name="Google Shape;68;p2"/>
            <p:cNvSpPr/>
            <p:nvPr/>
          </p:nvSpPr>
          <p:spPr>
            <a:xfrm rot="5400000">
              <a:off x="2350025" y="5519875"/>
              <a:ext cx="1417200" cy="10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69" name="Google Shape;69;p2"/>
            <p:cNvSpPr/>
            <p:nvPr/>
          </p:nvSpPr>
          <p:spPr>
            <a:xfrm rot="5400000">
              <a:off x="5393950" y="-360875"/>
              <a:ext cx="1417200" cy="10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70" name="Google Shape;70;p2"/>
            <p:cNvSpPr/>
            <p:nvPr/>
          </p:nvSpPr>
          <p:spPr>
            <a:xfrm rot="10800000">
              <a:off x="7894525" y="3531835"/>
              <a:ext cx="1417200" cy="10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71" name="Google Shape;71;p2"/>
            <p:cNvSpPr/>
            <p:nvPr/>
          </p:nvSpPr>
          <p:spPr>
            <a:xfrm rot="10800000">
              <a:off x="8378450" y="3285400"/>
              <a:ext cx="1417200" cy="10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sp>
        <p:nvSpPr>
          <p:cNvPr id="72" name="Google Shape;72;p2"/>
          <p:cNvSpPr txBox="1"/>
          <p:nvPr>
            <p:ph type="ctrTitle"/>
          </p:nvPr>
        </p:nvSpPr>
        <p:spPr>
          <a:xfrm>
            <a:off x="1940848" y="1481275"/>
            <a:ext cx="5262300" cy="1585800"/>
          </a:xfrm>
          <a:prstGeom prst="rect">
            <a:avLst/>
          </a:prstGeom>
        </p:spPr>
        <p:txBody>
          <a:bodyPr anchorCtr="0" anchor="b" bIns="91425" lIns="91425" spcFirstLastPara="1" rIns="91425" wrap="square" tIns="91425">
            <a:noAutofit/>
          </a:bodyPr>
          <a:lstStyle>
            <a:lvl1pPr lvl="0" algn="ctr">
              <a:spcBef>
                <a:spcPts val="0"/>
              </a:spcBef>
              <a:spcAft>
                <a:spcPts val="0"/>
              </a:spcAft>
              <a:buClr>
                <a:srgbClr val="191919"/>
              </a:buClr>
              <a:buSzPts val="5200"/>
              <a:buNone/>
              <a:defRPr sz="48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73" name="Google Shape;73;p2"/>
          <p:cNvSpPr txBox="1"/>
          <p:nvPr>
            <p:ph idx="1" type="subTitle"/>
          </p:nvPr>
        </p:nvSpPr>
        <p:spPr>
          <a:xfrm>
            <a:off x="1940825" y="3117900"/>
            <a:ext cx="5262300" cy="4758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600"/>
            </a:lvl1pPr>
            <a:lvl2pPr lvl="1" algn="ctr">
              <a:lnSpc>
                <a:spcPct val="115000"/>
              </a:lnSpc>
              <a:spcBef>
                <a:spcPts val="0"/>
              </a:spcBef>
              <a:spcAft>
                <a:spcPts val="0"/>
              </a:spcAft>
              <a:buSzPts val="1800"/>
              <a:buNone/>
              <a:defRPr sz="1800"/>
            </a:lvl2pPr>
            <a:lvl3pPr lvl="2" algn="ctr">
              <a:lnSpc>
                <a:spcPct val="115000"/>
              </a:lnSpc>
              <a:spcBef>
                <a:spcPts val="0"/>
              </a:spcBef>
              <a:spcAft>
                <a:spcPts val="0"/>
              </a:spcAft>
              <a:buSzPts val="1800"/>
              <a:buNone/>
              <a:defRPr sz="1800"/>
            </a:lvl3pPr>
            <a:lvl4pPr lvl="3" algn="ctr">
              <a:lnSpc>
                <a:spcPct val="115000"/>
              </a:lnSpc>
              <a:spcBef>
                <a:spcPts val="0"/>
              </a:spcBef>
              <a:spcAft>
                <a:spcPts val="0"/>
              </a:spcAft>
              <a:buSzPts val="1800"/>
              <a:buNone/>
              <a:defRPr sz="1800"/>
            </a:lvl4pPr>
            <a:lvl5pPr lvl="4" algn="ctr">
              <a:lnSpc>
                <a:spcPct val="115000"/>
              </a:lnSpc>
              <a:spcBef>
                <a:spcPts val="0"/>
              </a:spcBef>
              <a:spcAft>
                <a:spcPts val="0"/>
              </a:spcAft>
              <a:buSzPts val="1800"/>
              <a:buNone/>
              <a:defRPr sz="1800"/>
            </a:lvl5pPr>
            <a:lvl6pPr lvl="5" algn="ctr">
              <a:lnSpc>
                <a:spcPct val="115000"/>
              </a:lnSpc>
              <a:spcBef>
                <a:spcPts val="0"/>
              </a:spcBef>
              <a:spcAft>
                <a:spcPts val="0"/>
              </a:spcAft>
              <a:buSzPts val="1800"/>
              <a:buNone/>
              <a:defRPr sz="1800"/>
            </a:lvl6pPr>
            <a:lvl7pPr lvl="6" algn="ctr">
              <a:lnSpc>
                <a:spcPct val="115000"/>
              </a:lnSpc>
              <a:spcBef>
                <a:spcPts val="0"/>
              </a:spcBef>
              <a:spcAft>
                <a:spcPts val="0"/>
              </a:spcAft>
              <a:buSzPts val="1800"/>
              <a:buNone/>
              <a:defRPr sz="1800"/>
            </a:lvl7pPr>
            <a:lvl8pPr lvl="7" algn="ctr">
              <a:lnSpc>
                <a:spcPct val="115000"/>
              </a:lnSpc>
              <a:spcBef>
                <a:spcPts val="0"/>
              </a:spcBef>
              <a:spcAft>
                <a:spcPts val="0"/>
              </a:spcAft>
              <a:buSzPts val="1800"/>
              <a:buNone/>
              <a:defRPr sz="1800"/>
            </a:lvl8pPr>
            <a:lvl9pPr lvl="8" algn="ctr">
              <a:lnSpc>
                <a:spcPct val="115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4" name="Shape 74"/>
        <p:cNvGrpSpPr/>
        <p:nvPr/>
      </p:nvGrpSpPr>
      <p:grpSpPr>
        <a:xfrm>
          <a:off x="0" y="0"/>
          <a:ext cx="0" cy="0"/>
          <a:chOff x="0" y="0"/>
          <a:chExt cx="0" cy="0"/>
        </a:xfrm>
      </p:grpSpPr>
      <p:pic>
        <p:nvPicPr>
          <p:cNvPr id="75" name="Google Shape;75;p3"/>
          <p:cNvPicPr preferRelativeResize="0"/>
          <p:nvPr/>
        </p:nvPicPr>
        <p:blipFill rotWithShape="1">
          <a:blip r:embed="rId2">
            <a:alphaModFix/>
          </a:blip>
          <a:srcRect b="901" l="0" r="990" t="0"/>
          <a:stretch/>
        </p:blipFill>
        <p:spPr>
          <a:xfrm>
            <a:off x="0" y="0"/>
            <a:ext cx="9144003" cy="5143500"/>
          </a:xfrm>
          <a:prstGeom prst="rect">
            <a:avLst/>
          </a:prstGeom>
          <a:noFill/>
          <a:ln>
            <a:noFill/>
          </a:ln>
        </p:spPr>
      </p:pic>
      <p:grpSp>
        <p:nvGrpSpPr>
          <p:cNvPr id="76" name="Google Shape;76;p3"/>
          <p:cNvGrpSpPr/>
          <p:nvPr/>
        </p:nvGrpSpPr>
        <p:grpSpPr>
          <a:xfrm>
            <a:off x="-871550" y="-1016375"/>
            <a:ext cx="11081975" cy="6703400"/>
            <a:chOff x="-871550" y="-1016375"/>
            <a:chExt cx="11081975" cy="6703400"/>
          </a:xfrm>
        </p:grpSpPr>
        <p:sp>
          <p:nvSpPr>
            <p:cNvPr id="77" name="Google Shape;77;p3"/>
            <p:cNvSpPr/>
            <p:nvPr/>
          </p:nvSpPr>
          <p:spPr>
            <a:xfrm>
              <a:off x="-387625" y="1914175"/>
              <a:ext cx="1417200" cy="10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78" name="Google Shape;78;p3"/>
            <p:cNvSpPr/>
            <p:nvPr/>
          </p:nvSpPr>
          <p:spPr>
            <a:xfrm>
              <a:off x="-871550" y="2160610"/>
              <a:ext cx="1417200" cy="10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79" name="Google Shape;79;p3"/>
            <p:cNvSpPr/>
            <p:nvPr/>
          </p:nvSpPr>
          <p:spPr>
            <a:xfrm rot="5400000">
              <a:off x="-109850" y="4925325"/>
              <a:ext cx="1417200" cy="10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80" name="Google Shape;80;p3"/>
            <p:cNvSpPr/>
            <p:nvPr/>
          </p:nvSpPr>
          <p:spPr>
            <a:xfrm rot="5400000">
              <a:off x="5393950" y="-360875"/>
              <a:ext cx="1417200" cy="10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81" name="Google Shape;81;p3"/>
            <p:cNvSpPr/>
            <p:nvPr/>
          </p:nvSpPr>
          <p:spPr>
            <a:xfrm rot="10800000">
              <a:off x="8309300" y="3531835"/>
              <a:ext cx="1417200" cy="10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82" name="Google Shape;82;p3"/>
            <p:cNvSpPr/>
            <p:nvPr/>
          </p:nvSpPr>
          <p:spPr>
            <a:xfrm rot="10800000">
              <a:off x="8793225" y="3285400"/>
              <a:ext cx="1417200" cy="10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83" name="Google Shape;83;p3"/>
          <p:cNvGrpSpPr/>
          <p:nvPr/>
        </p:nvGrpSpPr>
        <p:grpSpPr>
          <a:xfrm>
            <a:off x="744821" y="-576378"/>
            <a:ext cx="8262669" cy="6318414"/>
            <a:chOff x="744821" y="-576378"/>
            <a:chExt cx="8262669" cy="6318414"/>
          </a:xfrm>
        </p:grpSpPr>
        <p:grpSp>
          <p:nvGrpSpPr>
            <p:cNvPr id="84" name="Google Shape;84;p3"/>
            <p:cNvGrpSpPr/>
            <p:nvPr/>
          </p:nvGrpSpPr>
          <p:grpSpPr>
            <a:xfrm>
              <a:off x="6850580" y="4492208"/>
              <a:ext cx="2156910" cy="506908"/>
              <a:chOff x="4891825" y="3495059"/>
              <a:chExt cx="1351193" cy="317552"/>
            </a:xfrm>
          </p:grpSpPr>
          <p:sp>
            <p:nvSpPr>
              <p:cNvPr id="85" name="Google Shape;85;p3"/>
              <p:cNvSpPr/>
              <p:nvPr/>
            </p:nvSpPr>
            <p:spPr>
              <a:xfrm>
                <a:off x="6208918" y="3706050"/>
                <a:ext cx="34100" cy="31969"/>
              </a:xfrm>
              <a:custGeom>
                <a:rect b="b" l="l" r="r" t="t"/>
                <a:pathLst>
                  <a:path extrusionOk="0" h="15" w="15">
                    <a:moveTo>
                      <a:pt x="2" y="7"/>
                    </a:moveTo>
                    <a:cubicBezTo>
                      <a:pt x="4" y="7"/>
                      <a:pt x="4" y="7"/>
                      <a:pt x="4" y="7"/>
                    </a:cubicBezTo>
                    <a:cubicBezTo>
                      <a:pt x="4" y="6"/>
                      <a:pt x="6" y="4"/>
                      <a:pt x="8" y="4"/>
                    </a:cubicBezTo>
                    <a:cubicBezTo>
                      <a:pt x="9" y="4"/>
                      <a:pt x="11" y="6"/>
                      <a:pt x="11" y="7"/>
                    </a:cubicBezTo>
                    <a:cubicBezTo>
                      <a:pt x="11" y="9"/>
                      <a:pt x="9" y="11"/>
                      <a:pt x="8" y="11"/>
                    </a:cubicBezTo>
                    <a:cubicBezTo>
                      <a:pt x="6" y="11"/>
                      <a:pt x="4" y="9"/>
                      <a:pt x="4" y="7"/>
                    </a:cubicBezTo>
                    <a:cubicBezTo>
                      <a:pt x="2" y="7"/>
                      <a:pt x="2" y="7"/>
                      <a:pt x="2" y="7"/>
                    </a:cubicBezTo>
                    <a:cubicBezTo>
                      <a:pt x="0" y="7"/>
                      <a:pt x="0" y="7"/>
                      <a:pt x="0" y="7"/>
                    </a:cubicBezTo>
                    <a:cubicBezTo>
                      <a:pt x="0" y="11"/>
                      <a:pt x="4" y="15"/>
                      <a:pt x="8" y="15"/>
                    </a:cubicBezTo>
                    <a:cubicBezTo>
                      <a:pt x="12" y="15"/>
                      <a:pt x="15" y="11"/>
                      <a:pt x="15" y="7"/>
                    </a:cubicBezTo>
                    <a:cubicBezTo>
                      <a:pt x="15" y="3"/>
                      <a:pt x="12" y="0"/>
                      <a:pt x="8" y="0"/>
                    </a:cubicBezTo>
                    <a:cubicBezTo>
                      <a:pt x="4" y="0"/>
                      <a:pt x="0" y="3"/>
                      <a:pt x="0" y="7"/>
                    </a:cubicBezTo>
                    <a:lnTo>
                      <a:pt x="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6" name="Google Shape;86;p3"/>
              <p:cNvSpPr/>
              <p:nvPr/>
            </p:nvSpPr>
            <p:spPr>
              <a:xfrm>
                <a:off x="4891825" y="3584575"/>
                <a:ext cx="29825" cy="29825"/>
              </a:xfrm>
              <a:custGeom>
                <a:rect b="b" l="l" r="r" t="t"/>
                <a:pathLst>
                  <a:path extrusionOk="0" h="14" w="15">
                    <a:moveTo>
                      <a:pt x="2" y="7"/>
                    </a:moveTo>
                    <a:cubicBezTo>
                      <a:pt x="4" y="7"/>
                      <a:pt x="4" y="7"/>
                      <a:pt x="4" y="7"/>
                    </a:cubicBezTo>
                    <a:cubicBezTo>
                      <a:pt x="4" y="5"/>
                      <a:pt x="6" y="4"/>
                      <a:pt x="7" y="4"/>
                    </a:cubicBezTo>
                    <a:cubicBezTo>
                      <a:pt x="9" y="4"/>
                      <a:pt x="11" y="5"/>
                      <a:pt x="11" y="7"/>
                    </a:cubicBezTo>
                    <a:cubicBezTo>
                      <a:pt x="11" y="9"/>
                      <a:pt x="9" y="10"/>
                      <a:pt x="7" y="10"/>
                    </a:cubicBezTo>
                    <a:cubicBezTo>
                      <a:pt x="6" y="10"/>
                      <a:pt x="4" y="9"/>
                      <a:pt x="4" y="7"/>
                    </a:cubicBezTo>
                    <a:cubicBezTo>
                      <a:pt x="2" y="7"/>
                      <a:pt x="2" y="7"/>
                      <a:pt x="2" y="7"/>
                    </a:cubicBezTo>
                    <a:cubicBezTo>
                      <a:pt x="0" y="7"/>
                      <a:pt x="0" y="7"/>
                      <a:pt x="0" y="7"/>
                    </a:cubicBezTo>
                    <a:cubicBezTo>
                      <a:pt x="0" y="11"/>
                      <a:pt x="3" y="14"/>
                      <a:pt x="7" y="14"/>
                    </a:cubicBezTo>
                    <a:cubicBezTo>
                      <a:pt x="11" y="14"/>
                      <a:pt x="15" y="11"/>
                      <a:pt x="15" y="7"/>
                    </a:cubicBezTo>
                    <a:cubicBezTo>
                      <a:pt x="15" y="3"/>
                      <a:pt x="11" y="0"/>
                      <a:pt x="7" y="0"/>
                    </a:cubicBezTo>
                    <a:cubicBezTo>
                      <a:pt x="3" y="0"/>
                      <a:pt x="0" y="3"/>
                      <a:pt x="0" y="7"/>
                    </a:cubicBezTo>
                    <a:lnTo>
                      <a:pt x="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7" name="Google Shape;87;p3"/>
              <p:cNvSpPr/>
              <p:nvPr/>
            </p:nvSpPr>
            <p:spPr>
              <a:xfrm>
                <a:off x="4917389" y="3595227"/>
                <a:ext cx="1295792" cy="217384"/>
              </a:xfrm>
              <a:custGeom>
                <a:rect b="b" l="l" r="r" t="t"/>
                <a:pathLst>
                  <a:path extrusionOk="0" h="102" w="608">
                    <a:moveTo>
                      <a:pt x="0" y="4"/>
                    </a:moveTo>
                    <a:lnTo>
                      <a:pt x="207" y="4"/>
                    </a:lnTo>
                    <a:lnTo>
                      <a:pt x="305" y="102"/>
                    </a:lnTo>
                    <a:lnTo>
                      <a:pt x="498" y="102"/>
                    </a:lnTo>
                    <a:lnTo>
                      <a:pt x="539" y="61"/>
                    </a:lnTo>
                    <a:lnTo>
                      <a:pt x="608" y="61"/>
                    </a:lnTo>
                    <a:lnTo>
                      <a:pt x="608" y="57"/>
                    </a:lnTo>
                    <a:lnTo>
                      <a:pt x="537" y="57"/>
                    </a:lnTo>
                    <a:lnTo>
                      <a:pt x="497" y="98"/>
                    </a:lnTo>
                    <a:lnTo>
                      <a:pt x="307" y="98"/>
                    </a:lnTo>
                    <a:lnTo>
                      <a:pt x="210" y="0"/>
                    </a:lnTo>
                    <a:lnTo>
                      <a:pt x="0" y="0"/>
                    </a:lnTo>
                    <a:lnTo>
                      <a:pt x="0" y="4"/>
                    </a:lnTo>
                    <a:lnTo>
                      <a:pt x="0" y="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8" name="Google Shape;88;p3"/>
              <p:cNvSpPr/>
              <p:nvPr/>
            </p:nvSpPr>
            <p:spPr>
              <a:xfrm>
                <a:off x="5933990" y="3716706"/>
                <a:ext cx="31969" cy="34099"/>
              </a:xfrm>
              <a:custGeom>
                <a:rect b="b" l="l" r="r" t="t"/>
                <a:pathLst>
                  <a:path extrusionOk="0" h="15" w="14">
                    <a:moveTo>
                      <a:pt x="2" y="8"/>
                    </a:moveTo>
                    <a:cubicBezTo>
                      <a:pt x="4" y="8"/>
                      <a:pt x="4" y="8"/>
                      <a:pt x="4" y="8"/>
                    </a:cubicBezTo>
                    <a:cubicBezTo>
                      <a:pt x="4" y="6"/>
                      <a:pt x="5" y="4"/>
                      <a:pt x="7" y="4"/>
                    </a:cubicBezTo>
                    <a:cubicBezTo>
                      <a:pt x="8" y="4"/>
                      <a:pt x="10" y="6"/>
                      <a:pt x="10" y="8"/>
                    </a:cubicBezTo>
                    <a:cubicBezTo>
                      <a:pt x="10" y="9"/>
                      <a:pt x="8" y="11"/>
                      <a:pt x="7" y="11"/>
                    </a:cubicBezTo>
                    <a:cubicBezTo>
                      <a:pt x="5" y="11"/>
                      <a:pt x="4" y="9"/>
                      <a:pt x="4" y="8"/>
                    </a:cubicBezTo>
                    <a:cubicBezTo>
                      <a:pt x="2" y="8"/>
                      <a:pt x="2" y="8"/>
                      <a:pt x="2" y="8"/>
                    </a:cubicBezTo>
                    <a:cubicBezTo>
                      <a:pt x="0" y="8"/>
                      <a:pt x="0" y="8"/>
                      <a:pt x="0" y="8"/>
                    </a:cubicBezTo>
                    <a:cubicBezTo>
                      <a:pt x="0" y="11"/>
                      <a:pt x="3" y="15"/>
                      <a:pt x="7" y="15"/>
                    </a:cubicBezTo>
                    <a:cubicBezTo>
                      <a:pt x="11" y="15"/>
                      <a:pt x="14" y="11"/>
                      <a:pt x="14" y="8"/>
                    </a:cubicBezTo>
                    <a:cubicBezTo>
                      <a:pt x="14" y="4"/>
                      <a:pt x="11" y="0"/>
                      <a:pt x="7" y="0"/>
                    </a:cubicBezTo>
                    <a:cubicBezTo>
                      <a:pt x="3" y="0"/>
                      <a:pt x="0" y="4"/>
                      <a:pt x="0" y="8"/>
                    </a:cubicBezTo>
                    <a:lnTo>
                      <a:pt x="2"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9" name="Google Shape;89;p3"/>
              <p:cNvSpPr/>
              <p:nvPr/>
            </p:nvSpPr>
            <p:spPr>
              <a:xfrm>
                <a:off x="5286094" y="3495059"/>
                <a:ext cx="29837" cy="31969"/>
              </a:xfrm>
              <a:custGeom>
                <a:rect b="b" l="l" r="r" t="t"/>
                <a:pathLst>
                  <a:path extrusionOk="0" h="15" w="14">
                    <a:moveTo>
                      <a:pt x="2" y="8"/>
                    </a:moveTo>
                    <a:cubicBezTo>
                      <a:pt x="4" y="8"/>
                      <a:pt x="4" y="8"/>
                      <a:pt x="4" y="8"/>
                    </a:cubicBezTo>
                    <a:cubicBezTo>
                      <a:pt x="4" y="6"/>
                      <a:pt x="5" y="4"/>
                      <a:pt x="7" y="4"/>
                    </a:cubicBezTo>
                    <a:cubicBezTo>
                      <a:pt x="9" y="4"/>
                      <a:pt x="10" y="6"/>
                      <a:pt x="10" y="8"/>
                    </a:cubicBezTo>
                    <a:cubicBezTo>
                      <a:pt x="10" y="9"/>
                      <a:pt x="9" y="11"/>
                      <a:pt x="7" y="11"/>
                    </a:cubicBezTo>
                    <a:cubicBezTo>
                      <a:pt x="5" y="11"/>
                      <a:pt x="4" y="9"/>
                      <a:pt x="4" y="8"/>
                    </a:cubicBezTo>
                    <a:cubicBezTo>
                      <a:pt x="2" y="8"/>
                      <a:pt x="2" y="8"/>
                      <a:pt x="2" y="8"/>
                    </a:cubicBezTo>
                    <a:cubicBezTo>
                      <a:pt x="0" y="8"/>
                      <a:pt x="0" y="8"/>
                      <a:pt x="0" y="8"/>
                    </a:cubicBezTo>
                    <a:cubicBezTo>
                      <a:pt x="0" y="11"/>
                      <a:pt x="3" y="15"/>
                      <a:pt x="7" y="15"/>
                    </a:cubicBezTo>
                    <a:cubicBezTo>
                      <a:pt x="11" y="15"/>
                      <a:pt x="14" y="11"/>
                      <a:pt x="14" y="8"/>
                    </a:cubicBezTo>
                    <a:cubicBezTo>
                      <a:pt x="14" y="4"/>
                      <a:pt x="11" y="0"/>
                      <a:pt x="7" y="0"/>
                    </a:cubicBezTo>
                    <a:cubicBezTo>
                      <a:pt x="3" y="0"/>
                      <a:pt x="0" y="4"/>
                      <a:pt x="0" y="8"/>
                    </a:cubicBezTo>
                    <a:lnTo>
                      <a:pt x="2"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 name="Google Shape;90;p3"/>
              <p:cNvSpPr/>
              <p:nvPr/>
            </p:nvSpPr>
            <p:spPr>
              <a:xfrm>
                <a:off x="5311668" y="3507847"/>
                <a:ext cx="632979" cy="219516"/>
              </a:xfrm>
              <a:custGeom>
                <a:rect b="b" l="l" r="r" t="t"/>
                <a:pathLst>
                  <a:path extrusionOk="0" h="103" w="297">
                    <a:moveTo>
                      <a:pt x="0" y="4"/>
                    </a:moveTo>
                    <a:lnTo>
                      <a:pt x="39" y="4"/>
                    </a:lnTo>
                    <a:lnTo>
                      <a:pt x="115" y="79"/>
                    </a:lnTo>
                    <a:lnTo>
                      <a:pt x="270" y="79"/>
                    </a:lnTo>
                    <a:lnTo>
                      <a:pt x="294" y="103"/>
                    </a:lnTo>
                    <a:lnTo>
                      <a:pt x="297" y="100"/>
                    </a:lnTo>
                    <a:lnTo>
                      <a:pt x="272" y="75"/>
                    </a:lnTo>
                    <a:lnTo>
                      <a:pt x="117" y="75"/>
                    </a:lnTo>
                    <a:lnTo>
                      <a:pt x="41" y="0"/>
                    </a:lnTo>
                    <a:lnTo>
                      <a:pt x="0" y="0"/>
                    </a:lnTo>
                    <a:lnTo>
                      <a:pt x="0" y="4"/>
                    </a:lnTo>
                    <a:lnTo>
                      <a:pt x="0" y="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91" name="Google Shape;91;p3"/>
            <p:cNvGrpSpPr/>
            <p:nvPr/>
          </p:nvGrpSpPr>
          <p:grpSpPr>
            <a:xfrm>
              <a:off x="744821" y="-576378"/>
              <a:ext cx="204128" cy="1115878"/>
              <a:chOff x="6605329" y="191675"/>
              <a:chExt cx="127876" cy="699040"/>
            </a:xfrm>
          </p:grpSpPr>
          <p:sp>
            <p:nvSpPr>
              <p:cNvPr id="92" name="Google Shape;92;p3"/>
              <p:cNvSpPr/>
              <p:nvPr/>
            </p:nvSpPr>
            <p:spPr>
              <a:xfrm>
                <a:off x="6701235" y="858746"/>
                <a:ext cx="31969" cy="31969"/>
              </a:xfrm>
              <a:custGeom>
                <a:rect b="b" l="l" r="r" t="t"/>
                <a:pathLst>
                  <a:path extrusionOk="0" h="14" w="15">
                    <a:moveTo>
                      <a:pt x="13" y="7"/>
                    </a:moveTo>
                    <a:cubicBezTo>
                      <a:pt x="11" y="7"/>
                      <a:pt x="11" y="7"/>
                      <a:pt x="11" y="7"/>
                    </a:cubicBezTo>
                    <a:cubicBezTo>
                      <a:pt x="11" y="9"/>
                      <a:pt x="9" y="10"/>
                      <a:pt x="7" y="10"/>
                    </a:cubicBezTo>
                    <a:cubicBezTo>
                      <a:pt x="6" y="10"/>
                      <a:pt x="4" y="9"/>
                      <a:pt x="4" y="7"/>
                    </a:cubicBezTo>
                    <a:cubicBezTo>
                      <a:pt x="4" y="5"/>
                      <a:pt x="6" y="4"/>
                      <a:pt x="7" y="4"/>
                    </a:cubicBezTo>
                    <a:cubicBezTo>
                      <a:pt x="9" y="4"/>
                      <a:pt x="11" y="5"/>
                      <a:pt x="11" y="7"/>
                    </a:cubicBezTo>
                    <a:cubicBezTo>
                      <a:pt x="13" y="7"/>
                      <a:pt x="13" y="7"/>
                      <a:pt x="13" y="7"/>
                    </a:cubicBezTo>
                    <a:cubicBezTo>
                      <a:pt x="15" y="7"/>
                      <a:pt x="15" y="7"/>
                      <a:pt x="15" y="7"/>
                    </a:cubicBezTo>
                    <a:cubicBezTo>
                      <a:pt x="15" y="3"/>
                      <a:pt x="11" y="0"/>
                      <a:pt x="7" y="0"/>
                    </a:cubicBezTo>
                    <a:cubicBezTo>
                      <a:pt x="3" y="0"/>
                      <a:pt x="0" y="3"/>
                      <a:pt x="0" y="7"/>
                    </a:cubicBezTo>
                    <a:cubicBezTo>
                      <a:pt x="0" y="11"/>
                      <a:pt x="3" y="14"/>
                      <a:pt x="7" y="14"/>
                    </a:cubicBezTo>
                    <a:cubicBezTo>
                      <a:pt x="11" y="14"/>
                      <a:pt x="15" y="11"/>
                      <a:pt x="15" y="7"/>
                    </a:cubicBezTo>
                    <a:lnTo>
                      <a:pt x="13"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3" name="Google Shape;93;p3"/>
              <p:cNvSpPr/>
              <p:nvPr/>
            </p:nvSpPr>
            <p:spPr>
              <a:xfrm>
                <a:off x="6605329" y="191675"/>
                <a:ext cx="115087" cy="671334"/>
              </a:xfrm>
              <a:custGeom>
                <a:rect b="b" l="l" r="r" t="t"/>
                <a:pathLst>
                  <a:path extrusionOk="0" h="315" w="54">
                    <a:moveTo>
                      <a:pt x="0" y="0"/>
                    </a:moveTo>
                    <a:lnTo>
                      <a:pt x="0" y="167"/>
                    </a:lnTo>
                    <a:lnTo>
                      <a:pt x="50" y="217"/>
                    </a:lnTo>
                    <a:lnTo>
                      <a:pt x="50" y="315"/>
                    </a:lnTo>
                    <a:lnTo>
                      <a:pt x="54" y="315"/>
                    </a:lnTo>
                    <a:lnTo>
                      <a:pt x="54" y="215"/>
                    </a:lnTo>
                    <a:lnTo>
                      <a:pt x="5" y="165"/>
                    </a:lnTo>
                    <a:lnTo>
                      <a:pt x="5" y="0"/>
                    </a:lnTo>
                    <a:lnTo>
                      <a:pt x="0" y="0"/>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94" name="Google Shape;94;p3"/>
            <p:cNvGrpSpPr/>
            <p:nvPr/>
          </p:nvGrpSpPr>
          <p:grpSpPr>
            <a:xfrm>
              <a:off x="1204715" y="-158755"/>
              <a:ext cx="1493520" cy="615774"/>
              <a:chOff x="5301012" y="396272"/>
              <a:chExt cx="935614" cy="385751"/>
            </a:xfrm>
          </p:grpSpPr>
          <p:sp>
            <p:nvSpPr>
              <p:cNvPr id="95" name="Google Shape;95;p3"/>
              <p:cNvSpPr/>
              <p:nvPr/>
            </p:nvSpPr>
            <p:spPr>
              <a:xfrm>
                <a:off x="6202525" y="396272"/>
                <a:ext cx="34100" cy="34099"/>
              </a:xfrm>
              <a:custGeom>
                <a:rect b="b" l="l" r="r" t="t"/>
                <a:pathLst>
                  <a:path extrusionOk="0" h="15" w="15">
                    <a:moveTo>
                      <a:pt x="13" y="8"/>
                    </a:moveTo>
                    <a:cubicBezTo>
                      <a:pt x="11" y="8"/>
                      <a:pt x="11" y="8"/>
                      <a:pt x="11" y="8"/>
                    </a:cubicBezTo>
                    <a:cubicBezTo>
                      <a:pt x="11" y="9"/>
                      <a:pt x="9" y="11"/>
                      <a:pt x="8" y="11"/>
                    </a:cubicBezTo>
                    <a:cubicBezTo>
                      <a:pt x="6" y="11"/>
                      <a:pt x="4" y="9"/>
                      <a:pt x="4" y="8"/>
                    </a:cubicBezTo>
                    <a:cubicBezTo>
                      <a:pt x="4" y="6"/>
                      <a:pt x="6" y="4"/>
                      <a:pt x="8" y="4"/>
                    </a:cubicBezTo>
                    <a:cubicBezTo>
                      <a:pt x="9" y="4"/>
                      <a:pt x="11" y="6"/>
                      <a:pt x="11" y="8"/>
                    </a:cubicBezTo>
                    <a:cubicBezTo>
                      <a:pt x="13" y="8"/>
                      <a:pt x="13" y="8"/>
                      <a:pt x="13" y="8"/>
                    </a:cubicBezTo>
                    <a:cubicBezTo>
                      <a:pt x="15" y="8"/>
                      <a:pt x="15" y="8"/>
                      <a:pt x="15" y="8"/>
                    </a:cubicBezTo>
                    <a:cubicBezTo>
                      <a:pt x="15" y="4"/>
                      <a:pt x="12" y="0"/>
                      <a:pt x="8" y="0"/>
                    </a:cubicBezTo>
                    <a:cubicBezTo>
                      <a:pt x="4" y="0"/>
                      <a:pt x="0" y="4"/>
                      <a:pt x="0" y="8"/>
                    </a:cubicBezTo>
                    <a:cubicBezTo>
                      <a:pt x="0" y="12"/>
                      <a:pt x="4" y="15"/>
                      <a:pt x="8" y="15"/>
                    </a:cubicBezTo>
                    <a:cubicBezTo>
                      <a:pt x="12" y="15"/>
                      <a:pt x="15" y="12"/>
                      <a:pt x="15" y="8"/>
                    </a:cubicBezTo>
                    <a:lnTo>
                      <a:pt x="13"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6" name="Google Shape;96;p3"/>
              <p:cNvSpPr/>
              <p:nvPr/>
            </p:nvSpPr>
            <p:spPr>
              <a:xfrm>
                <a:off x="5301012" y="750054"/>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6"/>
                      <a:pt x="5" y="4"/>
                      <a:pt x="7" y="4"/>
                    </a:cubicBezTo>
                    <a:cubicBezTo>
                      <a:pt x="9" y="4"/>
                      <a:pt x="10" y="6"/>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7" name="Google Shape;97;p3"/>
              <p:cNvSpPr/>
              <p:nvPr/>
            </p:nvSpPr>
            <p:spPr>
              <a:xfrm>
                <a:off x="5322324" y="426109"/>
                <a:ext cx="903645" cy="336732"/>
              </a:xfrm>
              <a:custGeom>
                <a:rect b="b" l="l" r="r" t="t"/>
                <a:pathLst>
                  <a:path extrusionOk="0" h="158" w="424">
                    <a:moveTo>
                      <a:pt x="419" y="0"/>
                    </a:moveTo>
                    <a:lnTo>
                      <a:pt x="419" y="51"/>
                    </a:lnTo>
                    <a:lnTo>
                      <a:pt x="388" y="82"/>
                    </a:lnTo>
                    <a:lnTo>
                      <a:pt x="72" y="82"/>
                    </a:lnTo>
                    <a:lnTo>
                      <a:pt x="0" y="154"/>
                    </a:lnTo>
                    <a:lnTo>
                      <a:pt x="3" y="158"/>
                    </a:lnTo>
                    <a:lnTo>
                      <a:pt x="74" y="86"/>
                    </a:lnTo>
                    <a:lnTo>
                      <a:pt x="390" y="86"/>
                    </a:lnTo>
                    <a:lnTo>
                      <a:pt x="424" y="53"/>
                    </a:lnTo>
                    <a:lnTo>
                      <a:pt x="424" y="0"/>
                    </a:lnTo>
                    <a:lnTo>
                      <a:pt x="419" y="0"/>
                    </a:lnTo>
                    <a:lnTo>
                      <a:pt x="419"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98" name="Google Shape;98;p3"/>
            <p:cNvGrpSpPr/>
            <p:nvPr/>
          </p:nvGrpSpPr>
          <p:grpSpPr>
            <a:xfrm>
              <a:off x="7838933" y="159032"/>
              <a:ext cx="1064856" cy="813093"/>
              <a:chOff x="3843246" y="357910"/>
              <a:chExt cx="667078" cy="509361"/>
            </a:xfrm>
          </p:grpSpPr>
          <p:sp>
            <p:nvSpPr>
              <p:cNvPr id="99" name="Google Shape;99;p3"/>
              <p:cNvSpPr/>
              <p:nvPr/>
            </p:nvSpPr>
            <p:spPr>
              <a:xfrm>
                <a:off x="3870952" y="385616"/>
                <a:ext cx="626584" cy="471000"/>
              </a:xfrm>
              <a:custGeom>
                <a:rect b="b" l="l" r="r" t="t"/>
                <a:pathLst>
                  <a:path extrusionOk="0" h="221" w="294">
                    <a:moveTo>
                      <a:pt x="290" y="0"/>
                    </a:moveTo>
                    <a:lnTo>
                      <a:pt x="290" y="78"/>
                    </a:lnTo>
                    <a:lnTo>
                      <a:pt x="151" y="217"/>
                    </a:lnTo>
                    <a:lnTo>
                      <a:pt x="0" y="217"/>
                    </a:lnTo>
                    <a:lnTo>
                      <a:pt x="0" y="221"/>
                    </a:lnTo>
                    <a:lnTo>
                      <a:pt x="153" y="221"/>
                    </a:lnTo>
                    <a:lnTo>
                      <a:pt x="294" y="80"/>
                    </a:lnTo>
                    <a:lnTo>
                      <a:pt x="294" y="0"/>
                    </a:lnTo>
                    <a:lnTo>
                      <a:pt x="290" y="0"/>
                    </a:lnTo>
                    <a:lnTo>
                      <a:pt x="29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0" name="Google Shape;100;p3"/>
              <p:cNvSpPr/>
              <p:nvPr/>
            </p:nvSpPr>
            <p:spPr>
              <a:xfrm>
                <a:off x="3843246" y="835302"/>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5"/>
                      <a:pt x="5"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1" name="Google Shape;101;p3"/>
              <p:cNvSpPr/>
              <p:nvPr/>
            </p:nvSpPr>
            <p:spPr>
              <a:xfrm>
                <a:off x="4478354" y="357910"/>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6"/>
                      <a:pt x="5" y="4"/>
                      <a:pt x="7" y="4"/>
                    </a:cubicBezTo>
                    <a:cubicBezTo>
                      <a:pt x="9" y="4"/>
                      <a:pt x="10" y="6"/>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02" name="Google Shape;102;p3"/>
            <p:cNvGrpSpPr/>
            <p:nvPr/>
          </p:nvGrpSpPr>
          <p:grpSpPr>
            <a:xfrm>
              <a:off x="7099018" y="-57203"/>
              <a:ext cx="1337026" cy="826702"/>
              <a:chOff x="3421261" y="191675"/>
              <a:chExt cx="837578" cy="517886"/>
            </a:xfrm>
          </p:grpSpPr>
          <p:sp>
            <p:nvSpPr>
              <p:cNvPr id="103" name="Google Shape;103;p3"/>
              <p:cNvSpPr/>
              <p:nvPr/>
            </p:nvSpPr>
            <p:spPr>
              <a:xfrm>
                <a:off x="3421261" y="679724"/>
                <a:ext cx="31969" cy="29837"/>
              </a:xfrm>
              <a:custGeom>
                <a:rect b="b" l="l" r="r" t="t"/>
                <a:pathLst>
                  <a:path extrusionOk="0" h="14" w="14">
                    <a:moveTo>
                      <a:pt x="12" y="7"/>
                    </a:moveTo>
                    <a:cubicBezTo>
                      <a:pt x="10" y="7"/>
                      <a:pt x="10" y="7"/>
                      <a:pt x="10" y="7"/>
                    </a:cubicBezTo>
                    <a:cubicBezTo>
                      <a:pt x="10" y="8"/>
                      <a:pt x="9" y="10"/>
                      <a:pt x="7" y="10"/>
                    </a:cubicBezTo>
                    <a:cubicBezTo>
                      <a:pt x="5" y="10"/>
                      <a:pt x="4" y="8"/>
                      <a:pt x="4" y="7"/>
                    </a:cubicBezTo>
                    <a:cubicBezTo>
                      <a:pt x="4" y="5"/>
                      <a:pt x="5"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4" name="Google Shape;104;p3"/>
              <p:cNvSpPr/>
              <p:nvPr/>
            </p:nvSpPr>
            <p:spPr>
              <a:xfrm>
                <a:off x="3442573" y="191675"/>
                <a:ext cx="816266" cy="498704"/>
              </a:xfrm>
              <a:custGeom>
                <a:rect b="b" l="l" r="r" t="t"/>
                <a:pathLst>
                  <a:path extrusionOk="0" h="234" w="383">
                    <a:moveTo>
                      <a:pt x="379" y="0"/>
                    </a:moveTo>
                    <a:lnTo>
                      <a:pt x="379" y="106"/>
                    </a:lnTo>
                    <a:lnTo>
                      <a:pt x="301" y="185"/>
                    </a:lnTo>
                    <a:lnTo>
                      <a:pt x="46" y="185"/>
                    </a:lnTo>
                    <a:lnTo>
                      <a:pt x="0" y="231"/>
                    </a:lnTo>
                    <a:lnTo>
                      <a:pt x="3" y="234"/>
                    </a:lnTo>
                    <a:lnTo>
                      <a:pt x="47" y="190"/>
                    </a:lnTo>
                    <a:lnTo>
                      <a:pt x="302" y="190"/>
                    </a:lnTo>
                    <a:lnTo>
                      <a:pt x="383" y="108"/>
                    </a:lnTo>
                    <a:lnTo>
                      <a:pt x="383" y="0"/>
                    </a:lnTo>
                    <a:lnTo>
                      <a:pt x="379" y="0"/>
                    </a:lnTo>
                    <a:lnTo>
                      <a:pt x="379"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05" name="Google Shape;105;p3"/>
            <p:cNvGrpSpPr/>
            <p:nvPr/>
          </p:nvGrpSpPr>
          <p:grpSpPr>
            <a:xfrm flipH="1">
              <a:off x="1029578" y="4404023"/>
              <a:ext cx="619332" cy="1338013"/>
              <a:chOff x="6850421" y="775628"/>
              <a:chExt cx="398541" cy="861012"/>
            </a:xfrm>
          </p:grpSpPr>
          <p:sp>
            <p:nvSpPr>
              <p:cNvPr id="106" name="Google Shape;106;p3"/>
              <p:cNvSpPr/>
              <p:nvPr/>
            </p:nvSpPr>
            <p:spPr>
              <a:xfrm>
                <a:off x="6850421" y="1604672"/>
                <a:ext cx="34100" cy="31969"/>
              </a:xfrm>
              <a:custGeom>
                <a:rect b="b" l="l" r="r" t="t"/>
                <a:pathLst>
                  <a:path extrusionOk="0" h="15" w="15">
                    <a:moveTo>
                      <a:pt x="13" y="8"/>
                    </a:moveTo>
                    <a:cubicBezTo>
                      <a:pt x="11" y="8"/>
                      <a:pt x="11" y="8"/>
                      <a:pt x="11" y="8"/>
                    </a:cubicBezTo>
                    <a:cubicBezTo>
                      <a:pt x="11" y="9"/>
                      <a:pt x="9" y="11"/>
                      <a:pt x="7" y="11"/>
                    </a:cubicBezTo>
                    <a:cubicBezTo>
                      <a:pt x="6" y="11"/>
                      <a:pt x="4" y="9"/>
                      <a:pt x="4" y="8"/>
                    </a:cubicBezTo>
                    <a:cubicBezTo>
                      <a:pt x="4" y="6"/>
                      <a:pt x="6" y="4"/>
                      <a:pt x="7" y="4"/>
                    </a:cubicBezTo>
                    <a:cubicBezTo>
                      <a:pt x="9" y="4"/>
                      <a:pt x="11" y="6"/>
                      <a:pt x="11" y="8"/>
                    </a:cubicBezTo>
                    <a:cubicBezTo>
                      <a:pt x="13" y="8"/>
                      <a:pt x="13" y="8"/>
                      <a:pt x="13" y="8"/>
                    </a:cubicBezTo>
                    <a:cubicBezTo>
                      <a:pt x="15" y="8"/>
                      <a:pt x="15" y="8"/>
                      <a:pt x="15" y="8"/>
                    </a:cubicBezTo>
                    <a:cubicBezTo>
                      <a:pt x="15" y="4"/>
                      <a:pt x="11" y="0"/>
                      <a:pt x="7" y="0"/>
                    </a:cubicBezTo>
                    <a:cubicBezTo>
                      <a:pt x="3" y="0"/>
                      <a:pt x="0" y="4"/>
                      <a:pt x="0" y="8"/>
                    </a:cubicBezTo>
                    <a:cubicBezTo>
                      <a:pt x="0" y="12"/>
                      <a:pt x="3" y="15"/>
                      <a:pt x="7" y="15"/>
                    </a:cubicBezTo>
                    <a:cubicBezTo>
                      <a:pt x="11" y="15"/>
                      <a:pt x="15" y="12"/>
                      <a:pt x="15" y="8"/>
                    </a:cubicBezTo>
                    <a:lnTo>
                      <a:pt x="13"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7" name="Google Shape;107;p3"/>
              <p:cNvSpPr/>
              <p:nvPr/>
            </p:nvSpPr>
            <p:spPr>
              <a:xfrm>
                <a:off x="7138138" y="775628"/>
                <a:ext cx="31969" cy="31969"/>
              </a:xfrm>
              <a:custGeom>
                <a:rect b="b" l="l" r="r" t="t"/>
                <a:pathLst>
                  <a:path extrusionOk="0" h="14" w="14">
                    <a:moveTo>
                      <a:pt x="12" y="7"/>
                    </a:moveTo>
                    <a:cubicBezTo>
                      <a:pt x="10" y="7"/>
                      <a:pt x="10" y="7"/>
                      <a:pt x="10" y="7"/>
                    </a:cubicBezTo>
                    <a:cubicBezTo>
                      <a:pt x="10" y="9"/>
                      <a:pt x="9" y="10"/>
                      <a:pt x="7" y="10"/>
                    </a:cubicBezTo>
                    <a:cubicBezTo>
                      <a:pt x="6" y="10"/>
                      <a:pt x="4" y="9"/>
                      <a:pt x="4" y="7"/>
                    </a:cubicBezTo>
                    <a:cubicBezTo>
                      <a:pt x="4" y="5"/>
                      <a:pt x="6"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8" name="Google Shape;108;p3"/>
              <p:cNvSpPr/>
              <p:nvPr/>
            </p:nvSpPr>
            <p:spPr>
              <a:xfrm>
                <a:off x="6861077" y="794810"/>
                <a:ext cx="387885" cy="814124"/>
              </a:xfrm>
              <a:custGeom>
                <a:rect b="b" l="l" r="r" t="t"/>
                <a:pathLst>
                  <a:path extrusionOk="0" h="382" w="182">
                    <a:moveTo>
                      <a:pt x="5" y="382"/>
                    </a:moveTo>
                    <a:lnTo>
                      <a:pt x="5" y="306"/>
                    </a:lnTo>
                    <a:lnTo>
                      <a:pt x="79" y="231"/>
                    </a:lnTo>
                    <a:lnTo>
                      <a:pt x="146" y="231"/>
                    </a:lnTo>
                    <a:lnTo>
                      <a:pt x="182" y="194"/>
                    </a:lnTo>
                    <a:lnTo>
                      <a:pt x="182" y="40"/>
                    </a:lnTo>
                    <a:lnTo>
                      <a:pt x="142" y="0"/>
                    </a:lnTo>
                    <a:lnTo>
                      <a:pt x="140" y="3"/>
                    </a:lnTo>
                    <a:lnTo>
                      <a:pt x="178" y="42"/>
                    </a:lnTo>
                    <a:lnTo>
                      <a:pt x="178" y="192"/>
                    </a:lnTo>
                    <a:lnTo>
                      <a:pt x="143" y="227"/>
                    </a:lnTo>
                    <a:lnTo>
                      <a:pt x="78" y="227"/>
                    </a:lnTo>
                    <a:lnTo>
                      <a:pt x="0" y="304"/>
                    </a:lnTo>
                    <a:lnTo>
                      <a:pt x="0" y="382"/>
                    </a:lnTo>
                    <a:lnTo>
                      <a:pt x="5" y="382"/>
                    </a:lnTo>
                    <a:lnTo>
                      <a:pt x="5" y="38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09" name="Google Shape;109;p3"/>
            <p:cNvGrpSpPr/>
            <p:nvPr/>
          </p:nvGrpSpPr>
          <p:grpSpPr>
            <a:xfrm>
              <a:off x="4984595" y="4666482"/>
              <a:ext cx="1064856" cy="813093"/>
              <a:chOff x="3843246" y="357910"/>
              <a:chExt cx="667078" cy="509361"/>
            </a:xfrm>
          </p:grpSpPr>
          <p:sp>
            <p:nvSpPr>
              <p:cNvPr id="110" name="Google Shape;110;p3"/>
              <p:cNvSpPr/>
              <p:nvPr/>
            </p:nvSpPr>
            <p:spPr>
              <a:xfrm>
                <a:off x="3870952" y="385616"/>
                <a:ext cx="626584" cy="471000"/>
              </a:xfrm>
              <a:custGeom>
                <a:rect b="b" l="l" r="r" t="t"/>
                <a:pathLst>
                  <a:path extrusionOk="0" h="221" w="294">
                    <a:moveTo>
                      <a:pt x="290" y="0"/>
                    </a:moveTo>
                    <a:lnTo>
                      <a:pt x="290" y="78"/>
                    </a:lnTo>
                    <a:lnTo>
                      <a:pt x="151" y="217"/>
                    </a:lnTo>
                    <a:lnTo>
                      <a:pt x="0" y="217"/>
                    </a:lnTo>
                    <a:lnTo>
                      <a:pt x="0" y="221"/>
                    </a:lnTo>
                    <a:lnTo>
                      <a:pt x="153" y="221"/>
                    </a:lnTo>
                    <a:lnTo>
                      <a:pt x="294" y="80"/>
                    </a:lnTo>
                    <a:lnTo>
                      <a:pt x="294" y="0"/>
                    </a:lnTo>
                    <a:lnTo>
                      <a:pt x="290" y="0"/>
                    </a:lnTo>
                    <a:lnTo>
                      <a:pt x="29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1" name="Google Shape;111;p3"/>
              <p:cNvSpPr/>
              <p:nvPr/>
            </p:nvSpPr>
            <p:spPr>
              <a:xfrm>
                <a:off x="3843246" y="835302"/>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5"/>
                      <a:pt x="5"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2" name="Google Shape;112;p3"/>
              <p:cNvSpPr/>
              <p:nvPr/>
            </p:nvSpPr>
            <p:spPr>
              <a:xfrm>
                <a:off x="4478354" y="357910"/>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6"/>
                      <a:pt x="5" y="4"/>
                      <a:pt x="7" y="4"/>
                    </a:cubicBezTo>
                    <a:cubicBezTo>
                      <a:pt x="9" y="4"/>
                      <a:pt x="10" y="6"/>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113" name="Google Shape;113;p3"/>
          <p:cNvGrpSpPr/>
          <p:nvPr/>
        </p:nvGrpSpPr>
        <p:grpSpPr>
          <a:xfrm>
            <a:off x="2046988" y="4799750"/>
            <a:ext cx="130200" cy="126125"/>
            <a:chOff x="3935725" y="167575"/>
            <a:chExt cx="130200" cy="126125"/>
          </a:xfrm>
        </p:grpSpPr>
        <p:sp>
          <p:nvSpPr>
            <p:cNvPr id="114" name="Google Shape;114;p3"/>
            <p:cNvSpPr/>
            <p:nvPr/>
          </p:nvSpPr>
          <p:spPr>
            <a:xfrm>
              <a:off x="3935725" y="167575"/>
              <a:ext cx="65100" cy="564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15" name="Google Shape;115;p3"/>
            <p:cNvSpPr/>
            <p:nvPr/>
          </p:nvSpPr>
          <p:spPr>
            <a:xfrm>
              <a:off x="4000825" y="201775"/>
              <a:ext cx="65100" cy="564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16" name="Google Shape;116;p3"/>
            <p:cNvSpPr/>
            <p:nvPr/>
          </p:nvSpPr>
          <p:spPr>
            <a:xfrm>
              <a:off x="3935725" y="237300"/>
              <a:ext cx="65100" cy="564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117" name="Google Shape;117;p3"/>
          <p:cNvGrpSpPr/>
          <p:nvPr/>
        </p:nvGrpSpPr>
        <p:grpSpPr>
          <a:xfrm>
            <a:off x="8845345" y="4235716"/>
            <a:ext cx="101875" cy="134875"/>
            <a:chOff x="3928495" y="333391"/>
            <a:chExt cx="101875" cy="134875"/>
          </a:xfrm>
        </p:grpSpPr>
        <p:grpSp>
          <p:nvGrpSpPr>
            <p:cNvPr id="118" name="Google Shape;118;p3"/>
            <p:cNvGrpSpPr/>
            <p:nvPr/>
          </p:nvGrpSpPr>
          <p:grpSpPr>
            <a:xfrm>
              <a:off x="3928495" y="379241"/>
              <a:ext cx="44700" cy="42600"/>
              <a:chOff x="3928495" y="379241"/>
              <a:chExt cx="44700" cy="42600"/>
            </a:xfrm>
          </p:grpSpPr>
          <p:sp>
            <p:nvSpPr>
              <p:cNvPr id="119" name="Google Shape;119;p3"/>
              <p:cNvSpPr/>
              <p:nvPr/>
            </p:nvSpPr>
            <p:spPr>
              <a:xfrm>
                <a:off x="3928495" y="396272"/>
                <a:ext cx="44700" cy="81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0" name="Google Shape;120;p3"/>
              <p:cNvSpPr/>
              <p:nvPr/>
            </p:nvSpPr>
            <p:spPr>
              <a:xfrm>
                <a:off x="3946802" y="379241"/>
                <a:ext cx="8100" cy="426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21" name="Google Shape;121;p3"/>
            <p:cNvGrpSpPr/>
            <p:nvPr/>
          </p:nvGrpSpPr>
          <p:grpSpPr>
            <a:xfrm>
              <a:off x="3985670" y="425666"/>
              <a:ext cx="44700" cy="42600"/>
              <a:chOff x="3928495" y="379241"/>
              <a:chExt cx="44700" cy="42600"/>
            </a:xfrm>
          </p:grpSpPr>
          <p:sp>
            <p:nvSpPr>
              <p:cNvPr id="122" name="Google Shape;122;p3"/>
              <p:cNvSpPr/>
              <p:nvPr/>
            </p:nvSpPr>
            <p:spPr>
              <a:xfrm>
                <a:off x="3928495" y="396272"/>
                <a:ext cx="44700" cy="81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3" name="Google Shape;123;p3"/>
              <p:cNvSpPr/>
              <p:nvPr/>
            </p:nvSpPr>
            <p:spPr>
              <a:xfrm>
                <a:off x="3946802" y="379241"/>
                <a:ext cx="8100" cy="426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24" name="Google Shape;124;p3"/>
            <p:cNvGrpSpPr/>
            <p:nvPr/>
          </p:nvGrpSpPr>
          <p:grpSpPr>
            <a:xfrm>
              <a:off x="3985670" y="333391"/>
              <a:ext cx="44700" cy="42600"/>
              <a:chOff x="3928495" y="379241"/>
              <a:chExt cx="44700" cy="42600"/>
            </a:xfrm>
          </p:grpSpPr>
          <p:sp>
            <p:nvSpPr>
              <p:cNvPr id="125" name="Google Shape;125;p3"/>
              <p:cNvSpPr/>
              <p:nvPr/>
            </p:nvSpPr>
            <p:spPr>
              <a:xfrm>
                <a:off x="3928495" y="396272"/>
                <a:ext cx="44700" cy="81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6" name="Google Shape;126;p3"/>
              <p:cNvSpPr/>
              <p:nvPr/>
            </p:nvSpPr>
            <p:spPr>
              <a:xfrm>
                <a:off x="3946802" y="379241"/>
                <a:ext cx="8100" cy="426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127" name="Google Shape;127;p3"/>
          <p:cNvGrpSpPr/>
          <p:nvPr/>
        </p:nvGrpSpPr>
        <p:grpSpPr>
          <a:xfrm>
            <a:off x="133075" y="1443037"/>
            <a:ext cx="445675" cy="119073"/>
            <a:chOff x="3578973" y="2550931"/>
            <a:chExt cx="279193" cy="74593"/>
          </a:xfrm>
        </p:grpSpPr>
        <p:sp>
          <p:nvSpPr>
            <p:cNvPr id="128" name="Google Shape;128;p3"/>
            <p:cNvSpPr/>
            <p:nvPr/>
          </p:nvSpPr>
          <p:spPr>
            <a:xfrm>
              <a:off x="3578973" y="2550931"/>
              <a:ext cx="42625" cy="74593"/>
            </a:xfrm>
            <a:custGeom>
              <a:rect b="b" l="l" r="r" t="t"/>
              <a:pathLst>
                <a:path extrusionOk="0" h="35" w="20">
                  <a:moveTo>
                    <a:pt x="3" y="35"/>
                  </a:moveTo>
                  <a:lnTo>
                    <a:pt x="20" y="17"/>
                  </a:lnTo>
                  <a:lnTo>
                    <a:pt x="3" y="0"/>
                  </a:lnTo>
                  <a:lnTo>
                    <a:pt x="0" y="3"/>
                  </a:lnTo>
                  <a:lnTo>
                    <a:pt x="14"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9" name="Google Shape;129;p3"/>
            <p:cNvSpPr/>
            <p:nvPr/>
          </p:nvSpPr>
          <p:spPr>
            <a:xfrm>
              <a:off x="3636518"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0" name="Google Shape;130;p3"/>
            <p:cNvSpPr/>
            <p:nvPr/>
          </p:nvSpPr>
          <p:spPr>
            <a:xfrm>
              <a:off x="3698323" y="2550931"/>
              <a:ext cx="42625" cy="74593"/>
            </a:xfrm>
            <a:custGeom>
              <a:rect b="b" l="l" r="r" t="t"/>
              <a:pathLst>
                <a:path extrusionOk="0" h="35" w="20">
                  <a:moveTo>
                    <a:pt x="2" y="35"/>
                  </a:moveTo>
                  <a:lnTo>
                    <a:pt x="20" y="17"/>
                  </a:lnTo>
                  <a:lnTo>
                    <a:pt x="2" y="0"/>
                  </a:lnTo>
                  <a:lnTo>
                    <a:pt x="0" y="3"/>
                  </a:lnTo>
                  <a:lnTo>
                    <a:pt x="13" y="17"/>
                  </a:lnTo>
                  <a:lnTo>
                    <a:pt x="0" y="32"/>
                  </a:lnTo>
                  <a:lnTo>
                    <a:pt x="2" y="35"/>
                  </a:lnTo>
                  <a:lnTo>
                    <a:pt x="2"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1" name="Google Shape;131;p3"/>
            <p:cNvSpPr/>
            <p:nvPr/>
          </p:nvSpPr>
          <p:spPr>
            <a:xfrm>
              <a:off x="3755867"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2" name="Google Shape;132;p3"/>
            <p:cNvSpPr/>
            <p:nvPr/>
          </p:nvSpPr>
          <p:spPr>
            <a:xfrm>
              <a:off x="3813410" y="2550931"/>
              <a:ext cx="44757" cy="74593"/>
            </a:xfrm>
            <a:custGeom>
              <a:rect b="b" l="l" r="r" t="t"/>
              <a:pathLst>
                <a:path extrusionOk="0" h="35" w="21">
                  <a:moveTo>
                    <a:pt x="4" y="35"/>
                  </a:moveTo>
                  <a:lnTo>
                    <a:pt x="21" y="17"/>
                  </a:lnTo>
                  <a:lnTo>
                    <a:pt x="4" y="0"/>
                  </a:lnTo>
                  <a:lnTo>
                    <a:pt x="0" y="3"/>
                  </a:lnTo>
                  <a:lnTo>
                    <a:pt x="15" y="17"/>
                  </a:lnTo>
                  <a:lnTo>
                    <a:pt x="0" y="32"/>
                  </a:lnTo>
                  <a:lnTo>
                    <a:pt x="4" y="35"/>
                  </a:lnTo>
                  <a:lnTo>
                    <a:pt x="4"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3" name="Google Shape;133;p3"/>
            <p:cNvSpPr/>
            <p:nvPr/>
          </p:nvSpPr>
          <p:spPr>
            <a:xfrm>
              <a:off x="3578973" y="2550931"/>
              <a:ext cx="42625" cy="74593"/>
            </a:xfrm>
            <a:custGeom>
              <a:rect b="b" l="l" r="r" t="t"/>
              <a:pathLst>
                <a:path extrusionOk="0" h="35" w="20">
                  <a:moveTo>
                    <a:pt x="3" y="35"/>
                  </a:moveTo>
                  <a:lnTo>
                    <a:pt x="20" y="17"/>
                  </a:lnTo>
                  <a:lnTo>
                    <a:pt x="3" y="0"/>
                  </a:lnTo>
                  <a:lnTo>
                    <a:pt x="0" y="3"/>
                  </a:lnTo>
                  <a:lnTo>
                    <a:pt x="14"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4" name="Google Shape;134;p3"/>
            <p:cNvSpPr/>
            <p:nvPr/>
          </p:nvSpPr>
          <p:spPr>
            <a:xfrm>
              <a:off x="3636518"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5" name="Google Shape;135;p3"/>
            <p:cNvSpPr/>
            <p:nvPr/>
          </p:nvSpPr>
          <p:spPr>
            <a:xfrm>
              <a:off x="3698323" y="2550931"/>
              <a:ext cx="42625" cy="74593"/>
            </a:xfrm>
            <a:custGeom>
              <a:rect b="b" l="l" r="r" t="t"/>
              <a:pathLst>
                <a:path extrusionOk="0" h="35" w="20">
                  <a:moveTo>
                    <a:pt x="2" y="35"/>
                  </a:moveTo>
                  <a:lnTo>
                    <a:pt x="20" y="17"/>
                  </a:lnTo>
                  <a:lnTo>
                    <a:pt x="2" y="0"/>
                  </a:lnTo>
                  <a:lnTo>
                    <a:pt x="0" y="3"/>
                  </a:lnTo>
                  <a:lnTo>
                    <a:pt x="13" y="17"/>
                  </a:lnTo>
                  <a:lnTo>
                    <a:pt x="0" y="32"/>
                  </a:lnTo>
                  <a:lnTo>
                    <a:pt x="2" y="35"/>
                  </a:lnTo>
                  <a:lnTo>
                    <a:pt x="2"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6" name="Google Shape;136;p3"/>
            <p:cNvSpPr/>
            <p:nvPr/>
          </p:nvSpPr>
          <p:spPr>
            <a:xfrm>
              <a:off x="3755867"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7" name="Google Shape;137;p3"/>
            <p:cNvSpPr/>
            <p:nvPr/>
          </p:nvSpPr>
          <p:spPr>
            <a:xfrm>
              <a:off x="3813410" y="2550931"/>
              <a:ext cx="44757" cy="74593"/>
            </a:xfrm>
            <a:custGeom>
              <a:rect b="b" l="l" r="r" t="t"/>
              <a:pathLst>
                <a:path extrusionOk="0" h="35" w="21">
                  <a:moveTo>
                    <a:pt x="4" y="35"/>
                  </a:moveTo>
                  <a:lnTo>
                    <a:pt x="21" y="17"/>
                  </a:lnTo>
                  <a:lnTo>
                    <a:pt x="4" y="0"/>
                  </a:lnTo>
                  <a:lnTo>
                    <a:pt x="0" y="3"/>
                  </a:lnTo>
                  <a:lnTo>
                    <a:pt x="15" y="17"/>
                  </a:lnTo>
                  <a:lnTo>
                    <a:pt x="0" y="32"/>
                  </a:lnTo>
                  <a:lnTo>
                    <a:pt x="4" y="35"/>
                  </a:lnTo>
                  <a:lnTo>
                    <a:pt x="4"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38" name="Google Shape;138;p3"/>
          <p:cNvGrpSpPr/>
          <p:nvPr/>
        </p:nvGrpSpPr>
        <p:grpSpPr>
          <a:xfrm>
            <a:off x="6850575" y="293088"/>
            <a:ext cx="130200" cy="126125"/>
            <a:chOff x="3935725" y="167575"/>
            <a:chExt cx="130200" cy="126125"/>
          </a:xfrm>
        </p:grpSpPr>
        <p:sp>
          <p:nvSpPr>
            <p:cNvPr id="139" name="Google Shape;139;p3"/>
            <p:cNvSpPr/>
            <p:nvPr/>
          </p:nvSpPr>
          <p:spPr>
            <a:xfrm>
              <a:off x="3935725" y="167575"/>
              <a:ext cx="65100" cy="56400"/>
            </a:xfrm>
            <a:prstGeom prst="hexagon">
              <a:avLst>
                <a:gd fmla="val 25000" name="adj"/>
                <a:gd fmla="val 115470" name="vf"/>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40" name="Google Shape;140;p3"/>
            <p:cNvSpPr/>
            <p:nvPr/>
          </p:nvSpPr>
          <p:spPr>
            <a:xfrm>
              <a:off x="4000825" y="201775"/>
              <a:ext cx="65100" cy="56400"/>
            </a:xfrm>
            <a:prstGeom prst="hexagon">
              <a:avLst>
                <a:gd fmla="val 25000" name="adj"/>
                <a:gd fmla="val 115470" name="vf"/>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41" name="Google Shape;141;p3"/>
            <p:cNvSpPr/>
            <p:nvPr/>
          </p:nvSpPr>
          <p:spPr>
            <a:xfrm>
              <a:off x="3935725" y="237300"/>
              <a:ext cx="65100" cy="56400"/>
            </a:xfrm>
            <a:prstGeom prst="hexagon">
              <a:avLst>
                <a:gd fmla="val 25000" name="adj"/>
                <a:gd fmla="val 115470" name="vf"/>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sp>
        <p:nvSpPr>
          <p:cNvPr id="142" name="Google Shape;142;p3"/>
          <p:cNvSpPr txBox="1"/>
          <p:nvPr>
            <p:ph type="title"/>
          </p:nvPr>
        </p:nvSpPr>
        <p:spPr>
          <a:xfrm>
            <a:off x="1653000" y="2440950"/>
            <a:ext cx="5838000" cy="841800"/>
          </a:xfrm>
          <a:prstGeom prst="rect">
            <a:avLst/>
          </a:prstGeom>
        </p:spPr>
        <p:txBody>
          <a:bodyPr anchorCtr="0" anchor="b" bIns="91425" lIns="91425" spcFirstLastPara="1" rIns="91425" wrap="square" tIns="91425">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43" name="Google Shape;143;p3"/>
          <p:cNvSpPr txBox="1"/>
          <p:nvPr>
            <p:ph hasCustomPrompt="1" idx="2" type="title"/>
          </p:nvPr>
        </p:nvSpPr>
        <p:spPr>
          <a:xfrm>
            <a:off x="3720750" y="1181250"/>
            <a:ext cx="1702500" cy="1038000"/>
          </a:xfrm>
          <a:prstGeom prst="rect">
            <a:avLst/>
          </a:prstGeom>
          <a:solidFill>
            <a:schemeClr val="lt1"/>
          </a:solidFill>
        </p:spPr>
        <p:txBody>
          <a:bodyPr anchorCtr="0" anchor="ctr" bIns="91425" lIns="91425" spcFirstLastPara="1" rIns="91425" wrap="square" tIns="91425">
            <a:noAutofit/>
          </a:bodyPr>
          <a:lstStyle>
            <a:lvl1pPr lvl="0" rtl="0" algn="ctr">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44" name="Google Shape;144;p3"/>
          <p:cNvSpPr txBox="1"/>
          <p:nvPr>
            <p:ph idx="1" type="subTitle"/>
          </p:nvPr>
        </p:nvSpPr>
        <p:spPr>
          <a:xfrm>
            <a:off x="1653000" y="3227290"/>
            <a:ext cx="5838000" cy="4578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5" name="Shape 145"/>
        <p:cNvGrpSpPr/>
        <p:nvPr/>
      </p:nvGrpSpPr>
      <p:grpSpPr>
        <a:xfrm>
          <a:off x="0" y="0"/>
          <a:ext cx="0" cy="0"/>
          <a:chOff x="0" y="0"/>
          <a:chExt cx="0" cy="0"/>
        </a:xfrm>
      </p:grpSpPr>
      <p:pic>
        <p:nvPicPr>
          <p:cNvPr id="146" name="Google Shape;146;p4"/>
          <p:cNvPicPr preferRelativeResize="0"/>
          <p:nvPr/>
        </p:nvPicPr>
        <p:blipFill rotWithShape="1">
          <a:blip r:embed="rId2">
            <a:alphaModFix/>
          </a:blip>
          <a:srcRect b="901" l="0" r="990" t="0"/>
          <a:stretch/>
        </p:blipFill>
        <p:spPr>
          <a:xfrm>
            <a:off x="0" y="0"/>
            <a:ext cx="9144003" cy="5143500"/>
          </a:xfrm>
          <a:prstGeom prst="rect">
            <a:avLst/>
          </a:prstGeom>
          <a:noFill/>
          <a:ln>
            <a:noFill/>
          </a:ln>
        </p:spPr>
      </p:pic>
      <p:grpSp>
        <p:nvGrpSpPr>
          <p:cNvPr id="147" name="Google Shape;147;p4"/>
          <p:cNvGrpSpPr/>
          <p:nvPr/>
        </p:nvGrpSpPr>
        <p:grpSpPr>
          <a:xfrm>
            <a:off x="-995975" y="-1108125"/>
            <a:ext cx="11299300" cy="7403525"/>
            <a:chOff x="-995975" y="-1108125"/>
            <a:chExt cx="11299300" cy="7403525"/>
          </a:xfrm>
        </p:grpSpPr>
        <p:sp>
          <p:nvSpPr>
            <p:cNvPr id="148" name="Google Shape;148;p4"/>
            <p:cNvSpPr/>
            <p:nvPr/>
          </p:nvSpPr>
          <p:spPr>
            <a:xfrm>
              <a:off x="-512050" y="4669675"/>
              <a:ext cx="1417200" cy="10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49" name="Google Shape;149;p4"/>
            <p:cNvSpPr/>
            <p:nvPr/>
          </p:nvSpPr>
          <p:spPr>
            <a:xfrm>
              <a:off x="-995975" y="4916110"/>
              <a:ext cx="1417200" cy="10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50" name="Google Shape;150;p4"/>
            <p:cNvSpPr/>
            <p:nvPr/>
          </p:nvSpPr>
          <p:spPr>
            <a:xfrm>
              <a:off x="8886125" y="1153700"/>
              <a:ext cx="1417200" cy="10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51" name="Google Shape;151;p4"/>
            <p:cNvSpPr/>
            <p:nvPr/>
          </p:nvSpPr>
          <p:spPr>
            <a:xfrm>
              <a:off x="8609550" y="1392375"/>
              <a:ext cx="1417200" cy="10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52" name="Google Shape;152;p4"/>
            <p:cNvSpPr/>
            <p:nvPr/>
          </p:nvSpPr>
          <p:spPr>
            <a:xfrm rot="5400000">
              <a:off x="7085625" y="5533700"/>
              <a:ext cx="1417200" cy="10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53" name="Google Shape;153;p4"/>
            <p:cNvSpPr/>
            <p:nvPr/>
          </p:nvSpPr>
          <p:spPr>
            <a:xfrm rot="5400000">
              <a:off x="1259775" y="-452625"/>
              <a:ext cx="1417200" cy="10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154" name="Google Shape;154;p4"/>
          <p:cNvGrpSpPr/>
          <p:nvPr/>
        </p:nvGrpSpPr>
        <p:grpSpPr>
          <a:xfrm>
            <a:off x="-790820" y="-32167"/>
            <a:ext cx="10389925" cy="4945602"/>
            <a:chOff x="-790820" y="-32167"/>
            <a:chExt cx="10389925" cy="4945602"/>
          </a:xfrm>
        </p:grpSpPr>
        <p:grpSp>
          <p:nvGrpSpPr>
            <p:cNvPr id="155" name="Google Shape;155;p4"/>
            <p:cNvGrpSpPr/>
            <p:nvPr/>
          </p:nvGrpSpPr>
          <p:grpSpPr>
            <a:xfrm rot="5400000">
              <a:off x="8563445" y="3974459"/>
              <a:ext cx="1064856" cy="813093"/>
              <a:chOff x="3843246" y="357910"/>
              <a:chExt cx="667078" cy="509361"/>
            </a:xfrm>
          </p:grpSpPr>
          <p:sp>
            <p:nvSpPr>
              <p:cNvPr id="156" name="Google Shape;156;p4"/>
              <p:cNvSpPr/>
              <p:nvPr/>
            </p:nvSpPr>
            <p:spPr>
              <a:xfrm>
                <a:off x="3870952" y="385616"/>
                <a:ext cx="626584" cy="471000"/>
              </a:xfrm>
              <a:custGeom>
                <a:rect b="b" l="l" r="r" t="t"/>
                <a:pathLst>
                  <a:path extrusionOk="0" h="221" w="294">
                    <a:moveTo>
                      <a:pt x="290" y="0"/>
                    </a:moveTo>
                    <a:lnTo>
                      <a:pt x="290" y="78"/>
                    </a:lnTo>
                    <a:lnTo>
                      <a:pt x="151" y="217"/>
                    </a:lnTo>
                    <a:lnTo>
                      <a:pt x="0" y="217"/>
                    </a:lnTo>
                    <a:lnTo>
                      <a:pt x="0" y="221"/>
                    </a:lnTo>
                    <a:lnTo>
                      <a:pt x="153" y="221"/>
                    </a:lnTo>
                    <a:lnTo>
                      <a:pt x="294" y="80"/>
                    </a:lnTo>
                    <a:lnTo>
                      <a:pt x="294" y="0"/>
                    </a:lnTo>
                    <a:lnTo>
                      <a:pt x="290" y="0"/>
                    </a:lnTo>
                    <a:lnTo>
                      <a:pt x="29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7" name="Google Shape;157;p4"/>
              <p:cNvSpPr/>
              <p:nvPr/>
            </p:nvSpPr>
            <p:spPr>
              <a:xfrm>
                <a:off x="3843246" y="835302"/>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5"/>
                      <a:pt x="5"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8" name="Google Shape;158;p4"/>
              <p:cNvSpPr/>
              <p:nvPr/>
            </p:nvSpPr>
            <p:spPr>
              <a:xfrm>
                <a:off x="4478354" y="357910"/>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6"/>
                      <a:pt x="5" y="4"/>
                      <a:pt x="7" y="4"/>
                    </a:cubicBezTo>
                    <a:cubicBezTo>
                      <a:pt x="9" y="4"/>
                      <a:pt x="10" y="6"/>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59" name="Google Shape;159;p4"/>
            <p:cNvGrpSpPr/>
            <p:nvPr/>
          </p:nvGrpSpPr>
          <p:grpSpPr>
            <a:xfrm rot="5400000">
              <a:off x="8517242" y="3526701"/>
              <a:ext cx="1337026" cy="826702"/>
              <a:chOff x="3421261" y="191675"/>
              <a:chExt cx="837578" cy="517886"/>
            </a:xfrm>
          </p:grpSpPr>
          <p:sp>
            <p:nvSpPr>
              <p:cNvPr id="160" name="Google Shape;160;p4"/>
              <p:cNvSpPr/>
              <p:nvPr/>
            </p:nvSpPr>
            <p:spPr>
              <a:xfrm>
                <a:off x="3421261" y="679724"/>
                <a:ext cx="31969" cy="29837"/>
              </a:xfrm>
              <a:custGeom>
                <a:rect b="b" l="l" r="r" t="t"/>
                <a:pathLst>
                  <a:path extrusionOk="0" h="14" w="14">
                    <a:moveTo>
                      <a:pt x="12" y="7"/>
                    </a:moveTo>
                    <a:cubicBezTo>
                      <a:pt x="10" y="7"/>
                      <a:pt x="10" y="7"/>
                      <a:pt x="10" y="7"/>
                    </a:cubicBezTo>
                    <a:cubicBezTo>
                      <a:pt x="10" y="8"/>
                      <a:pt x="9" y="10"/>
                      <a:pt x="7" y="10"/>
                    </a:cubicBezTo>
                    <a:cubicBezTo>
                      <a:pt x="5" y="10"/>
                      <a:pt x="4" y="8"/>
                      <a:pt x="4" y="7"/>
                    </a:cubicBezTo>
                    <a:cubicBezTo>
                      <a:pt x="4" y="5"/>
                      <a:pt x="5"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1" name="Google Shape;161;p4"/>
              <p:cNvSpPr/>
              <p:nvPr/>
            </p:nvSpPr>
            <p:spPr>
              <a:xfrm>
                <a:off x="3442573" y="191675"/>
                <a:ext cx="816266" cy="498704"/>
              </a:xfrm>
              <a:custGeom>
                <a:rect b="b" l="l" r="r" t="t"/>
                <a:pathLst>
                  <a:path extrusionOk="0" h="234" w="383">
                    <a:moveTo>
                      <a:pt x="379" y="0"/>
                    </a:moveTo>
                    <a:lnTo>
                      <a:pt x="379" y="106"/>
                    </a:lnTo>
                    <a:lnTo>
                      <a:pt x="301" y="185"/>
                    </a:lnTo>
                    <a:lnTo>
                      <a:pt x="46" y="185"/>
                    </a:lnTo>
                    <a:lnTo>
                      <a:pt x="0" y="231"/>
                    </a:lnTo>
                    <a:lnTo>
                      <a:pt x="3" y="234"/>
                    </a:lnTo>
                    <a:lnTo>
                      <a:pt x="47" y="190"/>
                    </a:lnTo>
                    <a:lnTo>
                      <a:pt x="302" y="190"/>
                    </a:lnTo>
                    <a:lnTo>
                      <a:pt x="383" y="108"/>
                    </a:lnTo>
                    <a:lnTo>
                      <a:pt x="383" y="0"/>
                    </a:lnTo>
                    <a:lnTo>
                      <a:pt x="379" y="0"/>
                    </a:lnTo>
                    <a:lnTo>
                      <a:pt x="379"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62" name="Google Shape;162;p4"/>
            <p:cNvGrpSpPr/>
            <p:nvPr/>
          </p:nvGrpSpPr>
          <p:grpSpPr>
            <a:xfrm>
              <a:off x="-790820" y="-32167"/>
              <a:ext cx="2156910" cy="506908"/>
              <a:chOff x="4891825" y="3495059"/>
              <a:chExt cx="1351193" cy="317552"/>
            </a:xfrm>
          </p:grpSpPr>
          <p:sp>
            <p:nvSpPr>
              <p:cNvPr id="163" name="Google Shape;163;p4"/>
              <p:cNvSpPr/>
              <p:nvPr/>
            </p:nvSpPr>
            <p:spPr>
              <a:xfrm>
                <a:off x="6208918" y="3706050"/>
                <a:ext cx="34100" cy="31969"/>
              </a:xfrm>
              <a:custGeom>
                <a:rect b="b" l="l" r="r" t="t"/>
                <a:pathLst>
                  <a:path extrusionOk="0" h="15" w="15">
                    <a:moveTo>
                      <a:pt x="2" y="7"/>
                    </a:moveTo>
                    <a:cubicBezTo>
                      <a:pt x="4" y="7"/>
                      <a:pt x="4" y="7"/>
                      <a:pt x="4" y="7"/>
                    </a:cubicBezTo>
                    <a:cubicBezTo>
                      <a:pt x="4" y="6"/>
                      <a:pt x="6" y="4"/>
                      <a:pt x="8" y="4"/>
                    </a:cubicBezTo>
                    <a:cubicBezTo>
                      <a:pt x="9" y="4"/>
                      <a:pt x="11" y="6"/>
                      <a:pt x="11" y="7"/>
                    </a:cubicBezTo>
                    <a:cubicBezTo>
                      <a:pt x="11" y="9"/>
                      <a:pt x="9" y="11"/>
                      <a:pt x="8" y="11"/>
                    </a:cubicBezTo>
                    <a:cubicBezTo>
                      <a:pt x="6" y="11"/>
                      <a:pt x="4" y="9"/>
                      <a:pt x="4" y="7"/>
                    </a:cubicBezTo>
                    <a:cubicBezTo>
                      <a:pt x="2" y="7"/>
                      <a:pt x="2" y="7"/>
                      <a:pt x="2" y="7"/>
                    </a:cubicBezTo>
                    <a:cubicBezTo>
                      <a:pt x="0" y="7"/>
                      <a:pt x="0" y="7"/>
                      <a:pt x="0" y="7"/>
                    </a:cubicBezTo>
                    <a:cubicBezTo>
                      <a:pt x="0" y="11"/>
                      <a:pt x="4" y="15"/>
                      <a:pt x="8" y="15"/>
                    </a:cubicBezTo>
                    <a:cubicBezTo>
                      <a:pt x="12" y="15"/>
                      <a:pt x="15" y="11"/>
                      <a:pt x="15" y="7"/>
                    </a:cubicBezTo>
                    <a:cubicBezTo>
                      <a:pt x="15" y="3"/>
                      <a:pt x="12" y="0"/>
                      <a:pt x="8" y="0"/>
                    </a:cubicBezTo>
                    <a:cubicBezTo>
                      <a:pt x="4" y="0"/>
                      <a:pt x="0" y="3"/>
                      <a:pt x="0" y="7"/>
                    </a:cubicBezTo>
                    <a:lnTo>
                      <a:pt x="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4" name="Google Shape;164;p4"/>
              <p:cNvSpPr/>
              <p:nvPr/>
            </p:nvSpPr>
            <p:spPr>
              <a:xfrm>
                <a:off x="4891825" y="3584575"/>
                <a:ext cx="29825" cy="29825"/>
              </a:xfrm>
              <a:custGeom>
                <a:rect b="b" l="l" r="r" t="t"/>
                <a:pathLst>
                  <a:path extrusionOk="0" h="14" w="15">
                    <a:moveTo>
                      <a:pt x="2" y="7"/>
                    </a:moveTo>
                    <a:cubicBezTo>
                      <a:pt x="4" y="7"/>
                      <a:pt x="4" y="7"/>
                      <a:pt x="4" y="7"/>
                    </a:cubicBezTo>
                    <a:cubicBezTo>
                      <a:pt x="4" y="5"/>
                      <a:pt x="6" y="4"/>
                      <a:pt x="7" y="4"/>
                    </a:cubicBezTo>
                    <a:cubicBezTo>
                      <a:pt x="9" y="4"/>
                      <a:pt x="11" y="5"/>
                      <a:pt x="11" y="7"/>
                    </a:cubicBezTo>
                    <a:cubicBezTo>
                      <a:pt x="11" y="9"/>
                      <a:pt x="9" y="10"/>
                      <a:pt x="7" y="10"/>
                    </a:cubicBezTo>
                    <a:cubicBezTo>
                      <a:pt x="6" y="10"/>
                      <a:pt x="4" y="9"/>
                      <a:pt x="4" y="7"/>
                    </a:cubicBezTo>
                    <a:cubicBezTo>
                      <a:pt x="2" y="7"/>
                      <a:pt x="2" y="7"/>
                      <a:pt x="2" y="7"/>
                    </a:cubicBezTo>
                    <a:cubicBezTo>
                      <a:pt x="0" y="7"/>
                      <a:pt x="0" y="7"/>
                      <a:pt x="0" y="7"/>
                    </a:cubicBezTo>
                    <a:cubicBezTo>
                      <a:pt x="0" y="11"/>
                      <a:pt x="3" y="14"/>
                      <a:pt x="7" y="14"/>
                    </a:cubicBezTo>
                    <a:cubicBezTo>
                      <a:pt x="11" y="14"/>
                      <a:pt x="15" y="11"/>
                      <a:pt x="15" y="7"/>
                    </a:cubicBezTo>
                    <a:cubicBezTo>
                      <a:pt x="15" y="3"/>
                      <a:pt x="11" y="0"/>
                      <a:pt x="7" y="0"/>
                    </a:cubicBezTo>
                    <a:cubicBezTo>
                      <a:pt x="3" y="0"/>
                      <a:pt x="0" y="3"/>
                      <a:pt x="0" y="7"/>
                    </a:cubicBezTo>
                    <a:lnTo>
                      <a:pt x="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5" name="Google Shape;165;p4"/>
              <p:cNvSpPr/>
              <p:nvPr/>
            </p:nvSpPr>
            <p:spPr>
              <a:xfrm>
                <a:off x="4917389" y="3595227"/>
                <a:ext cx="1295792" cy="217384"/>
              </a:xfrm>
              <a:custGeom>
                <a:rect b="b" l="l" r="r" t="t"/>
                <a:pathLst>
                  <a:path extrusionOk="0" h="102" w="608">
                    <a:moveTo>
                      <a:pt x="0" y="4"/>
                    </a:moveTo>
                    <a:lnTo>
                      <a:pt x="207" y="4"/>
                    </a:lnTo>
                    <a:lnTo>
                      <a:pt x="305" y="102"/>
                    </a:lnTo>
                    <a:lnTo>
                      <a:pt x="498" y="102"/>
                    </a:lnTo>
                    <a:lnTo>
                      <a:pt x="539" y="61"/>
                    </a:lnTo>
                    <a:lnTo>
                      <a:pt x="608" y="61"/>
                    </a:lnTo>
                    <a:lnTo>
                      <a:pt x="608" y="57"/>
                    </a:lnTo>
                    <a:lnTo>
                      <a:pt x="537" y="57"/>
                    </a:lnTo>
                    <a:lnTo>
                      <a:pt x="497" y="98"/>
                    </a:lnTo>
                    <a:lnTo>
                      <a:pt x="307" y="98"/>
                    </a:lnTo>
                    <a:lnTo>
                      <a:pt x="210" y="0"/>
                    </a:lnTo>
                    <a:lnTo>
                      <a:pt x="0" y="0"/>
                    </a:lnTo>
                    <a:lnTo>
                      <a:pt x="0" y="4"/>
                    </a:lnTo>
                    <a:lnTo>
                      <a:pt x="0" y="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6" name="Google Shape;166;p4"/>
              <p:cNvSpPr/>
              <p:nvPr/>
            </p:nvSpPr>
            <p:spPr>
              <a:xfrm>
                <a:off x="5933990" y="3716706"/>
                <a:ext cx="31969" cy="34099"/>
              </a:xfrm>
              <a:custGeom>
                <a:rect b="b" l="l" r="r" t="t"/>
                <a:pathLst>
                  <a:path extrusionOk="0" h="15" w="14">
                    <a:moveTo>
                      <a:pt x="2" y="8"/>
                    </a:moveTo>
                    <a:cubicBezTo>
                      <a:pt x="4" y="8"/>
                      <a:pt x="4" y="8"/>
                      <a:pt x="4" y="8"/>
                    </a:cubicBezTo>
                    <a:cubicBezTo>
                      <a:pt x="4" y="6"/>
                      <a:pt x="5" y="4"/>
                      <a:pt x="7" y="4"/>
                    </a:cubicBezTo>
                    <a:cubicBezTo>
                      <a:pt x="8" y="4"/>
                      <a:pt x="10" y="6"/>
                      <a:pt x="10" y="8"/>
                    </a:cubicBezTo>
                    <a:cubicBezTo>
                      <a:pt x="10" y="9"/>
                      <a:pt x="8" y="11"/>
                      <a:pt x="7" y="11"/>
                    </a:cubicBezTo>
                    <a:cubicBezTo>
                      <a:pt x="5" y="11"/>
                      <a:pt x="4" y="9"/>
                      <a:pt x="4" y="8"/>
                    </a:cubicBezTo>
                    <a:cubicBezTo>
                      <a:pt x="2" y="8"/>
                      <a:pt x="2" y="8"/>
                      <a:pt x="2" y="8"/>
                    </a:cubicBezTo>
                    <a:cubicBezTo>
                      <a:pt x="0" y="8"/>
                      <a:pt x="0" y="8"/>
                      <a:pt x="0" y="8"/>
                    </a:cubicBezTo>
                    <a:cubicBezTo>
                      <a:pt x="0" y="11"/>
                      <a:pt x="3" y="15"/>
                      <a:pt x="7" y="15"/>
                    </a:cubicBezTo>
                    <a:cubicBezTo>
                      <a:pt x="11" y="15"/>
                      <a:pt x="14" y="11"/>
                      <a:pt x="14" y="8"/>
                    </a:cubicBezTo>
                    <a:cubicBezTo>
                      <a:pt x="14" y="4"/>
                      <a:pt x="11" y="0"/>
                      <a:pt x="7" y="0"/>
                    </a:cubicBezTo>
                    <a:cubicBezTo>
                      <a:pt x="3" y="0"/>
                      <a:pt x="0" y="4"/>
                      <a:pt x="0" y="8"/>
                    </a:cubicBezTo>
                    <a:lnTo>
                      <a:pt x="2"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7" name="Google Shape;167;p4"/>
              <p:cNvSpPr/>
              <p:nvPr/>
            </p:nvSpPr>
            <p:spPr>
              <a:xfrm>
                <a:off x="5286094" y="3495059"/>
                <a:ext cx="29837" cy="31969"/>
              </a:xfrm>
              <a:custGeom>
                <a:rect b="b" l="l" r="r" t="t"/>
                <a:pathLst>
                  <a:path extrusionOk="0" h="15" w="14">
                    <a:moveTo>
                      <a:pt x="2" y="8"/>
                    </a:moveTo>
                    <a:cubicBezTo>
                      <a:pt x="4" y="8"/>
                      <a:pt x="4" y="8"/>
                      <a:pt x="4" y="8"/>
                    </a:cubicBezTo>
                    <a:cubicBezTo>
                      <a:pt x="4" y="6"/>
                      <a:pt x="5" y="4"/>
                      <a:pt x="7" y="4"/>
                    </a:cubicBezTo>
                    <a:cubicBezTo>
                      <a:pt x="9" y="4"/>
                      <a:pt x="10" y="6"/>
                      <a:pt x="10" y="8"/>
                    </a:cubicBezTo>
                    <a:cubicBezTo>
                      <a:pt x="10" y="9"/>
                      <a:pt x="9" y="11"/>
                      <a:pt x="7" y="11"/>
                    </a:cubicBezTo>
                    <a:cubicBezTo>
                      <a:pt x="5" y="11"/>
                      <a:pt x="4" y="9"/>
                      <a:pt x="4" y="8"/>
                    </a:cubicBezTo>
                    <a:cubicBezTo>
                      <a:pt x="2" y="8"/>
                      <a:pt x="2" y="8"/>
                      <a:pt x="2" y="8"/>
                    </a:cubicBezTo>
                    <a:cubicBezTo>
                      <a:pt x="0" y="8"/>
                      <a:pt x="0" y="8"/>
                      <a:pt x="0" y="8"/>
                    </a:cubicBezTo>
                    <a:cubicBezTo>
                      <a:pt x="0" y="11"/>
                      <a:pt x="3" y="15"/>
                      <a:pt x="7" y="15"/>
                    </a:cubicBezTo>
                    <a:cubicBezTo>
                      <a:pt x="11" y="15"/>
                      <a:pt x="14" y="11"/>
                      <a:pt x="14" y="8"/>
                    </a:cubicBezTo>
                    <a:cubicBezTo>
                      <a:pt x="14" y="4"/>
                      <a:pt x="11" y="0"/>
                      <a:pt x="7" y="0"/>
                    </a:cubicBezTo>
                    <a:cubicBezTo>
                      <a:pt x="3" y="0"/>
                      <a:pt x="0" y="4"/>
                      <a:pt x="0" y="8"/>
                    </a:cubicBezTo>
                    <a:lnTo>
                      <a:pt x="2"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8" name="Google Shape;168;p4"/>
              <p:cNvSpPr/>
              <p:nvPr/>
            </p:nvSpPr>
            <p:spPr>
              <a:xfrm>
                <a:off x="5311668" y="3507847"/>
                <a:ext cx="632979" cy="219516"/>
              </a:xfrm>
              <a:custGeom>
                <a:rect b="b" l="l" r="r" t="t"/>
                <a:pathLst>
                  <a:path extrusionOk="0" h="103" w="297">
                    <a:moveTo>
                      <a:pt x="0" y="4"/>
                    </a:moveTo>
                    <a:lnTo>
                      <a:pt x="39" y="4"/>
                    </a:lnTo>
                    <a:lnTo>
                      <a:pt x="115" y="79"/>
                    </a:lnTo>
                    <a:lnTo>
                      <a:pt x="270" y="79"/>
                    </a:lnTo>
                    <a:lnTo>
                      <a:pt x="294" y="103"/>
                    </a:lnTo>
                    <a:lnTo>
                      <a:pt x="297" y="100"/>
                    </a:lnTo>
                    <a:lnTo>
                      <a:pt x="272" y="75"/>
                    </a:lnTo>
                    <a:lnTo>
                      <a:pt x="117" y="75"/>
                    </a:lnTo>
                    <a:lnTo>
                      <a:pt x="41" y="0"/>
                    </a:lnTo>
                    <a:lnTo>
                      <a:pt x="0" y="0"/>
                    </a:lnTo>
                    <a:lnTo>
                      <a:pt x="0" y="4"/>
                    </a:lnTo>
                    <a:lnTo>
                      <a:pt x="0" y="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69" name="Google Shape;169;p4"/>
            <p:cNvGrpSpPr/>
            <p:nvPr/>
          </p:nvGrpSpPr>
          <p:grpSpPr>
            <a:xfrm rot="-5400000">
              <a:off x="-205329" y="3557422"/>
              <a:ext cx="204128" cy="1115878"/>
              <a:chOff x="6605329" y="191675"/>
              <a:chExt cx="127876" cy="699040"/>
            </a:xfrm>
          </p:grpSpPr>
          <p:sp>
            <p:nvSpPr>
              <p:cNvPr id="170" name="Google Shape;170;p4"/>
              <p:cNvSpPr/>
              <p:nvPr/>
            </p:nvSpPr>
            <p:spPr>
              <a:xfrm>
                <a:off x="6701235" y="858746"/>
                <a:ext cx="31969" cy="31969"/>
              </a:xfrm>
              <a:custGeom>
                <a:rect b="b" l="l" r="r" t="t"/>
                <a:pathLst>
                  <a:path extrusionOk="0" h="14" w="15">
                    <a:moveTo>
                      <a:pt x="13" y="7"/>
                    </a:moveTo>
                    <a:cubicBezTo>
                      <a:pt x="11" y="7"/>
                      <a:pt x="11" y="7"/>
                      <a:pt x="11" y="7"/>
                    </a:cubicBezTo>
                    <a:cubicBezTo>
                      <a:pt x="11" y="9"/>
                      <a:pt x="9" y="10"/>
                      <a:pt x="7" y="10"/>
                    </a:cubicBezTo>
                    <a:cubicBezTo>
                      <a:pt x="6" y="10"/>
                      <a:pt x="4" y="9"/>
                      <a:pt x="4" y="7"/>
                    </a:cubicBezTo>
                    <a:cubicBezTo>
                      <a:pt x="4" y="5"/>
                      <a:pt x="6" y="4"/>
                      <a:pt x="7" y="4"/>
                    </a:cubicBezTo>
                    <a:cubicBezTo>
                      <a:pt x="9" y="4"/>
                      <a:pt x="11" y="5"/>
                      <a:pt x="11" y="7"/>
                    </a:cubicBezTo>
                    <a:cubicBezTo>
                      <a:pt x="13" y="7"/>
                      <a:pt x="13" y="7"/>
                      <a:pt x="13" y="7"/>
                    </a:cubicBezTo>
                    <a:cubicBezTo>
                      <a:pt x="15" y="7"/>
                      <a:pt x="15" y="7"/>
                      <a:pt x="15" y="7"/>
                    </a:cubicBezTo>
                    <a:cubicBezTo>
                      <a:pt x="15" y="3"/>
                      <a:pt x="11" y="0"/>
                      <a:pt x="7" y="0"/>
                    </a:cubicBezTo>
                    <a:cubicBezTo>
                      <a:pt x="3" y="0"/>
                      <a:pt x="0" y="3"/>
                      <a:pt x="0" y="7"/>
                    </a:cubicBezTo>
                    <a:cubicBezTo>
                      <a:pt x="0" y="11"/>
                      <a:pt x="3" y="14"/>
                      <a:pt x="7" y="14"/>
                    </a:cubicBezTo>
                    <a:cubicBezTo>
                      <a:pt x="11" y="14"/>
                      <a:pt x="15" y="11"/>
                      <a:pt x="15" y="7"/>
                    </a:cubicBezTo>
                    <a:lnTo>
                      <a:pt x="13"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1" name="Google Shape;171;p4"/>
              <p:cNvSpPr/>
              <p:nvPr/>
            </p:nvSpPr>
            <p:spPr>
              <a:xfrm>
                <a:off x="6605329" y="191675"/>
                <a:ext cx="115087" cy="671334"/>
              </a:xfrm>
              <a:custGeom>
                <a:rect b="b" l="l" r="r" t="t"/>
                <a:pathLst>
                  <a:path extrusionOk="0" h="315" w="54">
                    <a:moveTo>
                      <a:pt x="0" y="0"/>
                    </a:moveTo>
                    <a:lnTo>
                      <a:pt x="0" y="167"/>
                    </a:lnTo>
                    <a:lnTo>
                      <a:pt x="50" y="217"/>
                    </a:lnTo>
                    <a:lnTo>
                      <a:pt x="50" y="315"/>
                    </a:lnTo>
                    <a:lnTo>
                      <a:pt x="54" y="315"/>
                    </a:lnTo>
                    <a:lnTo>
                      <a:pt x="54" y="215"/>
                    </a:lnTo>
                    <a:lnTo>
                      <a:pt x="5" y="165"/>
                    </a:lnTo>
                    <a:lnTo>
                      <a:pt x="5" y="0"/>
                    </a:lnTo>
                    <a:lnTo>
                      <a:pt x="0" y="0"/>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172" name="Google Shape;172;p4"/>
          <p:cNvGrpSpPr/>
          <p:nvPr/>
        </p:nvGrpSpPr>
        <p:grpSpPr>
          <a:xfrm>
            <a:off x="369575" y="190012"/>
            <a:ext cx="8370163" cy="4726098"/>
            <a:chOff x="369575" y="190012"/>
            <a:chExt cx="8370163" cy="4726098"/>
          </a:xfrm>
        </p:grpSpPr>
        <p:grpSp>
          <p:nvGrpSpPr>
            <p:cNvPr id="173" name="Google Shape;173;p4"/>
            <p:cNvGrpSpPr/>
            <p:nvPr/>
          </p:nvGrpSpPr>
          <p:grpSpPr>
            <a:xfrm>
              <a:off x="369575" y="1325038"/>
              <a:ext cx="130200" cy="126125"/>
              <a:chOff x="3935725" y="167575"/>
              <a:chExt cx="130200" cy="126125"/>
            </a:xfrm>
          </p:grpSpPr>
          <p:sp>
            <p:nvSpPr>
              <p:cNvPr id="174" name="Google Shape;174;p4"/>
              <p:cNvSpPr/>
              <p:nvPr/>
            </p:nvSpPr>
            <p:spPr>
              <a:xfrm>
                <a:off x="3935725" y="167575"/>
                <a:ext cx="65100" cy="56400"/>
              </a:xfrm>
              <a:prstGeom prst="hexagon">
                <a:avLst>
                  <a:gd fmla="val 25000" name="adj"/>
                  <a:gd fmla="val 115470" name="vf"/>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75" name="Google Shape;175;p4"/>
              <p:cNvSpPr/>
              <p:nvPr/>
            </p:nvSpPr>
            <p:spPr>
              <a:xfrm>
                <a:off x="4000825" y="201775"/>
                <a:ext cx="65100" cy="56400"/>
              </a:xfrm>
              <a:prstGeom prst="hexagon">
                <a:avLst>
                  <a:gd fmla="val 25000" name="adj"/>
                  <a:gd fmla="val 115470" name="vf"/>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76" name="Google Shape;176;p4"/>
              <p:cNvSpPr/>
              <p:nvPr/>
            </p:nvSpPr>
            <p:spPr>
              <a:xfrm>
                <a:off x="3935725" y="237300"/>
                <a:ext cx="65100" cy="56400"/>
              </a:xfrm>
              <a:prstGeom prst="hexagon">
                <a:avLst>
                  <a:gd fmla="val 25000" name="adj"/>
                  <a:gd fmla="val 115470" name="vf"/>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177" name="Google Shape;177;p4"/>
            <p:cNvGrpSpPr/>
            <p:nvPr/>
          </p:nvGrpSpPr>
          <p:grpSpPr>
            <a:xfrm>
              <a:off x="8206229" y="190012"/>
              <a:ext cx="449076" cy="119073"/>
              <a:chOff x="7108302" y="2550931"/>
              <a:chExt cx="281323" cy="74593"/>
            </a:xfrm>
          </p:grpSpPr>
          <p:sp>
            <p:nvSpPr>
              <p:cNvPr id="178" name="Google Shape;178;p4"/>
              <p:cNvSpPr/>
              <p:nvPr/>
            </p:nvSpPr>
            <p:spPr>
              <a:xfrm>
                <a:off x="7347000" y="2550931"/>
                <a:ext cx="42625" cy="74593"/>
              </a:xfrm>
              <a:custGeom>
                <a:rect b="b" l="l" r="r" t="t"/>
                <a:pathLst>
                  <a:path extrusionOk="0" h="35" w="2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9" name="Google Shape;179;p4"/>
              <p:cNvSpPr/>
              <p:nvPr/>
            </p:nvSpPr>
            <p:spPr>
              <a:xfrm>
                <a:off x="7285195" y="2550931"/>
                <a:ext cx="44757" cy="74593"/>
              </a:xfrm>
              <a:custGeom>
                <a:rect b="b" l="l" r="r" t="t"/>
                <a:pathLst>
                  <a:path extrusionOk="0" h="35" w="21">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0" name="Google Shape;180;p4"/>
              <p:cNvSpPr/>
              <p:nvPr/>
            </p:nvSpPr>
            <p:spPr>
              <a:xfrm>
                <a:off x="7227651" y="2550931"/>
                <a:ext cx="42625" cy="74593"/>
              </a:xfrm>
              <a:custGeom>
                <a:rect b="b" l="l" r="r" t="t"/>
                <a:pathLst>
                  <a:path extrusionOk="0" h="35" w="2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1" name="Google Shape;181;p4"/>
              <p:cNvSpPr/>
              <p:nvPr/>
            </p:nvSpPr>
            <p:spPr>
              <a:xfrm>
                <a:off x="7170108" y="2550931"/>
                <a:ext cx="42625" cy="74593"/>
              </a:xfrm>
              <a:custGeom>
                <a:rect b="b" l="l" r="r" t="t"/>
                <a:pathLst>
                  <a:path extrusionOk="0" h="35" w="2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2" name="Google Shape;182;p4"/>
              <p:cNvSpPr/>
              <p:nvPr/>
            </p:nvSpPr>
            <p:spPr>
              <a:xfrm>
                <a:off x="7108302" y="2550931"/>
                <a:ext cx="42625" cy="74593"/>
              </a:xfrm>
              <a:custGeom>
                <a:rect b="b" l="l" r="r" t="t"/>
                <a:pathLst>
                  <a:path extrusionOk="0" h="35" w="2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3" name="Google Shape;183;p4"/>
              <p:cNvSpPr/>
              <p:nvPr/>
            </p:nvSpPr>
            <p:spPr>
              <a:xfrm>
                <a:off x="7347000" y="2550931"/>
                <a:ext cx="42625" cy="74593"/>
              </a:xfrm>
              <a:custGeom>
                <a:rect b="b" l="l" r="r" t="t"/>
                <a:pathLst>
                  <a:path extrusionOk="0" h="35" w="2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4" name="Google Shape;184;p4"/>
              <p:cNvSpPr/>
              <p:nvPr/>
            </p:nvSpPr>
            <p:spPr>
              <a:xfrm>
                <a:off x="7285195" y="2550931"/>
                <a:ext cx="44757" cy="74593"/>
              </a:xfrm>
              <a:custGeom>
                <a:rect b="b" l="l" r="r" t="t"/>
                <a:pathLst>
                  <a:path extrusionOk="0" h="35" w="21">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5" name="Google Shape;185;p4"/>
              <p:cNvSpPr/>
              <p:nvPr/>
            </p:nvSpPr>
            <p:spPr>
              <a:xfrm>
                <a:off x="7227651" y="2550931"/>
                <a:ext cx="42625" cy="74593"/>
              </a:xfrm>
              <a:custGeom>
                <a:rect b="b" l="l" r="r" t="t"/>
                <a:pathLst>
                  <a:path extrusionOk="0" h="35" w="2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6" name="Google Shape;186;p4"/>
              <p:cNvSpPr/>
              <p:nvPr/>
            </p:nvSpPr>
            <p:spPr>
              <a:xfrm>
                <a:off x="7170108" y="2550931"/>
                <a:ext cx="42625" cy="74593"/>
              </a:xfrm>
              <a:custGeom>
                <a:rect b="b" l="l" r="r" t="t"/>
                <a:pathLst>
                  <a:path extrusionOk="0" h="35" w="2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7" name="Google Shape;187;p4"/>
              <p:cNvSpPr/>
              <p:nvPr/>
            </p:nvSpPr>
            <p:spPr>
              <a:xfrm>
                <a:off x="7108302" y="2550931"/>
                <a:ext cx="42625" cy="74593"/>
              </a:xfrm>
              <a:custGeom>
                <a:rect b="b" l="l" r="r" t="t"/>
                <a:pathLst>
                  <a:path extrusionOk="0" h="35" w="2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88" name="Google Shape;188;p4"/>
            <p:cNvGrpSpPr/>
            <p:nvPr/>
          </p:nvGrpSpPr>
          <p:grpSpPr>
            <a:xfrm>
              <a:off x="2477220" y="4778554"/>
              <a:ext cx="101875" cy="134875"/>
              <a:chOff x="3928495" y="333391"/>
              <a:chExt cx="101875" cy="134875"/>
            </a:xfrm>
          </p:grpSpPr>
          <p:grpSp>
            <p:nvGrpSpPr>
              <p:cNvPr id="189" name="Google Shape;189;p4"/>
              <p:cNvGrpSpPr/>
              <p:nvPr/>
            </p:nvGrpSpPr>
            <p:grpSpPr>
              <a:xfrm>
                <a:off x="3928495" y="379241"/>
                <a:ext cx="44700" cy="42600"/>
                <a:chOff x="3928495" y="379241"/>
                <a:chExt cx="44700" cy="42600"/>
              </a:xfrm>
            </p:grpSpPr>
            <p:sp>
              <p:nvSpPr>
                <p:cNvPr id="190" name="Google Shape;190;p4"/>
                <p:cNvSpPr/>
                <p:nvPr/>
              </p:nvSpPr>
              <p:spPr>
                <a:xfrm>
                  <a:off x="3928495" y="396272"/>
                  <a:ext cx="44700" cy="81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1" name="Google Shape;191;p4"/>
                <p:cNvSpPr/>
                <p:nvPr/>
              </p:nvSpPr>
              <p:spPr>
                <a:xfrm>
                  <a:off x="3946802" y="379241"/>
                  <a:ext cx="8100" cy="426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92" name="Google Shape;192;p4"/>
              <p:cNvGrpSpPr/>
              <p:nvPr/>
            </p:nvGrpSpPr>
            <p:grpSpPr>
              <a:xfrm>
                <a:off x="3985670" y="425666"/>
                <a:ext cx="44700" cy="42600"/>
                <a:chOff x="3928495" y="379241"/>
                <a:chExt cx="44700" cy="42600"/>
              </a:xfrm>
            </p:grpSpPr>
            <p:sp>
              <p:nvSpPr>
                <p:cNvPr id="193" name="Google Shape;193;p4"/>
                <p:cNvSpPr/>
                <p:nvPr/>
              </p:nvSpPr>
              <p:spPr>
                <a:xfrm>
                  <a:off x="3928495" y="396272"/>
                  <a:ext cx="44700" cy="81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4" name="Google Shape;194;p4"/>
                <p:cNvSpPr/>
                <p:nvPr/>
              </p:nvSpPr>
              <p:spPr>
                <a:xfrm>
                  <a:off x="3946802" y="379241"/>
                  <a:ext cx="8100" cy="426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95" name="Google Shape;195;p4"/>
              <p:cNvGrpSpPr/>
              <p:nvPr/>
            </p:nvGrpSpPr>
            <p:grpSpPr>
              <a:xfrm>
                <a:off x="3985670" y="333391"/>
                <a:ext cx="44700" cy="42600"/>
                <a:chOff x="3928495" y="379241"/>
                <a:chExt cx="44700" cy="42600"/>
              </a:xfrm>
            </p:grpSpPr>
            <p:sp>
              <p:nvSpPr>
                <p:cNvPr id="196" name="Google Shape;196;p4"/>
                <p:cNvSpPr/>
                <p:nvPr/>
              </p:nvSpPr>
              <p:spPr>
                <a:xfrm>
                  <a:off x="3928495" y="396272"/>
                  <a:ext cx="44700" cy="81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7" name="Google Shape;197;p4"/>
                <p:cNvSpPr/>
                <p:nvPr/>
              </p:nvSpPr>
              <p:spPr>
                <a:xfrm>
                  <a:off x="3946802" y="379241"/>
                  <a:ext cx="8100" cy="426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198" name="Google Shape;198;p4"/>
            <p:cNvGrpSpPr/>
            <p:nvPr/>
          </p:nvGrpSpPr>
          <p:grpSpPr>
            <a:xfrm>
              <a:off x="8609538" y="668313"/>
              <a:ext cx="130200" cy="126125"/>
              <a:chOff x="3935725" y="167575"/>
              <a:chExt cx="130200" cy="126125"/>
            </a:xfrm>
          </p:grpSpPr>
          <p:sp>
            <p:nvSpPr>
              <p:cNvPr id="199" name="Google Shape;199;p4"/>
              <p:cNvSpPr/>
              <p:nvPr/>
            </p:nvSpPr>
            <p:spPr>
              <a:xfrm>
                <a:off x="3935725" y="167575"/>
                <a:ext cx="65100" cy="56400"/>
              </a:xfrm>
              <a:prstGeom prst="hexagon">
                <a:avLst>
                  <a:gd fmla="val 25000" name="adj"/>
                  <a:gd fmla="val 115470" name="vf"/>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200" name="Google Shape;200;p4"/>
              <p:cNvSpPr/>
              <p:nvPr/>
            </p:nvSpPr>
            <p:spPr>
              <a:xfrm>
                <a:off x="4000825" y="201775"/>
                <a:ext cx="65100" cy="56400"/>
              </a:xfrm>
              <a:prstGeom prst="hexagon">
                <a:avLst>
                  <a:gd fmla="val 25000" name="adj"/>
                  <a:gd fmla="val 115470" name="vf"/>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201" name="Google Shape;201;p4"/>
              <p:cNvSpPr/>
              <p:nvPr/>
            </p:nvSpPr>
            <p:spPr>
              <a:xfrm>
                <a:off x="3935725" y="237300"/>
                <a:ext cx="65100" cy="56400"/>
              </a:xfrm>
              <a:prstGeom prst="hexagon">
                <a:avLst>
                  <a:gd fmla="val 25000" name="adj"/>
                  <a:gd fmla="val 115470" name="vf"/>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202" name="Google Shape;202;p4"/>
            <p:cNvGrpSpPr/>
            <p:nvPr/>
          </p:nvGrpSpPr>
          <p:grpSpPr>
            <a:xfrm rot="10800000">
              <a:off x="1617854" y="4797037"/>
              <a:ext cx="449076" cy="119073"/>
              <a:chOff x="7108302" y="2550931"/>
              <a:chExt cx="281323" cy="74593"/>
            </a:xfrm>
          </p:grpSpPr>
          <p:sp>
            <p:nvSpPr>
              <p:cNvPr id="203" name="Google Shape;203;p4"/>
              <p:cNvSpPr/>
              <p:nvPr/>
            </p:nvSpPr>
            <p:spPr>
              <a:xfrm>
                <a:off x="7347000" y="2550931"/>
                <a:ext cx="42625" cy="74593"/>
              </a:xfrm>
              <a:custGeom>
                <a:rect b="b" l="l" r="r" t="t"/>
                <a:pathLst>
                  <a:path extrusionOk="0" h="35" w="2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4" name="Google Shape;204;p4"/>
              <p:cNvSpPr/>
              <p:nvPr/>
            </p:nvSpPr>
            <p:spPr>
              <a:xfrm>
                <a:off x="7285195" y="2550931"/>
                <a:ext cx="44757" cy="74593"/>
              </a:xfrm>
              <a:custGeom>
                <a:rect b="b" l="l" r="r" t="t"/>
                <a:pathLst>
                  <a:path extrusionOk="0" h="35" w="21">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5" name="Google Shape;205;p4"/>
              <p:cNvSpPr/>
              <p:nvPr/>
            </p:nvSpPr>
            <p:spPr>
              <a:xfrm>
                <a:off x="7227651" y="2550931"/>
                <a:ext cx="42625" cy="74593"/>
              </a:xfrm>
              <a:custGeom>
                <a:rect b="b" l="l" r="r" t="t"/>
                <a:pathLst>
                  <a:path extrusionOk="0" h="35" w="2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6" name="Google Shape;206;p4"/>
              <p:cNvSpPr/>
              <p:nvPr/>
            </p:nvSpPr>
            <p:spPr>
              <a:xfrm>
                <a:off x="7170108" y="2550931"/>
                <a:ext cx="42625" cy="74593"/>
              </a:xfrm>
              <a:custGeom>
                <a:rect b="b" l="l" r="r" t="t"/>
                <a:pathLst>
                  <a:path extrusionOk="0" h="35" w="2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7" name="Google Shape;207;p4"/>
              <p:cNvSpPr/>
              <p:nvPr/>
            </p:nvSpPr>
            <p:spPr>
              <a:xfrm>
                <a:off x="7108302" y="2550931"/>
                <a:ext cx="42625" cy="74593"/>
              </a:xfrm>
              <a:custGeom>
                <a:rect b="b" l="l" r="r" t="t"/>
                <a:pathLst>
                  <a:path extrusionOk="0" h="35" w="2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8" name="Google Shape;208;p4"/>
              <p:cNvSpPr/>
              <p:nvPr/>
            </p:nvSpPr>
            <p:spPr>
              <a:xfrm>
                <a:off x="7347000" y="2550931"/>
                <a:ext cx="42625" cy="74593"/>
              </a:xfrm>
              <a:custGeom>
                <a:rect b="b" l="l" r="r" t="t"/>
                <a:pathLst>
                  <a:path extrusionOk="0" h="35" w="2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9" name="Google Shape;209;p4"/>
              <p:cNvSpPr/>
              <p:nvPr/>
            </p:nvSpPr>
            <p:spPr>
              <a:xfrm>
                <a:off x="7285195" y="2550931"/>
                <a:ext cx="44757" cy="74593"/>
              </a:xfrm>
              <a:custGeom>
                <a:rect b="b" l="l" r="r" t="t"/>
                <a:pathLst>
                  <a:path extrusionOk="0" h="35" w="21">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0" name="Google Shape;210;p4"/>
              <p:cNvSpPr/>
              <p:nvPr/>
            </p:nvSpPr>
            <p:spPr>
              <a:xfrm>
                <a:off x="7227651" y="2550931"/>
                <a:ext cx="42625" cy="74593"/>
              </a:xfrm>
              <a:custGeom>
                <a:rect b="b" l="l" r="r" t="t"/>
                <a:pathLst>
                  <a:path extrusionOk="0" h="35" w="2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1" name="Google Shape;211;p4"/>
              <p:cNvSpPr/>
              <p:nvPr/>
            </p:nvSpPr>
            <p:spPr>
              <a:xfrm>
                <a:off x="7170108" y="2550931"/>
                <a:ext cx="42625" cy="74593"/>
              </a:xfrm>
              <a:custGeom>
                <a:rect b="b" l="l" r="r" t="t"/>
                <a:pathLst>
                  <a:path extrusionOk="0" h="35" w="2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2" name="Google Shape;212;p4"/>
              <p:cNvSpPr/>
              <p:nvPr/>
            </p:nvSpPr>
            <p:spPr>
              <a:xfrm>
                <a:off x="7108302" y="2550931"/>
                <a:ext cx="42625" cy="74593"/>
              </a:xfrm>
              <a:custGeom>
                <a:rect b="b" l="l" r="r" t="t"/>
                <a:pathLst>
                  <a:path extrusionOk="0" h="35" w="2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213" name="Google Shape;213;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214" name="Google Shape;214;p4"/>
          <p:cNvSpPr txBox="1"/>
          <p:nvPr>
            <p:ph idx="1" type="body"/>
          </p:nvPr>
        </p:nvSpPr>
        <p:spPr>
          <a:xfrm>
            <a:off x="720000" y="1215751"/>
            <a:ext cx="7704000" cy="3447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SzPts val="1400"/>
              <a:buAutoNum type="arabicPeriod"/>
              <a:defRPr sz="1200"/>
            </a:lvl1pPr>
            <a:lvl2pPr indent="-317500" lvl="1" marL="914400" rtl="0">
              <a:lnSpc>
                <a:spcPct val="115000"/>
              </a:lnSpc>
              <a:spcBef>
                <a:spcPts val="0"/>
              </a:spcBef>
              <a:spcAft>
                <a:spcPts val="0"/>
              </a:spcAft>
              <a:buSzPts val="1400"/>
              <a:buAutoNum type="alphaLcPeriod"/>
              <a:defRPr/>
            </a:lvl2pPr>
            <a:lvl3pPr indent="-317500" lvl="2" marL="1371600" rtl="0">
              <a:lnSpc>
                <a:spcPct val="115000"/>
              </a:lnSpc>
              <a:spcBef>
                <a:spcPts val="0"/>
              </a:spcBef>
              <a:spcAft>
                <a:spcPts val="0"/>
              </a:spcAft>
              <a:buSzPts val="1400"/>
              <a:buAutoNum type="romanLcPeriod"/>
              <a:defRPr/>
            </a:lvl3pPr>
            <a:lvl4pPr indent="-317500" lvl="3" marL="1828800" rtl="0">
              <a:lnSpc>
                <a:spcPct val="115000"/>
              </a:lnSpc>
              <a:spcBef>
                <a:spcPts val="0"/>
              </a:spcBef>
              <a:spcAft>
                <a:spcPts val="0"/>
              </a:spcAft>
              <a:buSzPts val="1400"/>
              <a:buAutoNum type="arabicPeriod"/>
              <a:defRPr/>
            </a:lvl4pPr>
            <a:lvl5pPr indent="-317500" lvl="4" marL="2286000" rtl="0">
              <a:lnSpc>
                <a:spcPct val="115000"/>
              </a:lnSpc>
              <a:spcBef>
                <a:spcPts val="0"/>
              </a:spcBef>
              <a:spcAft>
                <a:spcPts val="0"/>
              </a:spcAft>
              <a:buSzPts val="1400"/>
              <a:buAutoNum type="alphaLcPeriod"/>
              <a:defRPr/>
            </a:lvl5pPr>
            <a:lvl6pPr indent="-317500" lvl="5" marL="2743200" rtl="0">
              <a:lnSpc>
                <a:spcPct val="115000"/>
              </a:lnSpc>
              <a:spcBef>
                <a:spcPts val="0"/>
              </a:spcBef>
              <a:spcAft>
                <a:spcPts val="0"/>
              </a:spcAft>
              <a:buSzPts val="1400"/>
              <a:buAutoNum type="romanLcPeriod"/>
              <a:defRPr/>
            </a:lvl6pPr>
            <a:lvl7pPr indent="-317500" lvl="6" marL="3200400" rtl="0">
              <a:lnSpc>
                <a:spcPct val="115000"/>
              </a:lnSpc>
              <a:spcBef>
                <a:spcPts val="0"/>
              </a:spcBef>
              <a:spcAft>
                <a:spcPts val="0"/>
              </a:spcAft>
              <a:buSzPts val="1400"/>
              <a:buAutoNum type="arabicPeriod"/>
              <a:defRPr/>
            </a:lvl7pPr>
            <a:lvl8pPr indent="-317500" lvl="7" marL="3657600" rtl="0">
              <a:lnSpc>
                <a:spcPct val="115000"/>
              </a:lnSpc>
              <a:spcBef>
                <a:spcPts val="0"/>
              </a:spcBef>
              <a:spcAft>
                <a:spcPts val="0"/>
              </a:spcAft>
              <a:buSzPts val="1400"/>
              <a:buAutoNum type="alphaLcPeriod"/>
              <a:defRPr/>
            </a:lvl8pPr>
            <a:lvl9pPr indent="-317500" lvl="8" marL="4114800" rtl="0">
              <a:lnSpc>
                <a:spcPct val="115000"/>
              </a:lnSpc>
              <a:spcBef>
                <a:spcPts val="0"/>
              </a:spcBef>
              <a:spcAft>
                <a:spcPts val="0"/>
              </a:spcAft>
              <a:buSzPts val="1400"/>
              <a:buAutoNum type="romanLcPeriod"/>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5" name="Shape 215"/>
        <p:cNvGrpSpPr/>
        <p:nvPr/>
      </p:nvGrpSpPr>
      <p:grpSpPr>
        <a:xfrm>
          <a:off x="0" y="0"/>
          <a:ext cx="0" cy="0"/>
          <a:chOff x="0" y="0"/>
          <a:chExt cx="0" cy="0"/>
        </a:xfrm>
      </p:grpSpPr>
      <p:pic>
        <p:nvPicPr>
          <p:cNvPr id="216" name="Google Shape;216;p5"/>
          <p:cNvPicPr preferRelativeResize="0"/>
          <p:nvPr/>
        </p:nvPicPr>
        <p:blipFill rotWithShape="1">
          <a:blip r:embed="rId2">
            <a:alphaModFix/>
          </a:blip>
          <a:srcRect b="901" l="0" r="990" t="0"/>
          <a:stretch/>
        </p:blipFill>
        <p:spPr>
          <a:xfrm>
            <a:off x="0" y="0"/>
            <a:ext cx="9144003" cy="5143500"/>
          </a:xfrm>
          <a:prstGeom prst="rect">
            <a:avLst/>
          </a:prstGeom>
          <a:noFill/>
          <a:ln>
            <a:noFill/>
          </a:ln>
        </p:spPr>
      </p:pic>
      <p:sp>
        <p:nvSpPr>
          <p:cNvPr id="217" name="Google Shape;217;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18" name="Google Shape;218;p5"/>
          <p:cNvSpPr txBox="1"/>
          <p:nvPr>
            <p:ph idx="1" type="subTitle"/>
          </p:nvPr>
        </p:nvSpPr>
        <p:spPr>
          <a:xfrm>
            <a:off x="4949161" y="2479351"/>
            <a:ext cx="2678100" cy="11214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2800"/>
              <a:buNone/>
              <a:defRPr b="0" sz="1400"/>
            </a:lvl1pPr>
            <a:lvl2pPr lvl="1" rtl="0" algn="ctr">
              <a:lnSpc>
                <a:spcPct val="115000"/>
              </a:lnSpc>
              <a:spcBef>
                <a:spcPts val="0"/>
              </a:spcBef>
              <a:spcAft>
                <a:spcPts val="0"/>
              </a:spcAft>
              <a:buSzPts val="2800"/>
              <a:buNone/>
              <a:defRPr sz="2800"/>
            </a:lvl2pPr>
            <a:lvl3pPr lvl="2" rtl="0" algn="ctr">
              <a:lnSpc>
                <a:spcPct val="115000"/>
              </a:lnSpc>
              <a:spcBef>
                <a:spcPts val="0"/>
              </a:spcBef>
              <a:spcAft>
                <a:spcPts val="0"/>
              </a:spcAft>
              <a:buSzPts val="2800"/>
              <a:buNone/>
              <a:defRPr sz="2800"/>
            </a:lvl3pPr>
            <a:lvl4pPr lvl="3" rtl="0" algn="ctr">
              <a:lnSpc>
                <a:spcPct val="115000"/>
              </a:lnSpc>
              <a:spcBef>
                <a:spcPts val="0"/>
              </a:spcBef>
              <a:spcAft>
                <a:spcPts val="0"/>
              </a:spcAft>
              <a:buSzPts val="2800"/>
              <a:buNone/>
              <a:defRPr sz="2800"/>
            </a:lvl4pPr>
            <a:lvl5pPr lvl="4" rtl="0" algn="ctr">
              <a:lnSpc>
                <a:spcPct val="115000"/>
              </a:lnSpc>
              <a:spcBef>
                <a:spcPts val="0"/>
              </a:spcBef>
              <a:spcAft>
                <a:spcPts val="0"/>
              </a:spcAft>
              <a:buSzPts val="2800"/>
              <a:buNone/>
              <a:defRPr sz="2800"/>
            </a:lvl5pPr>
            <a:lvl6pPr lvl="5" rtl="0" algn="ctr">
              <a:lnSpc>
                <a:spcPct val="115000"/>
              </a:lnSpc>
              <a:spcBef>
                <a:spcPts val="0"/>
              </a:spcBef>
              <a:spcAft>
                <a:spcPts val="0"/>
              </a:spcAft>
              <a:buSzPts val="2800"/>
              <a:buNone/>
              <a:defRPr sz="2800"/>
            </a:lvl6pPr>
            <a:lvl7pPr lvl="6" rtl="0" algn="ctr">
              <a:lnSpc>
                <a:spcPct val="115000"/>
              </a:lnSpc>
              <a:spcBef>
                <a:spcPts val="0"/>
              </a:spcBef>
              <a:spcAft>
                <a:spcPts val="0"/>
              </a:spcAft>
              <a:buSzPts val="2800"/>
              <a:buNone/>
              <a:defRPr sz="2800"/>
            </a:lvl7pPr>
            <a:lvl8pPr lvl="7" rtl="0" algn="ctr">
              <a:lnSpc>
                <a:spcPct val="115000"/>
              </a:lnSpc>
              <a:spcBef>
                <a:spcPts val="0"/>
              </a:spcBef>
              <a:spcAft>
                <a:spcPts val="0"/>
              </a:spcAft>
              <a:buSzPts val="2800"/>
              <a:buNone/>
              <a:defRPr sz="2800"/>
            </a:lvl8pPr>
            <a:lvl9pPr lvl="8" rtl="0" algn="ctr">
              <a:lnSpc>
                <a:spcPct val="115000"/>
              </a:lnSpc>
              <a:spcBef>
                <a:spcPts val="0"/>
              </a:spcBef>
              <a:spcAft>
                <a:spcPts val="0"/>
              </a:spcAft>
              <a:buSzPts val="2800"/>
              <a:buNone/>
              <a:defRPr sz="2800"/>
            </a:lvl9pPr>
          </a:lstStyle>
          <a:p/>
        </p:txBody>
      </p:sp>
      <p:sp>
        <p:nvSpPr>
          <p:cNvPr id="219" name="Google Shape;219;p5"/>
          <p:cNvSpPr txBox="1"/>
          <p:nvPr>
            <p:ph idx="2" type="subTitle"/>
          </p:nvPr>
        </p:nvSpPr>
        <p:spPr>
          <a:xfrm>
            <a:off x="1516738" y="2479350"/>
            <a:ext cx="2678100" cy="11214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2800"/>
              <a:buNone/>
              <a:defRPr b="0" sz="1400"/>
            </a:lvl1pPr>
            <a:lvl2pPr lvl="1" rtl="0" algn="ctr">
              <a:lnSpc>
                <a:spcPct val="115000"/>
              </a:lnSpc>
              <a:spcBef>
                <a:spcPts val="0"/>
              </a:spcBef>
              <a:spcAft>
                <a:spcPts val="0"/>
              </a:spcAft>
              <a:buSzPts val="2800"/>
              <a:buNone/>
              <a:defRPr sz="2800"/>
            </a:lvl2pPr>
            <a:lvl3pPr lvl="2" rtl="0" algn="ctr">
              <a:lnSpc>
                <a:spcPct val="115000"/>
              </a:lnSpc>
              <a:spcBef>
                <a:spcPts val="0"/>
              </a:spcBef>
              <a:spcAft>
                <a:spcPts val="0"/>
              </a:spcAft>
              <a:buSzPts val="2800"/>
              <a:buNone/>
              <a:defRPr sz="2800"/>
            </a:lvl3pPr>
            <a:lvl4pPr lvl="3" rtl="0" algn="ctr">
              <a:lnSpc>
                <a:spcPct val="115000"/>
              </a:lnSpc>
              <a:spcBef>
                <a:spcPts val="0"/>
              </a:spcBef>
              <a:spcAft>
                <a:spcPts val="0"/>
              </a:spcAft>
              <a:buSzPts val="2800"/>
              <a:buNone/>
              <a:defRPr sz="2800"/>
            </a:lvl4pPr>
            <a:lvl5pPr lvl="4" rtl="0" algn="ctr">
              <a:lnSpc>
                <a:spcPct val="115000"/>
              </a:lnSpc>
              <a:spcBef>
                <a:spcPts val="0"/>
              </a:spcBef>
              <a:spcAft>
                <a:spcPts val="0"/>
              </a:spcAft>
              <a:buSzPts val="2800"/>
              <a:buNone/>
              <a:defRPr sz="2800"/>
            </a:lvl5pPr>
            <a:lvl6pPr lvl="5" rtl="0" algn="ctr">
              <a:lnSpc>
                <a:spcPct val="115000"/>
              </a:lnSpc>
              <a:spcBef>
                <a:spcPts val="0"/>
              </a:spcBef>
              <a:spcAft>
                <a:spcPts val="0"/>
              </a:spcAft>
              <a:buSzPts val="2800"/>
              <a:buNone/>
              <a:defRPr sz="2800"/>
            </a:lvl6pPr>
            <a:lvl7pPr lvl="6" rtl="0" algn="ctr">
              <a:lnSpc>
                <a:spcPct val="115000"/>
              </a:lnSpc>
              <a:spcBef>
                <a:spcPts val="0"/>
              </a:spcBef>
              <a:spcAft>
                <a:spcPts val="0"/>
              </a:spcAft>
              <a:buSzPts val="2800"/>
              <a:buNone/>
              <a:defRPr sz="2800"/>
            </a:lvl7pPr>
            <a:lvl8pPr lvl="7" rtl="0" algn="ctr">
              <a:lnSpc>
                <a:spcPct val="115000"/>
              </a:lnSpc>
              <a:spcBef>
                <a:spcPts val="0"/>
              </a:spcBef>
              <a:spcAft>
                <a:spcPts val="0"/>
              </a:spcAft>
              <a:buSzPts val="2800"/>
              <a:buNone/>
              <a:defRPr sz="2800"/>
            </a:lvl8pPr>
            <a:lvl9pPr lvl="8" rtl="0" algn="ctr">
              <a:lnSpc>
                <a:spcPct val="115000"/>
              </a:lnSpc>
              <a:spcBef>
                <a:spcPts val="0"/>
              </a:spcBef>
              <a:spcAft>
                <a:spcPts val="0"/>
              </a:spcAft>
              <a:buSzPts val="2800"/>
              <a:buNone/>
              <a:defRPr sz="2800"/>
            </a:lvl9pPr>
          </a:lstStyle>
          <a:p/>
        </p:txBody>
      </p:sp>
      <p:sp>
        <p:nvSpPr>
          <p:cNvPr id="220" name="Google Shape;220;p5"/>
          <p:cNvSpPr txBox="1"/>
          <p:nvPr>
            <p:ph idx="3" type="subTitle"/>
          </p:nvPr>
        </p:nvSpPr>
        <p:spPr>
          <a:xfrm>
            <a:off x="4949152" y="2160751"/>
            <a:ext cx="2678100" cy="414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Lexend"/>
              <a:buNone/>
              <a:defRPr b="1" sz="2000">
                <a:latin typeface="Lexend"/>
                <a:ea typeface="Lexend"/>
                <a:cs typeface="Lexend"/>
                <a:sym typeface="Lexend"/>
              </a:defRPr>
            </a:lvl1pPr>
            <a:lvl2pPr lvl="1" rtl="0" algn="ctr">
              <a:lnSpc>
                <a:spcPct val="115000"/>
              </a:lnSpc>
              <a:spcBef>
                <a:spcPts val="0"/>
              </a:spcBef>
              <a:spcAft>
                <a:spcPts val="0"/>
              </a:spcAft>
              <a:buSzPts val="2400"/>
              <a:buFont typeface="Lexend"/>
              <a:buNone/>
              <a:defRPr b="1" sz="2400">
                <a:latin typeface="Lexend"/>
                <a:ea typeface="Lexend"/>
                <a:cs typeface="Lexend"/>
                <a:sym typeface="Lexend"/>
              </a:defRPr>
            </a:lvl2pPr>
            <a:lvl3pPr lvl="2" rtl="0" algn="ctr">
              <a:lnSpc>
                <a:spcPct val="115000"/>
              </a:lnSpc>
              <a:spcBef>
                <a:spcPts val="0"/>
              </a:spcBef>
              <a:spcAft>
                <a:spcPts val="0"/>
              </a:spcAft>
              <a:buSzPts val="2400"/>
              <a:buFont typeface="Lexend"/>
              <a:buNone/>
              <a:defRPr b="1" sz="2400">
                <a:latin typeface="Lexend"/>
                <a:ea typeface="Lexend"/>
                <a:cs typeface="Lexend"/>
                <a:sym typeface="Lexend"/>
              </a:defRPr>
            </a:lvl3pPr>
            <a:lvl4pPr lvl="3" rtl="0" algn="ctr">
              <a:lnSpc>
                <a:spcPct val="115000"/>
              </a:lnSpc>
              <a:spcBef>
                <a:spcPts val="0"/>
              </a:spcBef>
              <a:spcAft>
                <a:spcPts val="0"/>
              </a:spcAft>
              <a:buSzPts val="2400"/>
              <a:buFont typeface="Lexend"/>
              <a:buNone/>
              <a:defRPr b="1" sz="2400">
                <a:latin typeface="Lexend"/>
                <a:ea typeface="Lexend"/>
                <a:cs typeface="Lexend"/>
                <a:sym typeface="Lexend"/>
              </a:defRPr>
            </a:lvl4pPr>
            <a:lvl5pPr lvl="4" rtl="0" algn="ctr">
              <a:lnSpc>
                <a:spcPct val="115000"/>
              </a:lnSpc>
              <a:spcBef>
                <a:spcPts val="0"/>
              </a:spcBef>
              <a:spcAft>
                <a:spcPts val="0"/>
              </a:spcAft>
              <a:buSzPts val="2400"/>
              <a:buFont typeface="Lexend"/>
              <a:buNone/>
              <a:defRPr b="1" sz="2400">
                <a:latin typeface="Lexend"/>
                <a:ea typeface="Lexend"/>
                <a:cs typeface="Lexend"/>
                <a:sym typeface="Lexend"/>
              </a:defRPr>
            </a:lvl5pPr>
            <a:lvl6pPr lvl="5" rtl="0" algn="ctr">
              <a:lnSpc>
                <a:spcPct val="115000"/>
              </a:lnSpc>
              <a:spcBef>
                <a:spcPts val="0"/>
              </a:spcBef>
              <a:spcAft>
                <a:spcPts val="0"/>
              </a:spcAft>
              <a:buSzPts val="2400"/>
              <a:buFont typeface="Lexend"/>
              <a:buNone/>
              <a:defRPr b="1" sz="2400">
                <a:latin typeface="Lexend"/>
                <a:ea typeface="Lexend"/>
                <a:cs typeface="Lexend"/>
                <a:sym typeface="Lexend"/>
              </a:defRPr>
            </a:lvl6pPr>
            <a:lvl7pPr lvl="6" rtl="0" algn="ctr">
              <a:lnSpc>
                <a:spcPct val="115000"/>
              </a:lnSpc>
              <a:spcBef>
                <a:spcPts val="0"/>
              </a:spcBef>
              <a:spcAft>
                <a:spcPts val="0"/>
              </a:spcAft>
              <a:buSzPts val="2400"/>
              <a:buFont typeface="Lexend"/>
              <a:buNone/>
              <a:defRPr b="1" sz="2400">
                <a:latin typeface="Lexend"/>
                <a:ea typeface="Lexend"/>
                <a:cs typeface="Lexend"/>
                <a:sym typeface="Lexend"/>
              </a:defRPr>
            </a:lvl7pPr>
            <a:lvl8pPr lvl="7" rtl="0" algn="ctr">
              <a:lnSpc>
                <a:spcPct val="115000"/>
              </a:lnSpc>
              <a:spcBef>
                <a:spcPts val="0"/>
              </a:spcBef>
              <a:spcAft>
                <a:spcPts val="0"/>
              </a:spcAft>
              <a:buSzPts val="2400"/>
              <a:buFont typeface="Lexend"/>
              <a:buNone/>
              <a:defRPr b="1" sz="2400">
                <a:latin typeface="Lexend"/>
                <a:ea typeface="Lexend"/>
                <a:cs typeface="Lexend"/>
                <a:sym typeface="Lexend"/>
              </a:defRPr>
            </a:lvl8pPr>
            <a:lvl9pPr lvl="8" rtl="0" algn="ctr">
              <a:lnSpc>
                <a:spcPct val="115000"/>
              </a:lnSpc>
              <a:spcBef>
                <a:spcPts val="0"/>
              </a:spcBef>
              <a:spcAft>
                <a:spcPts val="0"/>
              </a:spcAft>
              <a:buSzPts val="2400"/>
              <a:buFont typeface="Lexend"/>
              <a:buNone/>
              <a:defRPr b="1" sz="2400">
                <a:latin typeface="Lexend"/>
                <a:ea typeface="Lexend"/>
                <a:cs typeface="Lexend"/>
                <a:sym typeface="Lexend"/>
              </a:defRPr>
            </a:lvl9pPr>
          </a:lstStyle>
          <a:p/>
        </p:txBody>
      </p:sp>
      <p:sp>
        <p:nvSpPr>
          <p:cNvPr id="221" name="Google Shape;221;p5"/>
          <p:cNvSpPr txBox="1"/>
          <p:nvPr>
            <p:ph idx="4" type="subTitle"/>
          </p:nvPr>
        </p:nvSpPr>
        <p:spPr>
          <a:xfrm>
            <a:off x="1516737" y="2160750"/>
            <a:ext cx="2678100" cy="414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Lexend"/>
              <a:buNone/>
              <a:defRPr b="1" sz="2000">
                <a:latin typeface="Lexend"/>
                <a:ea typeface="Lexend"/>
                <a:cs typeface="Lexend"/>
                <a:sym typeface="Lexend"/>
              </a:defRPr>
            </a:lvl1pPr>
            <a:lvl2pPr lvl="1" rtl="0" algn="ctr">
              <a:lnSpc>
                <a:spcPct val="115000"/>
              </a:lnSpc>
              <a:spcBef>
                <a:spcPts val="0"/>
              </a:spcBef>
              <a:spcAft>
                <a:spcPts val="0"/>
              </a:spcAft>
              <a:buSzPts val="2400"/>
              <a:buFont typeface="Lexend"/>
              <a:buNone/>
              <a:defRPr b="1" sz="2400">
                <a:latin typeface="Lexend"/>
                <a:ea typeface="Lexend"/>
                <a:cs typeface="Lexend"/>
                <a:sym typeface="Lexend"/>
              </a:defRPr>
            </a:lvl2pPr>
            <a:lvl3pPr lvl="2" rtl="0" algn="ctr">
              <a:lnSpc>
                <a:spcPct val="115000"/>
              </a:lnSpc>
              <a:spcBef>
                <a:spcPts val="0"/>
              </a:spcBef>
              <a:spcAft>
                <a:spcPts val="0"/>
              </a:spcAft>
              <a:buSzPts val="2400"/>
              <a:buFont typeface="Lexend"/>
              <a:buNone/>
              <a:defRPr b="1" sz="2400">
                <a:latin typeface="Lexend"/>
                <a:ea typeface="Lexend"/>
                <a:cs typeface="Lexend"/>
                <a:sym typeface="Lexend"/>
              </a:defRPr>
            </a:lvl3pPr>
            <a:lvl4pPr lvl="3" rtl="0" algn="ctr">
              <a:lnSpc>
                <a:spcPct val="115000"/>
              </a:lnSpc>
              <a:spcBef>
                <a:spcPts val="0"/>
              </a:spcBef>
              <a:spcAft>
                <a:spcPts val="0"/>
              </a:spcAft>
              <a:buSzPts val="2400"/>
              <a:buFont typeface="Lexend"/>
              <a:buNone/>
              <a:defRPr b="1" sz="2400">
                <a:latin typeface="Lexend"/>
                <a:ea typeface="Lexend"/>
                <a:cs typeface="Lexend"/>
                <a:sym typeface="Lexend"/>
              </a:defRPr>
            </a:lvl4pPr>
            <a:lvl5pPr lvl="4" rtl="0" algn="ctr">
              <a:lnSpc>
                <a:spcPct val="115000"/>
              </a:lnSpc>
              <a:spcBef>
                <a:spcPts val="0"/>
              </a:spcBef>
              <a:spcAft>
                <a:spcPts val="0"/>
              </a:spcAft>
              <a:buSzPts val="2400"/>
              <a:buFont typeface="Lexend"/>
              <a:buNone/>
              <a:defRPr b="1" sz="2400">
                <a:latin typeface="Lexend"/>
                <a:ea typeface="Lexend"/>
                <a:cs typeface="Lexend"/>
                <a:sym typeface="Lexend"/>
              </a:defRPr>
            </a:lvl5pPr>
            <a:lvl6pPr lvl="5" rtl="0" algn="ctr">
              <a:lnSpc>
                <a:spcPct val="115000"/>
              </a:lnSpc>
              <a:spcBef>
                <a:spcPts val="0"/>
              </a:spcBef>
              <a:spcAft>
                <a:spcPts val="0"/>
              </a:spcAft>
              <a:buSzPts val="2400"/>
              <a:buFont typeface="Lexend"/>
              <a:buNone/>
              <a:defRPr b="1" sz="2400">
                <a:latin typeface="Lexend"/>
                <a:ea typeface="Lexend"/>
                <a:cs typeface="Lexend"/>
                <a:sym typeface="Lexend"/>
              </a:defRPr>
            </a:lvl6pPr>
            <a:lvl7pPr lvl="6" rtl="0" algn="ctr">
              <a:lnSpc>
                <a:spcPct val="115000"/>
              </a:lnSpc>
              <a:spcBef>
                <a:spcPts val="0"/>
              </a:spcBef>
              <a:spcAft>
                <a:spcPts val="0"/>
              </a:spcAft>
              <a:buSzPts val="2400"/>
              <a:buFont typeface="Lexend"/>
              <a:buNone/>
              <a:defRPr b="1" sz="2400">
                <a:latin typeface="Lexend"/>
                <a:ea typeface="Lexend"/>
                <a:cs typeface="Lexend"/>
                <a:sym typeface="Lexend"/>
              </a:defRPr>
            </a:lvl7pPr>
            <a:lvl8pPr lvl="7" rtl="0" algn="ctr">
              <a:lnSpc>
                <a:spcPct val="115000"/>
              </a:lnSpc>
              <a:spcBef>
                <a:spcPts val="0"/>
              </a:spcBef>
              <a:spcAft>
                <a:spcPts val="0"/>
              </a:spcAft>
              <a:buSzPts val="2400"/>
              <a:buFont typeface="Lexend"/>
              <a:buNone/>
              <a:defRPr b="1" sz="2400">
                <a:latin typeface="Lexend"/>
                <a:ea typeface="Lexend"/>
                <a:cs typeface="Lexend"/>
                <a:sym typeface="Lexend"/>
              </a:defRPr>
            </a:lvl8pPr>
            <a:lvl9pPr lvl="8" rtl="0" algn="ctr">
              <a:lnSpc>
                <a:spcPct val="115000"/>
              </a:lnSpc>
              <a:spcBef>
                <a:spcPts val="0"/>
              </a:spcBef>
              <a:spcAft>
                <a:spcPts val="0"/>
              </a:spcAft>
              <a:buSzPts val="2400"/>
              <a:buFont typeface="Lexend"/>
              <a:buNone/>
              <a:defRPr b="1" sz="2400">
                <a:latin typeface="Lexend"/>
                <a:ea typeface="Lexend"/>
                <a:cs typeface="Lexend"/>
                <a:sym typeface="Lexend"/>
              </a:defRPr>
            </a:lvl9pPr>
          </a:lstStyle>
          <a:p/>
        </p:txBody>
      </p:sp>
      <p:grpSp>
        <p:nvGrpSpPr>
          <p:cNvPr id="222" name="Google Shape;222;p5"/>
          <p:cNvGrpSpPr/>
          <p:nvPr/>
        </p:nvGrpSpPr>
        <p:grpSpPr>
          <a:xfrm>
            <a:off x="-1056525" y="-1016375"/>
            <a:ext cx="11531200" cy="6703400"/>
            <a:chOff x="-1056525" y="-1016375"/>
            <a:chExt cx="11531200" cy="6703400"/>
          </a:xfrm>
        </p:grpSpPr>
        <p:sp>
          <p:nvSpPr>
            <p:cNvPr id="223" name="Google Shape;223;p5"/>
            <p:cNvSpPr/>
            <p:nvPr/>
          </p:nvSpPr>
          <p:spPr>
            <a:xfrm>
              <a:off x="-703975" y="723600"/>
              <a:ext cx="1417200" cy="10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224" name="Google Shape;224;p5"/>
            <p:cNvSpPr/>
            <p:nvPr/>
          </p:nvSpPr>
          <p:spPr>
            <a:xfrm>
              <a:off x="-1056525" y="970035"/>
              <a:ext cx="1417200" cy="10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225" name="Google Shape;225;p5"/>
            <p:cNvSpPr/>
            <p:nvPr/>
          </p:nvSpPr>
          <p:spPr>
            <a:xfrm rot="5400000">
              <a:off x="-118450" y="4925325"/>
              <a:ext cx="1417200" cy="10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226" name="Google Shape;226;p5"/>
            <p:cNvSpPr/>
            <p:nvPr/>
          </p:nvSpPr>
          <p:spPr>
            <a:xfrm rot="5400000">
              <a:off x="5531450" y="-360875"/>
              <a:ext cx="1417200" cy="10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227" name="Google Shape;227;p5"/>
            <p:cNvSpPr/>
            <p:nvPr/>
          </p:nvSpPr>
          <p:spPr>
            <a:xfrm rot="10800000">
              <a:off x="8573550" y="3670060"/>
              <a:ext cx="1417200" cy="10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228" name="Google Shape;228;p5"/>
            <p:cNvSpPr/>
            <p:nvPr/>
          </p:nvSpPr>
          <p:spPr>
            <a:xfrm rot="10800000">
              <a:off x="9057475" y="3423625"/>
              <a:ext cx="1417200" cy="10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229" name="Google Shape;229;p5"/>
          <p:cNvGrpSpPr/>
          <p:nvPr/>
        </p:nvGrpSpPr>
        <p:grpSpPr>
          <a:xfrm>
            <a:off x="-527805" y="-670853"/>
            <a:ext cx="10232769" cy="6744764"/>
            <a:chOff x="-527805" y="-670853"/>
            <a:chExt cx="10232769" cy="6744764"/>
          </a:xfrm>
        </p:grpSpPr>
        <p:grpSp>
          <p:nvGrpSpPr>
            <p:cNvPr id="230" name="Google Shape;230;p5"/>
            <p:cNvGrpSpPr/>
            <p:nvPr/>
          </p:nvGrpSpPr>
          <p:grpSpPr>
            <a:xfrm>
              <a:off x="7118280" y="4681945"/>
              <a:ext cx="2156910" cy="506908"/>
              <a:chOff x="4891825" y="3495059"/>
              <a:chExt cx="1351193" cy="317552"/>
            </a:xfrm>
          </p:grpSpPr>
          <p:sp>
            <p:nvSpPr>
              <p:cNvPr id="231" name="Google Shape;231;p5"/>
              <p:cNvSpPr/>
              <p:nvPr/>
            </p:nvSpPr>
            <p:spPr>
              <a:xfrm>
                <a:off x="6208918" y="3706050"/>
                <a:ext cx="34100" cy="31969"/>
              </a:xfrm>
              <a:custGeom>
                <a:rect b="b" l="l" r="r" t="t"/>
                <a:pathLst>
                  <a:path extrusionOk="0" h="15" w="15">
                    <a:moveTo>
                      <a:pt x="2" y="7"/>
                    </a:moveTo>
                    <a:cubicBezTo>
                      <a:pt x="4" y="7"/>
                      <a:pt x="4" y="7"/>
                      <a:pt x="4" y="7"/>
                    </a:cubicBezTo>
                    <a:cubicBezTo>
                      <a:pt x="4" y="6"/>
                      <a:pt x="6" y="4"/>
                      <a:pt x="8" y="4"/>
                    </a:cubicBezTo>
                    <a:cubicBezTo>
                      <a:pt x="9" y="4"/>
                      <a:pt x="11" y="6"/>
                      <a:pt x="11" y="7"/>
                    </a:cubicBezTo>
                    <a:cubicBezTo>
                      <a:pt x="11" y="9"/>
                      <a:pt x="9" y="11"/>
                      <a:pt x="8" y="11"/>
                    </a:cubicBezTo>
                    <a:cubicBezTo>
                      <a:pt x="6" y="11"/>
                      <a:pt x="4" y="9"/>
                      <a:pt x="4" y="7"/>
                    </a:cubicBezTo>
                    <a:cubicBezTo>
                      <a:pt x="2" y="7"/>
                      <a:pt x="2" y="7"/>
                      <a:pt x="2" y="7"/>
                    </a:cubicBezTo>
                    <a:cubicBezTo>
                      <a:pt x="0" y="7"/>
                      <a:pt x="0" y="7"/>
                      <a:pt x="0" y="7"/>
                    </a:cubicBezTo>
                    <a:cubicBezTo>
                      <a:pt x="0" y="11"/>
                      <a:pt x="4" y="15"/>
                      <a:pt x="8" y="15"/>
                    </a:cubicBezTo>
                    <a:cubicBezTo>
                      <a:pt x="12" y="15"/>
                      <a:pt x="15" y="11"/>
                      <a:pt x="15" y="7"/>
                    </a:cubicBezTo>
                    <a:cubicBezTo>
                      <a:pt x="15" y="3"/>
                      <a:pt x="12" y="0"/>
                      <a:pt x="8" y="0"/>
                    </a:cubicBezTo>
                    <a:cubicBezTo>
                      <a:pt x="4" y="0"/>
                      <a:pt x="0" y="3"/>
                      <a:pt x="0" y="7"/>
                    </a:cubicBezTo>
                    <a:lnTo>
                      <a:pt x="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2" name="Google Shape;232;p5"/>
              <p:cNvSpPr/>
              <p:nvPr/>
            </p:nvSpPr>
            <p:spPr>
              <a:xfrm>
                <a:off x="4891825" y="3584575"/>
                <a:ext cx="29825" cy="29825"/>
              </a:xfrm>
              <a:custGeom>
                <a:rect b="b" l="l" r="r" t="t"/>
                <a:pathLst>
                  <a:path extrusionOk="0" h="14" w="15">
                    <a:moveTo>
                      <a:pt x="2" y="7"/>
                    </a:moveTo>
                    <a:cubicBezTo>
                      <a:pt x="4" y="7"/>
                      <a:pt x="4" y="7"/>
                      <a:pt x="4" y="7"/>
                    </a:cubicBezTo>
                    <a:cubicBezTo>
                      <a:pt x="4" y="5"/>
                      <a:pt x="6" y="4"/>
                      <a:pt x="7" y="4"/>
                    </a:cubicBezTo>
                    <a:cubicBezTo>
                      <a:pt x="9" y="4"/>
                      <a:pt x="11" y="5"/>
                      <a:pt x="11" y="7"/>
                    </a:cubicBezTo>
                    <a:cubicBezTo>
                      <a:pt x="11" y="9"/>
                      <a:pt x="9" y="10"/>
                      <a:pt x="7" y="10"/>
                    </a:cubicBezTo>
                    <a:cubicBezTo>
                      <a:pt x="6" y="10"/>
                      <a:pt x="4" y="9"/>
                      <a:pt x="4" y="7"/>
                    </a:cubicBezTo>
                    <a:cubicBezTo>
                      <a:pt x="2" y="7"/>
                      <a:pt x="2" y="7"/>
                      <a:pt x="2" y="7"/>
                    </a:cubicBezTo>
                    <a:cubicBezTo>
                      <a:pt x="0" y="7"/>
                      <a:pt x="0" y="7"/>
                      <a:pt x="0" y="7"/>
                    </a:cubicBezTo>
                    <a:cubicBezTo>
                      <a:pt x="0" y="11"/>
                      <a:pt x="3" y="14"/>
                      <a:pt x="7" y="14"/>
                    </a:cubicBezTo>
                    <a:cubicBezTo>
                      <a:pt x="11" y="14"/>
                      <a:pt x="15" y="11"/>
                      <a:pt x="15" y="7"/>
                    </a:cubicBezTo>
                    <a:cubicBezTo>
                      <a:pt x="15" y="3"/>
                      <a:pt x="11" y="0"/>
                      <a:pt x="7" y="0"/>
                    </a:cubicBezTo>
                    <a:cubicBezTo>
                      <a:pt x="3" y="0"/>
                      <a:pt x="0" y="3"/>
                      <a:pt x="0" y="7"/>
                    </a:cubicBezTo>
                    <a:lnTo>
                      <a:pt x="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3" name="Google Shape;233;p5"/>
              <p:cNvSpPr/>
              <p:nvPr/>
            </p:nvSpPr>
            <p:spPr>
              <a:xfrm>
                <a:off x="4917389" y="3595227"/>
                <a:ext cx="1295792" cy="217384"/>
              </a:xfrm>
              <a:custGeom>
                <a:rect b="b" l="l" r="r" t="t"/>
                <a:pathLst>
                  <a:path extrusionOk="0" h="102" w="608">
                    <a:moveTo>
                      <a:pt x="0" y="4"/>
                    </a:moveTo>
                    <a:lnTo>
                      <a:pt x="207" y="4"/>
                    </a:lnTo>
                    <a:lnTo>
                      <a:pt x="305" y="102"/>
                    </a:lnTo>
                    <a:lnTo>
                      <a:pt x="498" y="102"/>
                    </a:lnTo>
                    <a:lnTo>
                      <a:pt x="539" y="61"/>
                    </a:lnTo>
                    <a:lnTo>
                      <a:pt x="608" y="61"/>
                    </a:lnTo>
                    <a:lnTo>
                      <a:pt x="608" y="57"/>
                    </a:lnTo>
                    <a:lnTo>
                      <a:pt x="537" y="57"/>
                    </a:lnTo>
                    <a:lnTo>
                      <a:pt x="497" y="98"/>
                    </a:lnTo>
                    <a:lnTo>
                      <a:pt x="307" y="98"/>
                    </a:lnTo>
                    <a:lnTo>
                      <a:pt x="210" y="0"/>
                    </a:lnTo>
                    <a:lnTo>
                      <a:pt x="0" y="0"/>
                    </a:lnTo>
                    <a:lnTo>
                      <a:pt x="0" y="4"/>
                    </a:lnTo>
                    <a:lnTo>
                      <a:pt x="0" y="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4" name="Google Shape;234;p5"/>
              <p:cNvSpPr/>
              <p:nvPr/>
            </p:nvSpPr>
            <p:spPr>
              <a:xfrm>
                <a:off x="5933990" y="3716706"/>
                <a:ext cx="31969" cy="34099"/>
              </a:xfrm>
              <a:custGeom>
                <a:rect b="b" l="l" r="r" t="t"/>
                <a:pathLst>
                  <a:path extrusionOk="0" h="15" w="14">
                    <a:moveTo>
                      <a:pt x="2" y="8"/>
                    </a:moveTo>
                    <a:cubicBezTo>
                      <a:pt x="4" y="8"/>
                      <a:pt x="4" y="8"/>
                      <a:pt x="4" y="8"/>
                    </a:cubicBezTo>
                    <a:cubicBezTo>
                      <a:pt x="4" y="6"/>
                      <a:pt x="5" y="4"/>
                      <a:pt x="7" y="4"/>
                    </a:cubicBezTo>
                    <a:cubicBezTo>
                      <a:pt x="8" y="4"/>
                      <a:pt x="10" y="6"/>
                      <a:pt x="10" y="8"/>
                    </a:cubicBezTo>
                    <a:cubicBezTo>
                      <a:pt x="10" y="9"/>
                      <a:pt x="8" y="11"/>
                      <a:pt x="7" y="11"/>
                    </a:cubicBezTo>
                    <a:cubicBezTo>
                      <a:pt x="5" y="11"/>
                      <a:pt x="4" y="9"/>
                      <a:pt x="4" y="8"/>
                    </a:cubicBezTo>
                    <a:cubicBezTo>
                      <a:pt x="2" y="8"/>
                      <a:pt x="2" y="8"/>
                      <a:pt x="2" y="8"/>
                    </a:cubicBezTo>
                    <a:cubicBezTo>
                      <a:pt x="0" y="8"/>
                      <a:pt x="0" y="8"/>
                      <a:pt x="0" y="8"/>
                    </a:cubicBezTo>
                    <a:cubicBezTo>
                      <a:pt x="0" y="11"/>
                      <a:pt x="3" y="15"/>
                      <a:pt x="7" y="15"/>
                    </a:cubicBezTo>
                    <a:cubicBezTo>
                      <a:pt x="11" y="15"/>
                      <a:pt x="14" y="11"/>
                      <a:pt x="14" y="8"/>
                    </a:cubicBezTo>
                    <a:cubicBezTo>
                      <a:pt x="14" y="4"/>
                      <a:pt x="11" y="0"/>
                      <a:pt x="7" y="0"/>
                    </a:cubicBezTo>
                    <a:cubicBezTo>
                      <a:pt x="3" y="0"/>
                      <a:pt x="0" y="4"/>
                      <a:pt x="0" y="8"/>
                    </a:cubicBezTo>
                    <a:lnTo>
                      <a:pt x="2"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5" name="Google Shape;235;p5"/>
              <p:cNvSpPr/>
              <p:nvPr/>
            </p:nvSpPr>
            <p:spPr>
              <a:xfrm>
                <a:off x="5286094" y="3495059"/>
                <a:ext cx="29837" cy="31969"/>
              </a:xfrm>
              <a:custGeom>
                <a:rect b="b" l="l" r="r" t="t"/>
                <a:pathLst>
                  <a:path extrusionOk="0" h="15" w="14">
                    <a:moveTo>
                      <a:pt x="2" y="8"/>
                    </a:moveTo>
                    <a:cubicBezTo>
                      <a:pt x="4" y="8"/>
                      <a:pt x="4" y="8"/>
                      <a:pt x="4" y="8"/>
                    </a:cubicBezTo>
                    <a:cubicBezTo>
                      <a:pt x="4" y="6"/>
                      <a:pt x="5" y="4"/>
                      <a:pt x="7" y="4"/>
                    </a:cubicBezTo>
                    <a:cubicBezTo>
                      <a:pt x="9" y="4"/>
                      <a:pt x="10" y="6"/>
                      <a:pt x="10" y="8"/>
                    </a:cubicBezTo>
                    <a:cubicBezTo>
                      <a:pt x="10" y="9"/>
                      <a:pt x="9" y="11"/>
                      <a:pt x="7" y="11"/>
                    </a:cubicBezTo>
                    <a:cubicBezTo>
                      <a:pt x="5" y="11"/>
                      <a:pt x="4" y="9"/>
                      <a:pt x="4" y="8"/>
                    </a:cubicBezTo>
                    <a:cubicBezTo>
                      <a:pt x="2" y="8"/>
                      <a:pt x="2" y="8"/>
                      <a:pt x="2" y="8"/>
                    </a:cubicBezTo>
                    <a:cubicBezTo>
                      <a:pt x="0" y="8"/>
                      <a:pt x="0" y="8"/>
                      <a:pt x="0" y="8"/>
                    </a:cubicBezTo>
                    <a:cubicBezTo>
                      <a:pt x="0" y="11"/>
                      <a:pt x="3" y="15"/>
                      <a:pt x="7" y="15"/>
                    </a:cubicBezTo>
                    <a:cubicBezTo>
                      <a:pt x="11" y="15"/>
                      <a:pt x="14" y="11"/>
                      <a:pt x="14" y="8"/>
                    </a:cubicBezTo>
                    <a:cubicBezTo>
                      <a:pt x="14" y="4"/>
                      <a:pt x="11" y="0"/>
                      <a:pt x="7" y="0"/>
                    </a:cubicBezTo>
                    <a:cubicBezTo>
                      <a:pt x="3" y="0"/>
                      <a:pt x="0" y="4"/>
                      <a:pt x="0" y="8"/>
                    </a:cubicBezTo>
                    <a:lnTo>
                      <a:pt x="2"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6" name="Google Shape;236;p5"/>
              <p:cNvSpPr/>
              <p:nvPr/>
            </p:nvSpPr>
            <p:spPr>
              <a:xfrm>
                <a:off x="5311668" y="3507847"/>
                <a:ext cx="632979" cy="219516"/>
              </a:xfrm>
              <a:custGeom>
                <a:rect b="b" l="l" r="r" t="t"/>
                <a:pathLst>
                  <a:path extrusionOk="0" h="103" w="297">
                    <a:moveTo>
                      <a:pt x="0" y="4"/>
                    </a:moveTo>
                    <a:lnTo>
                      <a:pt x="39" y="4"/>
                    </a:lnTo>
                    <a:lnTo>
                      <a:pt x="115" y="79"/>
                    </a:lnTo>
                    <a:lnTo>
                      <a:pt x="270" y="79"/>
                    </a:lnTo>
                    <a:lnTo>
                      <a:pt x="294" y="103"/>
                    </a:lnTo>
                    <a:lnTo>
                      <a:pt x="297" y="100"/>
                    </a:lnTo>
                    <a:lnTo>
                      <a:pt x="272" y="75"/>
                    </a:lnTo>
                    <a:lnTo>
                      <a:pt x="117" y="75"/>
                    </a:lnTo>
                    <a:lnTo>
                      <a:pt x="41" y="0"/>
                    </a:lnTo>
                    <a:lnTo>
                      <a:pt x="0" y="0"/>
                    </a:lnTo>
                    <a:lnTo>
                      <a:pt x="0" y="4"/>
                    </a:lnTo>
                    <a:lnTo>
                      <a:pt x="0" y="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37" name="Google Shape;237;p5"/>
            <p:cNvGrpSpPr/>
            <p:nvPr/>
          </p:nvGrpSpPr>
          <p:grpSpPr>
            <a:xfrm>
              <a:off x="882321" y="-670853"/>
              <a:ext cx="204128" cy="1115878"/>
              <a:chOff x="6605329" y="191675"/>
              <a:chExt cx="127876" cy="699040"/>
            </a:xfrm>
          </p:grpSpPr>
          <p:sp>
            <p:nvSpPr>
              <p:cNvPr id="238" name="Google Shape;238;p5"/>
              <p:cNvSpPr/>
              <p:nvPr/>
            </p:nvSpPr>
            <p:spPr>
              <a:xfrm>
                <a:off x="6701235" y="858746"/>
                <a:ext cx="31969" cy="31969"/>
              </a:xfrm>
              <a:custGeom>
                <a:rect b="b" l="l" r="r" t="t"/>
                <a:pathLst>
                  <a:path extrusionOk="0" h="14" w="15">
                    <a:moveTo>
                      <a:pt x="13" y="7"/>
                    </a:moveTo>
                    <a:cubicBezTo>
                      <a:pt x="11" y="7"/>
                      <a:pt x="11" y="7"/>
                      <a:pt x="11" y="7"/>
                    </a:cubicBezTo>
                    <a:cubicBezTo>
                      <a:pt x="11" y="9"/>
                      <a:pt x="9" y="10"/>
                      <a:pt x="7" y="10"/>
                    </a:cubicBezTo>
                    <a:cubicBezTo>
                      <a:pt x="6" y="10"/>
                      <a:pt x="4" y="9"/>
                      <a:pt x="4" y="7"/>
                    </a:cubicBezTo>
                    <a:cubicBezTo>
                      <a:pt x="4" y="5"/>
                      <a:pt x="6" y="4"/>
                      <a:pt x="7" y="4"/>
                    </a:cubicBezTo>
                    <a:cubicBezTo>
                      <a:pt x="9" y="4"/>
                      <a:pt x="11" y="5"/>
                      <a:pt x="11" y="7"/>
                    </a:cubicBezTo>
                    <a:cubicBezTo>
                      <a:pt x="13" y="7"/>
                      <a:pt x="13" y="7"/>
                      <a:pt x="13" y="7"/>
                    </a:cubicBezTo>
                    <a:cubicBezTo>
                      <a:pt x="15" y="7"/>
                      <a:pt x="15" y="7"/>
                      <a:pt x="15" y="7"/>
                    </a:cubicBezTo>
                    <a:cubicBezTo>
                      <a:pt x="15" y="3"/>
                      <a:pt x="11" y="0"/>
                      <a:pt x="7" y="0"/>
                    </a:cubicBezTo>
                    <a:cubicBezTo>
                      <a:pt x="3" y="0"/>
                      <a:pt x="0" y="3"/>
                      <a:pt x="0" y="7"/>
                    </a:cubicBezTo>
                    <a:cubicBezTo>
                      <a:pt x="0" y="11"/>
                      <a:pt x="3" y="14"/>
                      <a:pt x="7" y="14"/>
                    </a:cubicBezTo>
                    <a:cubicBezTo>
                      <a:pt x="11" y="14"/>
                      <a:pt x="15" y="11"/>
                      <a:pt x="15" y="7"/>
                    </a:cubicBezTo>
                    <a:lnTo>
                      <a:pt x="13"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9" name="Google Shape;239;p5"/>
              <p:cNvSpPr/>
              <p:nvPr/>
            </p:nvSpPr>
            <p:spPr>
              <a:xfrm>
                <a:off x="6605329" y="191675"/>
                <a:ext cx="115087" cy="671334"/>
              </a:xfrm>
              <a:custGeom>
                <a:rect b="b" l="l" r="r" t="t"/>
                <a:pathLst>
                  <a:path extrusionOk="0" h="315" w="54">
                    <a:moveTo>
                      <a:pt x="0" y="0"/>
                    </a:moveTo>
                    <a:lnTo>
                      <a:pt x="0" y="167"/>
                    </a:lnTo>
                    <a:lnTo>
                      <a:pt x="50" y="217"/>
                    </a:lnTo>
                    <a:lnTo>
                      <a:pt x="50" y="315"/>
                    </a:lnTo>
                    <a:lnTo>
                      <a:pt x="54" y="315"/>
                    </a:lnTo>
                    <a:lnTo>
                      <a:pt x="54" y="215"/>
                    </a:lnTo>
                    <a:lnTo>
                      <a:pt x="5" y="165"/>
                    </a:lnTo>
                    <a:lnTo>
                      <a:pt x="5" y="0"/>
                    </a:lnTo>
                    <a:lnTo>
                      <a:pt x="0" y="0"/>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40" name="Google Shape;240;p5"/>
            <p:cNvGrpSpPr/>
            <p:nvPr/>
          </p:nvGrpSpPr>
          <p:grpSpPr>
            <a:xfrm>
              <a:off x="1342215" y="-264218"/>
              <a:ext cx="1493520" cy="615774"/>
              <a:chOff x="5301012" y="396272"/>
              <a:chExt cx="935614" cy="385751"/>
            </a:xfrm>
          </p:grpSpPr>
          <p:sp>
            <p:nvSpPr>
              <p:cNvPr id="241" name="Google Shape;241;p5"/>
              <p:cNvSpPr/>
              <p:nvPr/>
            </p:nvSpPr>
            <p:spPr>
              <a:xfrm>
                <a:off x="6202525" y="396272"/>
                <a:ext cx="34100" cy="34099"/>
              </a:xfrm>
              <a:custGeom>
                <a:rect b="b" l="l" r="r" t="t"/>
                <a:pathLst>
                  <a:path extrusionOk="0" h="15" w="15">
                    <a:moveTo>
                      <a:pt x="13" y="8"/>
                    </a:moveTo>
                    <a:cubicBezTo>
                      <a:pt x="11" y="8"/>
                      <a:pt x="11" y="8"/>
                      <a:pt x="11" y="8"/>
                    </a:cubicBezTo>
                    <a:cubicBezTo>
                      <a:pt x="11" y="9"/>
                      <a:pt x="9" y="11"/>
                      <a:pt x="8" y="11"/>
                    </a:cubicBezTo>
                    <a:cubicBezTo>
                      <a:pt x="6" y="11"/>
                      <a:pt x="4" y="9"/>
                      <a:pt x="4" y="8"/>
                    </a:cubicBezTo>
                    <a:cubicBezTo>
                      <a:pt x="4" y="6"/>
                      <a:pt x="6" y="4"/>
                      <a:pt x="8" y="4"/>
                    </a:cubicBezTo>
                    <a:cubicBezTo>
                      <a:pt x="9" y="4"/>
                      <a:pt x="11" y="6"/>
                      <a:pt x="11" y="8"/>
                    </a:cubicBezTo>
                    <a:cubicBezTo>
                      <a:pt x="13" y="8"/>
                      <a:pt x="13" y="8"/>
                      <a:pt x="13" y="8"/>
                    </a:cubicBezTo>
                    <a:cubicBezTo>
                      <a:pt x="15" y="8"/>
                      <a:pt x="15" y="8"/>
                      <a:pt x="15" y="8"/>
                    </a:cubicBezTo>
                    <a:cubicBezTo>
                      <a:pt x="15" y="4"/>
                      <a:pt x="12" y="0"/>
                      <a:pt x="8" y="0"/>
                    </a:cubicBezTo>
                    <a:cubicBezTo>
                      <a:pt x="4" y="0"/>
                      <a:pt x="0" y="4"/>
                      <a:pt x="0" y="8"/>
                    </a:cubicBezTo>
                    <a:cubicBezTo>
                      <a:pt x="0" y="12"/>
                      <a:pt x="4" y="15"/>
                      <a:pt x="8" y="15"/>
                    </a:cubicBezTo>
                    <a:cubicBezTo>
                      <a:pt x="12" y="15"/>
                      <a:pt x="15" y="12"/>
                      <a:pt x="15" y="8"/>
                    </a:cubicBezTo>
                    <a:lnTo>
                      <a:pt x="13"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2" name="Google Shape;242;p5"/>
              <p:cNvSpPr/>
              <p:nvPr/>
            </p:nvSpPr>
            <p:spPr>
              <a:xfrm>
                <a:off x="5301012" y="750054"/>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6"/>
                      <a:pt x="5" y="4"/>
                      <a:pt x="7" y="4"/>
                    </a:cubicBezTo>
                    <a:cubicBezTo>
                      <a:pt x="9" y="4"/>
                      <a:pt x="10" y="6"/>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3" name="Google Shape;243;p5"/>
              <p:cNvSpPr/>
              <p:nvPr/>
            </p:nvSpPr>
            <p:spPr>
              <a:xfrm>
                <a:off x="5322324" y="426109"/>
                <a:ext cx="903645" cy="336732"/>
              </a:xfrm>
              <a:custGeom>
                <a:rect b="b" l="l" r="r" t="t"/>
                <a:pathLst>
                  <a:path extrusionOk="0" h="158" w="424">
                    <a:moveTo>
                      <a:pt x="419" y="0"/>
                    </a:moveTo>
                    <a:lnTo>
                      <a:pt x="419" y="51"/>
                    </a:lnTo>
                    <a:lnTo>
                      <a:pt x="388" y="82"/>
                    </a:lnTo>
                    <a:lnTo>
                      <a:pt x="72" y="82"/>
                    </a:lnTo>
                    <a:lnTo>
                      <a:pt x="0" y="154"/>
                    </a:lnTo>
                    <a:lnTo>
                      <a:pt x="3" y="158"/>
                    </a:lnTo>
                    <a:lnTo>
                      <a:pt x="74" y="86"/>
                    </a:lnTo>
                    <a:lnTo>
                      <a:pt x="390" y="86"/>
                    </a:lnTo>
                    <a:lnTo>
                      <a:pt x="424" y="53"/>
                    </a:lnTo>
                    <a:lnTo>
                      <a:pt x="424" y="0"/>
                    </a:lnTo>
                    <a:lnTo>
                      <a:pt x="419" y="0"/>
                    </a:lnTo>
                    <a:lnTo>
                      <a:pt x="419"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44" name="Google Shape;244;p5"/>
            <p:cNvGrpSpPr/>
            <p:nvPr/>
          </p:nvGrpSpPr>
          <p:grpSpPr>
            <a:xfrm>
              <a:off x="8640108" y="293107"/>
              <a:ext cx="1064856" cy="813093"/>
              <a:chOff x="3843246" y="357910"/>
              <a:chExt cx="667078" cy="509361"/>
            </a:xfrm>
          </p:grpSpPr>
          <p:sp>
            <p:nvSpPr>
              <p:cNvPr id="245" name="Google Shape;245;p5"/>
              <p:cNvSpPr/>
              <p:nvPr/>
            </p:nvSpPr>
            <p:spPr>
              <a:xfrm>
                <a:off x="3870952" y="385616"/>
                <a:ext cx="626584" cy="471000"/>
              </a:xfrm>
              <a:custGeom>
                <a:rect b="b" l="l" r="r" t="t"/>
                <a:pathLst>
                  <a:path extrusionOk="0" h="221" w="294">
                    <a:moveTo>
                      <a:pt x="290" y="0"/>
                    </a:moveTo>
                    <a:lnTo>
                      <a:pt x="290" y="78"/>
                    </a:lnTo>
                    <a:lnTo>
                      <a:pt x="151" y="217"/>
                    </a:lnTo>
                    <a:lnTo>
                      <a:pt x="0" y="217"/>
                    </a:lnTo>
                    <a:lnTo>
                      <a:pt x="0" y="221"/>
                    </a:lnTo>
                    <a:lnTo>
                      <a:pt x="153" y="221"/>
                    </a:lnTo>
                    <a:lnTo>
                      <a:pt x="294" y="80"/>
                    </a:lnTo>
                    <a:lnTo>
                      <a:pt x="294" y="0"/>
                    </a:lnTo>
                    <a:lnTo>
                      <a:pt x="290" y="0"/>
                    </a:lnTo>
                    <a:lnTo>
                      <a:pt x="29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6" name="Google Shape;246;p5"/>
              <p:cNvSpPr/>
              <p:nvPr/>
            </p:nvSpPr>
            <p:spPr>
              <a:xfrm>
                <a:off x="3843246" y="835302"/>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5"/>
                      <a:pt x="5"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7" name="Google Shape;247;p5"/>
              <p:cNvSpPr/>
              <p:nvPr/>
            </p:nvSpPr>
            <p:spPr>
              <a:xfrm>
                <a:off x="4478354" y="357910"/>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6"/>
                      <a:pt x="5" y="4"/>
                      <a:pt x="7" y="4"/>
                    </a:cubicBezTo>
                    <a:cubicBezTo>
                      <a:pt x="9" y="4"/>
                      <a:pt x="10" y="6"/>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48" name="Google Shape;248;p5"/>
            <p:cNvGrpSpPr/>
            <p:nvPr/>
          </p:nvGrpSpPr>
          <p:grpSpPr>
            <a:xfrm>
              <a:off x="7528218" y="-369678"/>
              <a:ext cx="1337026" cy="826702"/>
              <a:chOff x="3421261" y="191675"/>
              <a:chExt cx="837578" cy="517886"/>
            </a:xfrm>
          </p:grpSpPr>
          <p:sp>
            <p:nvSpPr>
              <p:cNvPr id="249" name="Google Shape;249;p5"/>
              <p:cNvSpPr/>
              <p:nvPr/>
            </p:nvSpPr>
            <p:spPr>
              <a:xfrm>
                <a:off x="3421261" y="679724"/>
                <a:ext cx="31969" cy="29837"/>
              </a:xfrm>
              <a:custGeom>
                <a:rect b="b" l="l" r="r" t="t"/>
                <a:pathLst>
                  <a:path extrusionOk="0" h="14" w="14">
                    <a:moveTo>
                      <a:pt x="12" y="7"/>
                    </a:moveTo>
                    <a:cubicBezTo>
                      <a:pt x="10" y="7"/>
                      <a:pt x="10" y="7"/>
                      <a:pt x="10" y="7"/>
                    </a:cubicBezTo>
                    <a:cubicBezTo>
                      <a:pt x="10" y="8"/>
                      <a:pt x="9" y="10"/>
                      <a:pt x="7" y="10"/>
                    </a:cubicBezTo>
                    <a:cubicBezTo>
                      <a:pt x="5" y="10"/>
                      <a:pt x="4" y="8"/>
                      <a:pt x="4" y="7"/>
                    </a:cubicBezTo>
                    <a:cubicBezTo>
                      <a:pt x="4" y="5"/>
                      <a:pt x="5"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0" name="Google Shape;250;p5"/>
              <p:cNvSpPr/>
              <p:nvPr/>
            </p:nvSpPr>
            <p:spPr>
              <a:xfrm>
                <a:off x="3442573" y="191675"/>
                <a:ext cx="816266" cy="498704"/>
              </a:xfrm>
              <a:custGeom>
                <a:rect b="b" l="l" r="r" t="t"/>
                <a:pathLst>
                  <a:path extrusionOk="0" h="234" w="383">
                    <a:moveTo>
                      <a:pt x="379" y="0"/>
                    </a:moveTo>
                    <a:lnTo>
                      <a:pt x="379" y="106"/>
                    </a:lnTo>
                    <a:lnTo>
                      <a:pt x="301" y="185"/>
                    </a:lnTo>
                    <a:lnTo>
                      <a:pt x="46" y="185"/>
                    </a:lnTo>
                    <a:lnTo>
                      <a:pt x="0" y="231"/>
                    </a:lnTo>
                    <a:lnTo>
                      <a:pt x="3" y="234"/>
                    </a:lnTo>
                    <a:lnTo>
                      <a:pt x="47" y="190"/>
                    </a:lnTo>
                    <a:lnTo>
                      <a:pt x="302" y="190"/>
                    </a:lnTo>
                    <a:lnTo>
                      <a:pt x="383" y="108"/>
                    </a:lnTo>
                    <a:lnTo>
                      <a:pt x="383" y="0"/>
                    </a:lnTo>
                    <a:lnTo>
                      <a:pt x="379" y="0"/>
                    </a:lnTo>
                    <a:lnTo>
                      <a:pt x="379"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51" name="Google Shape;251;p5"/>
            <p:cNvGrpSpPr/>
            <p:nvPr/>
          </p:nvGrpSpPr>
          <p:grpSpPr>
            <a:xfrm flipH="1">
              <a:off x="1167078" y="4735898"/>
              <a:ext cx="619332" cy="1338013"/>
              <a:chOff x="6850421" y="775628"/>
              <a:chExt cx="398541" cy="861012"/>
            </a:xfrm>
          </p:grpSpPr>
          <p:sp>
            <p:nvSpPr>
              <p:cNvPr id="252" name="Google Shape;252;p5"/>
              <p:cNvSpPr/>
              <p:nvPr/>
            </p:nvSpPr>
            <p:spPr>
              <a:xfrm>
                <a:off x="6850421" y="1604672"/>
                <a:ext cx="34100" cy="31969"/>
              </a:xfrm>
              <a:custGeom>
                <a:rect b="b" l="l" r="r" t="t"/>
                <a:pathLst>
                  <a:path extrusionOk="0" h="15" w="15">
                    <a:moveTo>
                      <a:pt x="13" y="8"/>
                    </a:moveTo>
                    <a:cubicBezTo>
                      <a:pt x="11" y="8"/>
                      <a:pt x="11" y="8"/>
                      <a:pt x="11" y="8"/>
                    </a:cubicBezTo>
                    <a:cubicBezTo>
                      <a:pt x="11" y="9"/>
                      <a:pt x="9" y="11"/>
                      <a:pt x="7" y="11"/>
                    </a:cubicBezTo>
                    <a:cubicBezTo>
                      <a:pt x="6" y="11"/>
                      <a:pt x="4" y="9"/>
                      <a:pt x="4" y="8"/>
                    </a:cubicBezTo>
                    <a:cubicBezTo>
                      <a:pt x="4" y="6"/>
                      <a:pt x="6" y="4"/>
                      <a:pt x="7" y="4"/>
                    </a:cubicBezTo>
                    <a:cubicBezTo>
                      <a:pt x="9" y="4"/>
                      <a:pt x="11" y="6"/>
                      <a:pt x="11" y="8"/>
                    </a:cubicBezTo>
                    <a:cubicBezTo>
                      <a:pt x="13" y="8"/>
                      <a:pt x="13" y="8"/>
                      <a:pt x="13" y="8"/>
                    </a:cubicBezTo>
                    <a:cubicBezTo>
                      <a:pt x="15" y="8"/>
                      <a:pt x="15" y="8"/>
                      <a:pt x="15" y="8"/>
                    </a:cubicBezTo>
                    <a:cubicBezTo>
                      <a:pt x="15" y="4"/>
                      <a:pt x="11" y="0"/>
                      <a:pt x="7" y="0"/>
                    </a:cubicBezTo>
                    <a:cubicBezTo>
                      <a:pt x="3" y="0"/>
                      <a:pt x="0" y="4"/>
                      <a:pt x="0" y="8"/>
                    </a:cubicBezTo>
                    <a:cubicBezTo>
                      <a:pt x="0" y="12"/>
                      <a:pt x="3" y="15"/>
                      <a:pt x="7" y="15"/>
                    </a:cubicBezTo>
                    <a:cubicBezTo>
                      <a:pt x="11" y="15"/>
                      <a:pt x="15" y="12"/>
                      <a:pt x="15" y="8"/>
                    </a:cubicBezTo>
                    <a:lnTo>
                      <a:pt x="13"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3" name="Google Shape;253;p5"/>
              <p:cNvSpPr/>
              <p:nvPr/>
            </p:nvSpPr>
            <p:spPr>
              <a:xfrm>
                <a:off x="7138138" y="775628"/>
                <a:ext cx="31969" cy="31969"/>
              </a:xfrm>
              <a:custGeom>
                <a:rect b="b" l="l" r="r" t="t"/>
                <a:pathLst>
                  <a:path extrusionOk="0" h="14" w="14">
                    <a:moveTo>
                      <a:pt x="12" y="7"/>
                    </a:moveTo>
                    <a:cubicBezTo>
                      <a:pt x="10" y="7"/>
                      <a:pt x="10" y="7"/>
                      <a:pt x="10" y="7"/>
                    </a:cubicBezTo>
                    <a:cubicBezTo>
                      <a:pt x="10" y="9"/>
                      <a:pt x="9" y="10"/>
                      <a:pt x="7" y="10"/>
                    </a:cubicBezTo>
                    <a:cubicBezTo>
                      <a:pt x="6" y="10"/>
                      <a:pt x="4" y="9"/>
                      <a:pt x="4" y="7"/>
                    </a:cubicBezTo>
                    <a:cubicBezTo>
                      <a:pt x="4" y="5"/>
                      <a:pt x="6"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4" name="Google Shape;254;p5"/>
              <p:cNvSpPr/>
              <p:nvPr/>
            </p:nvSpPr>
            <p:spPr>
              <a:xfrm>
                <a:off x="6861077" y="794810"/>
                <a:ext cx="387885" cy="814124"/>
              </a:xfrm>
              <a:custGeom>
                <a:rect b="b" l="l" r="r" t="t"/>
                <a:pathLst>
                  <a:path extrusionOk="0" h="382" w="182">
                    <a:moveTo>
                      <a:pt x="5" y="382"/>
                    </a:moveTo>
                    <a:lnTo>
                      <a:pt x="5" y="306"/>
                    </a:lnTo>
                    <a:lnTo>
                      <a:pt x="79" y="231"/>
                    </a:lnTo>
                    <a:lnTo>
                      <a:pt x="146" y="231"/>
                    </a:lnTo>
                    <a:lnTo>
                      <a:pt x="182" y="194"/>
                    </a:lnTo>
                    <a:lnTo>
                      <a:pt x="182" y="40"/>
                    </a:lnTo>
                    <a:lnTo>
                      <a:pt x="142" y="0"/>
                    </a:lnTo>
                    <a:lnTo>
                      <a:pt x="140" y="3"/>
                    </a:lnTo>
                    <a:lnTo>
                      <a:pt x="178" y="42"/>
                    </a:lnTo>
                    <a:lnTo>
                      <a:pt x="178" y="192"/>
                    </a:lnTo>
                    <a:lnTo>
                      <a:pt x="143" y="227"/>
                    </a:lnTo>
                    <a:lnTo>
                      <a:pt x="78" y="227"/>
                    </a:lnTo>
                    <a:lnTo>
                      <a:pt x="0" y="304"/>
                    </a:lnTo>
                    <a:lnTo>
                      <a:pt x="0" y="382"/>
                    </a:lnTo>
                    <a:lnTo>
                      <a:pt x="5" y="382"/>
                    </a:lnTo>
                    <a:lnTo>
                      <a:pt x="5" y="38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55" name="Google Shape;255;p5"/>
            <p:cNvGrpSpPr/>
            <p:nvPr/>
          </p:nvGrpSpPr>
          <p:grpSpPr>
            <a:xfrm>
              <a:off x="-527805" y="2963157"/>
              <a:ext cx="1064856" cy="813093"/>
              <a:chOff x="3843246" y="357910"/>
              <a:chExt cx="667078" cy="509361"/>
            </a:xfrm>
          </p:grpSpPr>
          <p:sp>
            <p:nvSpPr>
              <p:cNvPr id="256" name="Google Shape;256;p5"/>
              <p:cNvSpPr/>
              <p:nvPr/>
            </p:nvSpPr>
            <p:spPr>
              <a:xfrm>
                <a:off x="3870952" y="385616"/>
                <a:ext cx="626584" cy="471000"/>
              </a:xfrm>
              <a:custGeom>
                <a:rect b="b" l="l" r="r" t="t"/>
                <a:pathLst>
                  <a:path extrusionOk="0" h="221" w="294">
                    <a:moveTo>
                      <a:pt x="290" y="0"/>
                    </a:moveTo>
                    <a:lnTo>
                      <a:pt x="290" y="78"/>
                    </a:lnTo>
                    <a:lnTo>
                      <a:pt x="151" y="217"/>
                    </a:lnTo>
                    <a:lnTo>
                      <a:pt x="0" y="217"/>
                    </a:lnTo>
                    <a:lnTo>
                      <a:pt x="0" y="221"/>
                    </a:lnTo>
                    <a:lnTo>
                      <a:pt x="153" y="221"/>
                    </a:lnTo>
                    <a:lnTo>
                      <a:pt x="294" y="80"/>
                    </a:lnTo>
                    <a:lnTo>
                      <a:pt x="294" y="0"/>
                    </a:lnTo>
                    <a:lnTo>
                      <a:pt x="290" y="0"/>
                    </a:lnTo>
                    <a:lnTo>
                      <a:pt x="29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7" name="Google Shape;257;p5"/>
              <p:cNvSpPr/>
              <p:nvPr/>
            </p:nvSpPr>
            <p:spPr>
              <a:xfrm>
                <a:off x="3843246" y="835302"/>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5"/>
                      <a:pt x="5"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8" name="Google Shape;258;p5"/>
              <p:cNvSpPr/>
              <p:nvPr/>
            </p:nvSpPr>
            <p:spPr>
              <a:xfrm>
                <a:off x="4478354" y="357910"/>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6"/>
                      <a:pt x="5" y="4"/>
                      <a:pt x="7" y="4"/>
                    </a:cubicBezTo>
                    <a:cubicBezTo>
                      <a:pt x="9" y="4"/>
                      <a:pt x="10" y="6"/>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259" name="Google Shape;259;p5"/>
          <p:cNvGrpSpPr/>
          <p:nvPr/>
        </p:nvGrpSpPr>
        <p:grpSpPr>
          <a:xfrm>
            <a:off x="160162" y="293088"/>
            <a:ext cx="8848706" cy="4568938"/>
            <a:chOff x="160162" y="293088"/>
            <a:chExt cx="8848706" cy="4568938"/>
          </a:xfrm>
        </p:grpSpPr>
        <p:grpSp>
          <p:nvGrpSpPr>
            <p:cNvPr id="260" name="Google Shape;260;p5"/>
            <p:cNvGrpSpPr/>
            <p:nvPr/>
          </p:nvGrpSpPr>
          <p:grpSpPr>
            <a:xfrm>
              <a:off x="284763" y="3887075"/>
              <a:ext cx="130200" cy="126125"/>
              <a:chOff x="3935725" y="167575"/>
              <a:chExt cx="130200" cy="126125"/>
            </a:xfrm>
          </p:grpSpPr>
          <p:sp>
            <p:nvSpPr>
              <p:cNvPr id="261" name="Google Shape;261;p5"/>
              <p:cNvSpPr/>
              <p:nvPr/>
            </p:nvSpPr>
            <p:spPr>
              <a:xfrm>
                <a:off x="3935725" y="167575"/>
                <a:ext cx="65100" cy="56400"/>
              </a:xfrm>
              <a:prstGeom prst="hexagon">
                <a:avLst>
                  <a:gd fmla="val 25000" name="adj"/>
                  <a:gd fmla="val 115470" name="vf"/>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262" name="Google Shape;262;p5"/>
              <p:cNvSpPr/>
              <p:nvPr/>
            </p:nvSpPr>
            <p:spPr>
              <a:xfrm>
                <a:off x="4000825" y="201775"/>
                <a:ext cx="65100" cy="56400"/>
              </a:xfrm>
              <a:prstGeom prst="hexagon">
                <a:avLst>
                  <a:gd fmla="val 25000" name="adj"/>
                  <a:gd fmla="val 115470" name="vf"/>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263" name="Google Shape;263;p5"/>
              <p:cNvSpPr/>
              <p:nvPr/>
            </p:nvSpPr>
            <p:spPr>
              <a:xfrm>
                <a:off x="3935725" y="237300"/>
                <a:ext cx="65100" cy="56400"/>
              </a:xfrm>
              <a:prstGeom prst="hexagon">
                <a:avLst>
                  <a:gd fmla="val 25000" name="adj"/>
                  <a:gd fmla="val 115470" name="vf"/>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264" name="Google Shape;264;p5"/>
            <p:cNvGrpSpPr/>
            <p:nvPr/>
          </p:nvGrpSpPr>
          <p:grpSpPr>
            <a:xfrm>
              <a:off x="2122263" y="4735900"/>
              <a:ext cx="130200" cy="126125"/>
              <a:chOff x="3935725" y="167575"/>
              <a:chExt cx="130200" cy="126125"/>
            </a:xfrm>
          </p:grpSpPr>
          <p:sp>
            <p:nvSpPr>
              <p:cNvPr id="265" name="Google Shape;265;p5"/>
              <p:cNvSpPr/>
              <p:nvPr/>
            </p:nvSpPr>
            <p:spPr>
              <a:xfrm>
                <a:off x="3935725" y="167575"/>
                <a:ext cx="65100" cy="564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266" name="Google Shape;266;p5"/>
              <p:cNvSpPr/>
              <p:nvPr/>
            </p:nvSpPr>
            <p:spPr>
              <a:xfrm>
                <a:off x="4000825" y="201775"/>
                <a:ext cx="65100" cy="564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267" name="Google Shape;267;p5"/>
              <p:cNvSpPr/>
              <p:nvPr/>
            </p:nvSpPr>
            <p:spPr>
              <a:xfrm>
                <a:off x="3935725" y="237300"/>
                <a:ext cx="65100" cy="564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268" name="Google Shape;268;p5"/>
            <p:cNvGrpSpPr/>
            <p:nvPr/>
          </p:nvGrpSpPr>
          <p:grpSpPr>
            <a:xfrm>
              <a:off x="8733395" y="4269816"/>
              <a:ext cx="101875" cy="134875"/>
              <a:chOff x="3928495" y="333391"/>
              <a:chExt cx="101875" cy="134875"/>
            </a:xfrm>
          </p:grpSpPr>
          <p:grpSp>
            <p:nvGrpSpPr>
              <p:cNvPr id="269" name="Google Shape;269;p5"/>
              <p:cNvGrpSpPr/>
              <p:nvPr/>
            </p:nvGrpSpPr>
            <p:grpSpPr>
              <a:xfrm>
                <a:off x="3928495" y="379241"/>
                <a:ext cx="44700" cy="42600"/>
                <a:chOff x="3928495" y="379241"/>
                <a:chExt cx="44700" cy="42600"/>
              </a:xfrm>
            </p:grpSpPr>
            <p:sp>
              <p:nvSpPr>
                <p:cNvPr id="270" name="Google Shape;270;p5"/>
                <p:cNvSpPr/>
                <p:nvPr/>
              </p:nvSpPr>
              <p:spPr>
                <a:xfrm>
                  <a:off x="3928495" y="396272"/>
                  <a:ext cx="44700" cy="81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1" name="Google Shape;271;p5"/>
                <p:cNvSpPr/>
                <p:nvPr/>
              </p:nvSpPr>
              <p:spPr>
                <a:xfrm>
                  <a:off x="3946802" y="379241"/>
                  <a:ext cx="8100" cy="426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72" name="Google Shape;272;p5"/>
              <p:cNvGrpSpPr/>
              <p:nvPr/>
            </p:nvGrpSpPr>
            <p:grpSpPr>
              <a:xfrm>
                <a:off x="3985670" y="425666"/>
                <a:ext cx="44700" cy="42600"/>
                <a:chOff x="3928495" y="379241"/>
                <a:chExt cx="44700" cy="42600"/>
              </a:xfrm>
            </p:grpSpPr>
            <p:sp>
              <p:nvSpPr>
                <p:cNvPr id="273" name="Google Shape;273;p5"/>
                <p:cNvSpPr/>
                <p:nvPr/>
              </p:nvSpPr>
              <p:spPr>
                <a:xfrm>
                  <a:off x="3928495" y="396272"/>
                  <a:ext cx="44700" cy="81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4" name="Google Shape;274;p5"/>
                <p:cNvSpPr/>
                <p:nvPr/>
              </p:nvSpPr>
              <p:spPr>
                <a:xfrm>
                  <a:off x="3946802" y="379241"/>
                  <a:ext cx="8100" cy="426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75" name="Google Shape;275;p5"/>
              <p:cNvGrpSpPr/>
              <p:nvPr/>
            </p:nvGrpSpPr>
            <p:grpSpPr>
              <a:xfrm>
                <a:off x="3985670" y="333391"/>
                <a:ext cx="44700" cy="42600"/>
                <a:chOff x="3928495" y="379241"/>
                <a:chExt cx="44700" cy="42600"/>
              </a:xfrm>
            </p:grpSpPr>
            <p:sp>
              <p:nvSpPr>
                <p:cNvPr id="276" name="Google Shape;276;p5"/>
                <p:cNvSpPr/>
                <p:nvPr/>
              </p:nvSpPr>
              <p:spPr>
                <a:xfrm>
                  <a:off x="3928495" y="396272"/>
                  <a:ext cx="44700" cy="81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7" name="Google Shape;277;p5"/>
                <p:cNvSpPr/>
                <p:nvPr/>
              </p:nvSpPr>
              <p:spPr>
                <a:xfrm>
                  <a:off x="3946802" y="379241"/>
                  <a:ext cx="8100" cy="426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278" name="Google Shape;278;p5"/>
            <p:cNvGrpSpPr/>
            <p:nvPr/>
          </p:nvGrpSpPr>
          <p:grpSpPr>
            <a:xfrm>
              <a:off x="8559792" y="2929787"/>
              <a:ext cx="449076" cy="119073"/>
              <a:chOff x="7108302" y="2550931"/>
              <a:chExt cx="281323" cy="74593"/>
            </a:xfrm>
          </p:grpSpPr>
          <p:sp>
            <p:nvSpPr>
              <p:cNvPr id="279" name="Google Shape;279;p5"/>
              <p:cNvSpPr/>
              <p:nvPr/>
            </p:nvSpPr>
            <p:spPr>
              <a:xfrm>
                <a:off x="7347000" y="2550931"/>
                <a:ext cx="42625" cy="74593"/>
              </a:xfrm>
              <a:custGeom>
                <a:rect b="b" l="l" r="r" t="t"/>
                <a:pathLst>
                  <a:path extrusionOk="0" h="35" w="2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0" name="Google Shape;280;p5"/>
              <p:cNvSpPr/>
              <p:nvPr/>
            </p:nvSpPr>
            <p:spPr>
              <a:xfrm>
                <a:off x="7285195" y="2550931"/>
                <a:ext cx="44757" cy="74593"/>
              </a:xfrm>
              <a:custGeom>
                <a:rect b="b" l="l" r="r" t="t"/>
                <a:pathLst>
                  <a:path extrusionOk="0" h="35" w="21">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1" name="Google Shape;281;p5"/>
              <p:cNvSpPr/>
              <p:nvPr/>
            </p:nvSpPr>
            <p:spPr>
              <a:xfrm>
                <a:off x="7227651" y="2550931"/>
                <a:ext cx="42625" cy="74593"/>
              </a:xfrm>
              <a:custGeom>
                <a:rect b="b" l="l" r="r" t="t"/>
                <a:pathLst>
                  <a:path extrusionOk="0" h="35" w="2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2" name="Google Shape;282;p5"/>
              <p:cNvSpPr/>
              <p:nvPr/>
            </p:nvSpPr>
            <p:spPr>
              <a:xfrm>
                <a:off x="7170108" y="2550931"/>
                <a:ext cx="42625" cy="74593"/>
              </a:xfrm>
              <a:custGeom>
                <a:rect b="b" l="l" r="r" t="t"/>
                <a:pathLst>
                  <a:path extrusionOk="0" h="35" w="2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3" name="Google Shape;283;p5"/>
              <p:cNvSpPr/>
              <p:nvPr/>
            </p:nvSpPr>
            <p:spPr>
              <a:xfrm>
                <a:off x="7108302" y="2550931"/>
                <a:ext cx="42625" cy="74593"/>
              </a:xfrm>
              <a:custGeom>
                <a:rect b="b" l="l" r="r" t="t"/>
                <a:pathLst>
                  <a:path extrusionOk="0" h="35" w="2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4" name="Google Shape;284;p5"/>
              <p:cNvSpPr/>
              <p:nvPr/>
            </p:nvSpPr>
            <p:spPr>
              <a:xfrm>
                <a:off x="7347000" y="2550931"/>
                <a:ext cx="42625" cy="74593"/>
              </a:xfrm>
              <a:custGeom>
                <a:rect b="b" l="l" r="r" t="t"/>
                <a:pathLst>
                  <a:path extrusionOk="0" h="35" w="2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5" name="Google Shape;285;p5"/>
              <p:cNvSpPr/>
              <p:nvPr/>
            </p:nvSpPr>
            <p:spPr>
              <a:xfrm>
                <a:off x="7285195" y="2550931"/>
                <a:ext cx="44757" cy="74593"/>
              </a:xfrm>
              <a:custGeom>
                <a:rect b="b" l="l" r="r" t="t"/>
                <a:pathLst>
                  <a:path extrusionOk="0" h="35" w="21">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6" name="Google Shape;286;p5"/>
              <p:cNvSpPr/>
              <p:nvPr/>
            </p:nvSpPr>
            <p:spPr>
              <a:xfrm>
                <a:off x="7227651" y="2550931"/>
                <a:ext cx="42625" cy="74593"/>
              </a:xfrm>
              <a:custGeom>
                <a:rect b="b" l="l" r="r" t="t"/>
                <a:pathLst>
                  <a:path extrusionOk="0" h="35" w="2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7" name="Google Shape;287;p5"/>
              <p:cNvSpPr/>
              <p:nvPr/>
            </p:nvSpPr>
            <p:spPr>
              <a:xfrm>
                <a:off x="7170108" y="2550931"/>
                <a:ext cx="42625" cy="74593"/>
              </a:xfrm>
              <a:custGeom>
                <a:rect b="b" l="l" r="r" t="t"/>
                <a:pathLst>
                  <a:path extrusionOk="0" h="35" w="2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8" name="Google Shape;288;p5"/>
              <p:cNvSpPr/>
              <p:nvPr/>
            </p:nvSpPr>
            <p:spPr>
              <a:xfrm>
                <a:off x="7108302" y="2550931"/>
                <a:ext cx="42625" cy="74593"/>
              </a:xfrm>
              <a:custGeom>
                <a:rect b="b" l="l" r="r" t="t"/>
                <a:pathLst>
                  <a:path extrusionOk="0" h="35" w="2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89" name="Google Shape;289;p5"/>
            <p:cNvGrpSpPr/>
            <p:nvPr/>
          </p:nvGrpSpPr>
          <p:grpSpPr>
            <a:xfrm>
              <a:off x="160162" y="1671187"/>
              <a:ext cx="445675" cy="119073"/>
              <a:chOff x="3578973" y="2550931"/>
              <a:chExt cx="279193" cy="74593"/>
            </a:xfrm>
          </p:grpSpPr>
          <p:sp>
            <p:nvSpPr>
              <p:cNvPr id="290" name="Google Shape;290;p5"/>
              <p:cNvSpPr/>
              <p:nvPr/>
            </p:nvSpPr>
            <p:spPr>
              <a:xfrm>
                <a:off x="3578973" y="2550931"/>
                <a:ext cx="42625" cy="74593"/>
              </a:xfrm>
              <a:custGeom>
                <a:rect b="b" l="l" r="r" t="t"/>
                <a:pathLst>
                  <a:path extrusionOk="0" h="35" w="20">
                    <a:moveTo>
                      <a:pt x="3" y="35"/>
                    </a:moveTo>
                    <a:lnTo>
                      <a:pt x="20" y="17"/>
                    </a:lnTo>
                    <a:lnTo>
                      <a:pt x="3" y="0"/>
                    </a:lnTo>
                    <a:lnTo>
                      <a:pt x="0" y="3"/>
                    </a:lnTo>
                    <a:lnTo>
                      <a:pt x="14"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1" name="Google Shape;291;p5"/>
              <p:cNvSpPr/>
              <p:nvPr/>
            </p:nvSpPr>
            <p:spPr>
              <a:xfrm>
                <a:off x="3636518"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2" name="Google Shape;292;p5"/>
              <p:cNvSpPr/>
              <p:nvPr/>
            </p:nvSpPr>
            <p:spPr>
              <a:xfrm>
                <a:off x="3698323" y="2550931"/>
                <a:ext cx="42625" cy="74593"/>
              </a:xfrm>
              <a:custGeom>
                <a:rect b="b" l="l" r="r" t="t"/>
                <a:pathLst>
                  <a:path extrusionOk="0" h="35" w="20">
                    <a:moveTo>
                      <a:pt x="2" y="35"/>
                    </a:moveTo>
                    <a:lnTo>
                      <a:pt x="20" y="17"/>
                    </a:lnTo>
                    <a:lnTo>
                      <a:pt x="2" y="0"/>
                    </a:lnTo>
                    <a:lnTo>
                      <a:pt x="0" y="3"/>
                    </a:lnTo>
                    <a:lnTo>
                      <a:pt x="13" y="17"/>
                    </a:lnTo>
                    <a:lnTo>
                      <a:pt x="0" y="32"/>
                    </a:lnTo>
                    <a:lnTo>
                      <a:pt x="2" y="35"/>
                    </a:lnTo>
                    <a:lnTo>
                      <a:pt x="2"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3" name="Google Shape;293;p5"/>
              <p:cNvSpPr/>
              <p:nvPr/>
            </p:nvSpPr>
            <p:spPr>
              <a:xfrm>
                <a:off x="3755867"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4" name="Google Shape;294;p5"/>
              <p:cNvSpPr/>
              <p:nvPr/>
            </p:nvSpPr>
            <p:spPr>
              <a:xfrm>
                <a:off x="3813410" y="2550931"/>
                <a:ext cx="44757" cy="74593"/>
              </a:xfrm>
              <a:custGeom>
                <a:rect b="b" l="l" r="r" t="t"/>
                <a:pathLst>
                  <a:path extrusionOk="0" h="35" w="21">
                    <a:moveTo>
                      <a:pt x="4" y="35"/>
                    </a:moveTo>
                    <a:lnTo>
                      <a:pt x="21" y="17"/>
                    </a:lnTo>
                    <a:lnTo>
                      <a:pt x="4" y="0"/>
                    </a:lnTo>
                    <a:lnTo>
                      <a:pt x="0" y="3"/>
                    </a:lnTo>
                    <a:lnTo>
                      <a:pt x="15" y="17"/>
                    </a:lnTo>
                    <a:lnTo>
                      <a:pt x="0" y="32"/>
                    </a:lnTo>
                    <a:lnTo>
                      <a:pt x="4" y="35"/>
                    </a:lnTo>
                    <a:lnTo>
                      <a:pt x="4"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5" name="Google Shape;295;p5"/>
              <p:cNvSpPr/>
              <p:nvPr/>
            </p:nvSpPr>
            <p:spPr>
              <a:xfrm>
                <a:off x="3578973" y="2550931"/>
                <a:ext cx="42625" cy="74593"/>
              </a:xfrm>
              <a:custGeom>
                <a:rect b="b" l="l" r="r" t="t"/>
                <a:pathLst>
                  <a:path extrusionOk="0" h="35" w="20">
                    <a:moveTo>
                      <a:pt x="3" y="35"/>
                    </a:moveTo>
                    <a:lnTo>
                      <a:pt x="20" y="17"/>
                    </a:lnTo>
                    <a:lnTo>
                      <a:pt x="3" y="0"/>
                    </a:lnTo>
                    <a:lnTo>
                      <a:pt x="0" y="3"/>
                    </a:lnTo>
                    <a:lnTo>
                      <a:pt x="14"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6" name="Google Shape;296;p5"/>
              <p:cNvSpPr/>
              <p:nvPr/>
            </p:nvSpPr>
            <p:spPr>
              <a:xfrm>
                <a:off x="3636518"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7" name="Google Shape;297;p5"/>
              <p:cNvSpPr/>
              <p:nvPr/>
            </p:nvSpPr>
            <p:spPr>
              <a:xfrm>
                <a:off x="3698323" y="2550931"/>
                <a:ext cx="42625" cy="74593"/>
              </a:xfrm>
              <a:custGeom>
                <a:rect b="b" l="l" r="r" t="t"/>
                <a:pathLst>
                  <a:path extrusionOk="0" h="35" w="20">
                    <a:moveTo>
                      <a:pt x="2" y="35"/>
                    </a:moveTo>
                    <a:lnTo>
                      <a:pt x="20" y="17"/>
                    </a:lnTo>
                    <a:lnTo>
                      <a:pt x="2" y="0"/>
                    </a:lnTo>
                    <a:lnTo>
                      <a:pt x="0" y="3"/>
                    </a:lnTo>
                    <a:lnTo>
                      <a:pt x="13" y="17"/>
                    </a:lnTo>
                    <a:lnTo>
                      <a:pt x="0" y="32"/>
                    </a:lnTo>
                    <a:lnTo>
                      <a:pt x="2" y="35"/>
                    </a:lnTo>
                    <a:lnTo>
                      <a:pt x="2"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8" name="Google Shape;298;p5"/>
              <p:cNvSpPr/>
              <p:nvPr/>
            </p:nvSpPr>
            <p:spPr>
              <a:xfrm>
                <a:off x="3755867"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9" name="Google Shape;299;p5"/>
              <p:cNvSpPr/>
              <p:nvPr/>
            </p:nvSpPr>
            <p:spPr>
              <a:xfrm>
                <a:off x="3813410" y="2550931"/>
                <a:ext cx="44757" cy="74593"/>
              </a:xfrm>
              <a:custGeom>
                <a:rect b="b" l="l" r="r" t="t"/>
                <a:pathLst>
                  <a:path extrusionOk="0" h="35" w="21">
                    <a:moveTo>
                      <a:pt x="4" y="35"/>
                    </a:moveTo>
                    <a:lnTo>
                      <a:pt x="21" y="17"/>
                    </a:lnTo>
                    <a:lnTo>
                      <a:pt x="4" y="0"/>
                    </a:lnTo>
                    <a:lnTo>
                      <a:pt x="0" y="3"/>
                    </a:lnTo>
                    <a:lnTo>
                      <a:pt x="15" y="17"/>
                    </a:lnTo>
                    <a:lnTo>
                      <a:pt x="0" y="32"/>
                    </a:lnTo>
                    <a:lnTo>
                      <a:pt x="4" y="35"/>
                    </a:lnTo>
                    <a:lnTo>
                      <a:pt x="4"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00" name="Google Shape;300;p5"/>
            <p:cNvGrpSpPr/>
            <p:nvPr/>
          </p:nvGrpSpPr>
          <p:grpSpPr>
            <a:xfrm>
              <a:off x="6988075" y="293088"/>
              <a:ext cx="130200" cy="126125"/>
              <a:chOff x="3935725" y="167575"/>
              <a:chExt cx="130200" cy="126125"/>
            </a:xfrm>
          </p:grpSpPr>
          <p:sp>
            <p:nvSpPr>
              <p:cNvPr id="301" name="Google Shape;301;p5"/>
              <p:cNvSpPr/>
              <p:nvPr/>
            </p:nvSpPr>
            <p:spPr>
              <a:xfrm>
                <a:off x="3935725" y="167575"/>
                <a:ext cx="65100" cy="56400"/>
              </a:xfrm>
              <a:prstGeom prst="hexagon">
                <a:avLst>
                  <a:gd fmla="val 25000" name="adj"/>
                  <a:gd fmla="val 115470" name="vf"/>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302" name="Google Shape;302;p5"/>
              <p:cNvSpPr/>
              <p:nvPr/>
            </p:nvSpPr>
            <p:spPr>
              <a:xfrm>
                <a:off x="4000825" y="201775"/>
                <a:ext cx="65100" cy="56400"/>
              </a:xfrm>
              <a:prstGeom prst="hexagon">
                <a:avLst>
                  <a:gd fmla="val 25000" name="adj"/>
                  <a:gd fmla="val 115470" name="vf"/>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303" name="Google Shape;303;p5"/>
              <p:cNvSpPr/>
              <p:nvPr/>
            </p:nvSpPr>
            <p:spPr>
              <a:xfrm>
                <a:off x="3935725" y="237300"/>
                <a:ext cx="65100" cy="56400"/>
              </a:xfrm>
              <a:prstGeom prst="hexagon">
                <a:avLst>
                  <a:gd fmla="val 25000" name="adj"/>
                  <a:gd fmla="val 115470" name="vf"/>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304" name="Google Shape;304;p5"/>
            <p:cNvGrpSpPr/>
            <p:nvPr/>
          </p:nvGrpSpPr>
          <p:grpSpPr>
            <a:xfrm>
              <a:off x="317888" y="2240200"/>
              <a:ext cx="130200" cy="126125"/>
              <a:chOff x="3935725" y="167575"/>
              <a:chExt cx="130200" cy="126125"/>
            </a:xfrm>
          </p:grpSpPr>
          <p:sp>
            <p:nvSpPr>
              <p:cNvPr id="305" name="Google Shape;305;p5"/>
              <p:cNvSpPr/>
              <p:nvPr/>
            </p:nvSpPr>
            <p:spPr>
              <a:xfrm>
                <a:off x="3935725" y="167575"/>
                <a:ext cx="65100" cy="564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306" name="Google Shape;306;p5"/>
              <p:cNvSpPr/>
              <p:nvPr/>
            </p:nvSpPr>
            <p:spPr>
              <a:xfrm>
                <a:off x="4000825" y="201775"/>
                <a:ext cx="65100" cy="564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307" name="Google Shape;307;p5"/>
              <p:cNvSpPr/>
              <p:nvPr/>
            </p:nvSpPr>
            <p:spPr>
              <a:xfrm>
                <a:off x="3935725" y="237300"/>
                <a:ext cx="65100" cy="564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8" name="Shape 308"/>
        <p:cNvGrpSpPr/>
        <p:nvPr/>
      </p:nvGrpSpPr>
      <p:grpSpPr>
        <a:xfrm>
          <a:off x="0" y="0"/>
          <a:ext cx="0" cy="0"/>
          <a:chOff x="0" y="0"/>
          <a:chExt cx="0" cy="0"/>
        </a:xfrm>
      </p:grpSpPr>
      <p:pic>
        <p:nvPicPr>
          <p:cNvPr id="309" name="Google Shape;309;p6"/>
          <p:cNvPicPr preferRelativeResize="0"/>
          <p:nvPr/>
        </p:nvPicPr>
        <p:blipFill rotWithShape="1">
          <a:blip r:embed="rId2">
            <a:alphaModFix/>
          </a:blip>
          <a:srcRect b="901" l="0" r="990" t="0"/>
          <a:stretch/>
        </p:blipFill>
        <p:spPr>
          <a:xfrm>
            <a:off x="0" y="0"/>
            <a:ext cx="9144003" cy="5143500"/>
          </a:xfrm>
          <a:prstGeom prst="rect">
            <a:avLst/>
          </a:prstGeom>
          <a:noFill/>
          <a:ln>
            <a:noFill/>
          </a:ln>
        </p:spPr>
      </p:pic>
      <p:sp>
        <p:nvSpPr>
          <p:cNvPr id="310" name="Google Shape;310;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grpSp>
        <p:nvGrpSpPr>
          <p:cNvPr id="311" name="Google Shape;311;p6"/>
          <p:cNvGrpSpPr/>
          <p:nvPr/>
        </p:nvGrpSpPr>
        <p:grpSpPr>
          <a:xfrm>
            <a:off x="-1163337" y="-618326"/>
            <a:ext cx="11346400" cy="6862425"/>
            <a:chOff x="-1163337" y="-618326"/>
            <a:chExt cx="11346400" cy="6862425"/>
          </a:xfrm>
        </p:grpSpPr>
        <p:sp>
          <p:nvSpPr>
            <p:cNvPr id="312" name="Google Shape;312;p6"/>
            <p:cNvSpPr/>
            <p:nvPr/>
          </p:nvSpPr>
          <p:spPr>
            <a:xfrm rot="10800000">
              <a:off x="8765863" y="3944774"/>
              <a:ext cx="1417200" cy="10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313" name="Google Shape;313;p6"/>
            <p:cNvSpPr/>
            <p:nvPr/>
          </p:nvSpPr>
          <p:spPr>
            <a:xfrm rot="-5400000">
              <a:off x="8004163" y="37174"/>
              <a:ext cx="1417200" cy="10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314" name="Google Shape;314;p6"/>
            <p:cNvSpPr/>
            <p:nvPr/>
          </p:nvSpPr>
          <p:spPr>
            <a:xfrm rot="-5400000">
              <a:off x="412538" y="5482399"/>
              <a:ext cx="1417200" cy="10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315" name="Google Shape;315;p6"/>
            <p:cNvSpPr/>
            <p:nvPr/>
          </p:nvSpPr>
          <p:spPr>
            <a:xfrm>
              <a:off x="-898087" y="798864"/>
              <a:ext cx="1417200" cy="10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316" name="Google Shape;316;p6"/>
            <p:cNvSpPr/>
            <p:nvPr/>
          </p:nvSpPr>
          <p:spPr>
            <a:xfrm>
              <a:off x="-1163337" y="1045299"/>
              <a:ext cx="1417200" cy="10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317" name="Google Shape;317;p6"/>
          <p:cNvGrpSpPr/>
          <p:nvPr/>
        </p:nvGrpSpPr>
        <p:grpSpPr>
          <a:xfrm>
            <a:off x="380020" y="153613"/>
            <a:ext cx="8609555" cy="4774098"/>
            <a:chOff x="380020" y="153613"/>
            <a:chExt cx="8609555" cy="4774098"/>
          </a:xfrm>
        </p:grpSpPr>
        <p:grpSp>
          <p:nvGrpSpPr>
            <p:cNvPr id="318" name="Google Shape;318;p6"/>
            <p:cNvGrpSpPr/>
            <p:nvPr/>
          </p:nvGrpSpPr>
          <p:grpSpPr>
            <a:xfrm flipH="1" rot="10800000">
              <a:off x="8859375" y="1541524"/>
              <a:ext cx="130200" cy="126125"/>
              <a:chOff x="3935725" y="167575"/>
              <a:chExt cx="130200" cy="126125"/>
            </a:xfrm>
          </p:grpSpPr>
          <p:sp>
            <p:nvSpPr>
              <p:cNvPr id="319" name="Google Shape;319;p6"/>
              <p:cNvSpPr/>
              <p:nvPr/>
            </p:nvSpPr>
            <p:spPr>
              <a:xfrm>
                <a:off x="3935725" y="167575"/>
                <a:ext cx="65100" cy="56400"/>
              </a:xfrm>
              <a:prstGeom prst="hexagon">
                <a:avLst>
                  <a:gd fmla="val 25000" name="adj"/>
                  <a:gd fmla="val 115470" name="vf"/>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320" name="Google Shape;320;p6"/>
              <p:cNvSpPr/>
              <p:nvPr/>
            </p:nvSpPr>
            <p:spPr>
              <a:xfrm>
                <a:off x="4000825" y="201775"/>
                <a:ext cx="65100" cy="56400"/>
              </a:xfrm>
              <a:prstGeom prst="hexagon">
                <a:avLst>
                  <a:gd fmla="val 25000" name="adj"/>
                  <a:gd fmla="val 115470" name="vf"/>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321" name="Google Shape;321;p6"/>
              <p:cNvSpPr/>
              <p:nvPr/>
            </p:nvSpPr>
            <p:spPr>
              <a:xfrm>
                <a:off x="3935725" y="237300"/>
                <a:ext cx="65100" cy="56400"/>
              </a:xfrm>
              <a:prstGeom prst="hexagon">
                <a:avLst>
                  <a:gd fmla="val 25000" name="adj"/>
                  <a:gd fmla="val 115470" name="vf"/>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322" name="Google Shape;322;p6"/>
            <p:cNvGrpSpPr/>
            <p:nvPr/>
          </p:nvGrpSpPr>
          <p:grpSpPr>
            <a:xfrm flipH="1" rot="10800000">
              <a:off x="380020" y="4375020"/>
              <a:ext cx="101875" cy="134875"/>
              <a:chOff x="3928495" y="333391"/>
              <a:chExt cx="101875" cy="134875"/>
            </a:xfrm>
          </p:grpSpPr>
          <p:grpSp>
            <p:nvGrpSpPr>
              <p:cNvPr id="323" name="Google Shape;323;p6"/>
              <p:cNvGrpSpPr/>
              <p:nvPr/>
            </p:nvGrpSpPr>
            <p:grpSpPr>
              <a:xfrm>
                <a:off x="3928495" y="379241"/>
                <a:ext cx="44700" cy="42600"/>
                <a:chOff x="3928495" y="379241"/>
                <a:chExt cx="44700" cy="42600"/>
              </a:xfrm>
            </p:grpSpPr>
            <p:sp>
              <p:nvSpPr>
                <p:cNvPr id="324" name="Google Shape;324;p6"/>
                <p:cNvSpPr/>
                <p:nvPr/>
              </p:nvSpPr>
              <p:spPr>
                <a:xfrm>
                  <a:off x="3928495" y="396272"/>
                  <a:ext cx="44700" cy="81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5" name="Google Shape;325;p6"/>
                <p:cNvSpPr/>
                <p:nvPr/>
              </p:nvSpPr>
              <p:spPr>
                <a:xfrm>
                  <a:off x="3946802" y="379241"/>
                  <a:ext cx="8100" cy="426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26" name="Google Shape;326;p6"/>
              <p:cNvGrpSpPr/>
              <p:nvPr/>
            </p:nvGrpSpPr>
            <p:grpSpPr>
              <a:xfrm>
                <a:off x="3985670" y="425666"/>
                <a:ext cx="44700" cy="42600"/>
                <a:chOff x="3928495" y="379241"/>
                <a:chExt cx="44700" cy="42600"/>
              </a:xfrm>
            </p:grpSpPr>
            <p:sp>
              <p:nvSpPr>
                <p:cNvPr id="327" name="Google Shape;327;p6"/>
                <p:cNvSpPr/>
                <p:nvPr/>
              </p:nvSpPr>
              <p:spPr>
                <a:xfrm>
                  <a:off x="3928495" y="396272"/>
                  <a:ext cx="44700" cy="81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8" name="Google Shape;328;p6"/>
                <p:cNvSpPr/>
                <p:nvPr/>
              </p:nvSpPr>
              <p:spPr>
                <a:xfrm>
                  <a:off x="3946802" y="379241"/>
                  <a:ext cx="8100" cy="426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29" name="Google Shape;329;p6"/>
              <p:cNvGrpSpPr/>
              <p:nvPr/>
            </p:nvGrpSpPr>
            <p:grpSpPr>
              <a:xfrm>
                <a:off x="3985670" y="333391"/>
                <a:ext cx="44700" cy="42600"/>
                <a:chOff x="3928495" y="379241"/>
                <a:chExt cx="44700" cy="42600"/>
              </a:xfrm>
            </p:grpSpPr>
            <p:sp>
              <p:nvSpPr>
                <p:cNvPr id="330" name="Google Shape;330;p6"/>
                <p:cNvSpPr/>
                <p:nvPr/>
              </p:nvSpPr>
              <p:spPr>
                <a:xfrm>
                  <a:off x="3928495" y="396272"/>
                  <a:ext cx="44700" cy="81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1" name="Google Shape;331;p6"/>
                <p:cNvSpPr/>
                <p:nvPr/>
              </p:nvSpPr>
              <p:spPr>
                <a:xfrm>
                  <a:off x="3946802" y="379241"/>
                  <a:ext cx="8100" cy="426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332" name="Google Shape;332;p6"/>
            <p:cNvGrpSpPr/>
            <p:nvPr/>
          </p:nvGrpSpPr>
          <p:grpSpPr>
            <a:xfrm flipH="1" rot="10800000">
              <a:off x="1668775" y="153613"/>
              <a:ext cx="445675" cy="119073"/>
              <a:chOff x="3578973" y="2550931"/>
              <a:chExt cx="279193" cy="74593"/>
            </a:xfrm>
          </p:grpSpPr>
          <p:sp>
            <p:nvSpPr>
              <p:cNvPr id="333" name="Google Shape;333;p6"/>
              <p:cNvSpPr/>
              <p:nvPr/>
            </p:nvSpPr>
            <p:spPr>
              <a:xfrm>
                <a:off x="3578973" y="2550931"/>
                <a:ext cx="42625" cy="74593"/>
              </a:xfrm>
              <a:custGeom>
                <a:rect b="b" l="l" r="r" t="t"/>
                <a:pathLst>
                  <a:path extrusionOk="0" h="35" w="20">
                    <a:moveTo>
                      <a:pt x="3" y="35"/>
                    </a:moveTo>
                    <a:lnTo>
                      <a:pt x="20" y="17"/>
                    </a:lnTo>
                    <a:lnTo>
                      <a:pt x="3" y="0"/>
                    </a:lnTo>
                    <a:lnTo>
                      <a:pt x="0" y="3"/>
                    </a:lnTo>
                    <a:lnTo>
                      <a:pt x="14"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4" name="Google Shape;334;p6"/>
              <p:cNvSpPr/>
              <p:nvPr/>
            </p:nvSpPr>
            <p:spPr>
              <a:xfrm>
                <a:off x="3636518"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5" name="Google Shape;335;p6"/>
              <p:cNvSpPr/>
              <p:nvPr/>
            </p:nvSpPr>
            <p:spPr>
              <a:xfrm>
                <a:off x="3698323" y="2550931"/>
                <a:ext cx="42625" cy="74593"/>
              </a:xfrm>
              <a:custGeom>
                <a:rect b="b" l="l" r="r" t="t"/>
                <a:pathLst>
                  <a:path extrusionOk="0" h="35" w="20">
                    <a:moveTo>
                      <a:pt x="2" y="35"/>
                    </a:moveTo>
                    <a:lnTo>
                      <a:pt x="20" y="17"/>
                    </a:lnTo>
                    <a:lnTo>
                      <a:pt x="2" y="0"/>
                    </a:lnTo>
                    <a:lnTo>
                      <a:pt x="0" y="3"/>
                    </a:lnTo>
                    <a:lnTo>
                      <a:pt x="13" y="17"/>
                    </a:lnTo>
                    <a:lnTo>
                      <a:pt x="0" y="32"/>
                    </a:lnTo>
                    <a:lnTo>
                      <a:pt x="2" y="35"/>
                    </a:lnTo>
                    <a:lnTo>
                      <a:pt x="2"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6" name="Google Shape;336;p6"/>
              <p:cNvSpPr/>
              <p:nvPr/>
            </p:nvSpPr>
            <p:spPr>
              <a:xfrm>
                <a:off x="3755867"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7" name="Google Shape;337;p6"/>
              <p:cNvSpPr/>
              <p:nvPr/>
            </p:nvSpPr>
            <p:spPr>
              <a:xfrm>
                <a:off x="3813410" y="2550931"/>
                <a:ext cx="44757" cy="74593"/>
              </a:xfrm>
              <a:custGeom>
                <a:rect b="b" l="l" r="r" t="t"/>
                <a:pathLst>
                  <a:path extrusionOk="0" h="35" w="21">
                    <a:moveTo>
                      <a:pt x="4" y="35"/>
                    </a:moveTo>
                    <a:lnTo>
                      <a:pt x="21" y="17"/>
                    </a:lnTo>
                    <a:lnTo>
                      <a:pt x="4" y="0"/>
                    </a:lnTo>
                    <a:lnTo>
                      <a:pt x="0" y="3"/>
                    </a:lnTo>
                    <a:lnTo>
                      <a:pt x="15" y="17"/>
                    </a:lnTo>
                    <a:lnTo>
                      <a:pt x="0" y="32"/>
                    </a:lnTo>
                    <a:lnTo>
                      <a:pt x="4" y="35"/>
                    </a:lnTo>
                    <a:lnTo>
                      <a:pt x="4"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8" name="Google Shape;338;p6"/>
              <p:cNvSpPr/>
              <p:nvPr/>
            </p:nvSpPr>
            <p:spPr>
              <a:xfrm>
                <a:off x="3578973" y="2550931"/>
                <a:ext cx="42625" cy="74593"/>
              </a:xfrm>
              <a:custGeom>
                <a:rect b="b" l="l" r="r" t="t"/>
                <a:pathLst>
                  <a:path extrusionOk="0" h="35" w="20">
                    <a:moveTo>
                      <a:pt x="3" y="35"/>
                    </a:moveTo>
                    <a:lnTo>
                      <a:pt x="20" y="17"/>
                    </a:lnTo>
                    <a:lnTo>
                      <a:pt x="3" y="0"/>
                    </a:lnTo>
                    <a:lnTo>
                      <a:pt x="0" y="3"/>
                    </a:lnTo>
                    <a:lnTo>
                      <a:pt x="14"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9" name="Google Shape;339;p6"/>
              <p:cNvSpPr/>
              <p:nvPr/>
            </p:nvSpPr>
            <p:spPr>
              <a:xfrm>
                <a:off x="3636518"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0" name="Google Shape;340;p6"/>
              <p:cNvSpPr/>
              <p:nvPr/>
            </p:nvSpPr>
            <p:spPr>
              <a:xfrm>
                <a:off x="3698323" y="2550931"/>
                <a:ext cx="42625" cy="74593"/>
              </a:xfrm>
              <a:custGeom>
                <a:rect b="b" l="l" r="r" t="t"/>
                <a:pathLst>
                  <a:path extrusionOk="0" h="35" w="20">
                    <a:moveTo>
                      <a:pt x="2" y="35"/>
                    </a:moveTo>
                    <a:lnTo>
                      <a:pt x="20" y="17"/>
                    </a:lnTo>
                    <a:lnTo>
                      <a:pt x="2" y="0"/>
                    </a:lnTo>
                    <a:lnTo>
                      <a:pt x="0" y="3"/>
                    </a:lnTo>
                    <a:lnTo>
                      <a:pt x="13" y="17"/>
                    </a:lnTo>
                    <a:lnTo>
                      <a:pt x="0" y="32"/>
                    </a:lnTo>
                    <a:lnTo>
                      <a:pt x="2" y="35"/>
                    </a:lnTo>
                    <a:lnTo>
                      <a:pt x="2"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1" name="Google Shape;341;p6"/>
              <p:cNvSpPr/>
              <p:nvPr/>
            </p:nvSpPr>
            <p:spPr>
              <a:xfrm>
                <a:off x="3755867"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2" name="Google Shape;342;p6"/>
              <p:cNvSpPr/>
              <p:nvPr/>
            </p:nvSpPr>
            <p:spPr>
              <a:xfrm>
                <a:off x="3813410" y="2550931"/>
                <a:ext cx="44757" cy="74593"/>
              </a:xfrm>
              <a:custGeom>
                <a:rect b="b" l="l" r="r" t="t"/>
                <a:pathLst>
                  <a:path extrusionOk="0" h="35" w="21">
                    <a:moveTo>
                      <a:pt x="4" y="35"/>
                    </a:moveTo>
                    <a:lnTo>
                      <a:pt x="21" y="17"/>
                    </a:lnTo>
                    <a:lnTo>
                      <a:pt x="4" y="0"/>
                    </a:lnTo>
                    <a:lnTo>
                      <a:pt x="0" y="3"/>
                    </a:lnTo>
                    <a:lnTo>
                      <a:pt x="15" y="17"/>
                    </a:lnTo>
                    <a:lnTo>
                      <a:pt x="0" y="32"/>
                    </a:lnTo>
                    <a:lnTo>
                      <a:pt x="4" y="35"/>
                    </a:lnTo>
                    <a:lnTo>
                      <a:pt x="4"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43" name="Google Shape;343;p6"/>
            <p:cNvGrpSpPr/>
            <p:nvPr/>
          </p:nvGrpSpPr>
          <p:grpSpPr>
            <a:xfrm flipH="1" rot="10800000">
              <a:off x="7632725" y="4801586"/>
              <a:ext cx="130200" cy="126125"/>
              <a:chOff x="3935725" y="167575"/>
              <a:chExt cx="130200" cy="126125"/>
            </a:xfrm>
          </p:grpSpPr>
          <p:sp>
            <p:nvSpPr>
              <p:cNvPr id="344" name="Google Shape;344;p6"/>
              <p:cNvSpPr/>
              <p:nvPr/>
            </p:nvSpPr>
            <p:spPr>
              <a:xfrm>
                <a:off x="3935725" y="167575"/>
                <a:ext cx="65100" cy="56400"/>
              </a:xfrm>
              <a:prstGeom prst="hexagon">
                <a:avLst>
                  <a:gd fmla="val 25000" name="adj"/>
                  <a:gd fmla="val 115470" name="vf"/>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345" name="Google Shape;345;p6"/>
              <p:cNvSpPr/>
              <p:nvPr/>
            </p:nvSpPr>
            <p:spPr>
              <a:xfrm>
                <a:off x="4000825" y="201775"/>
                <a:ext cx="65100" cy="56400"/>
              </a:xfrm>
              <a:prstGeom prst="hexagon">
                <a:avLst>
                  <a:gd fmla="val 25000" name="adj"/>
                  <a:gd fmla="val 115470" name="vf"/>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346" name="Google Shape;346;p6"/>
              <p:cNvSpPr/>
              <p:nvPr/>
            </p:nvSpPr>
            <p:spPr>
              <a:xfrm>
                <a:off x="3935725" y="237300"/>
                <a:ext cx="65100" cy="56400"/>
              </a:xfrm>
              <a:prstGeom prst="hexagon">
                <a:avLst>
                  <a:gd fmla="val 25000" name="adj"/>
                  <a:gd fmla="val 115470" name="vf"/>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347" name="Google Shape;347;p6"/>
            <p:cNvGrpSpPr/>
            <p:nvPr/>
          </p:nvGrpSpPr>
          <p:grpSpPr>
            <a:xfrm rot="10800000">
              <a:off x="1631171" y="4752943"/>
              <a:ext cx="445675" cy="80822"/>
              <a:chOff x="6468929" y="3844579"/>
              <a:chExt cx="411329" cy="74593"/>
            </a:xfrm>
          </p:grpSpPr>
          <p:sp>
            <p:nvSpPr>
              <p:cNvPr id="348" name="Google Shape;348;p6"/>
              <p:cNvSpPr/>
              <p:nvPr/>
            </p:nvSpPr>
            <p:spPr>
              <a:xfrm>
                <a:off x="6814190" y="3848841"/>
                <a:ext cx="66069" cy="66068"/>
              </a:xfrm>
              <a:custGeom>
                <a:rect b="b" l="l" r="r" t="t"/>
                <a:pathLst>
                  <a:path extrusionOk="0" h="29" w="29">
                    <a:moveTo>
                      <a:pt x="2" y="14"/>
                    </a:moveTo>
                    <a:cubicBezTo>
                      <a:pt x="0" y="14"/>
                      <a:pt x="0" y="14"/>
                      <a:pt x="0" y="14"/>
                    </a:cubicBezTo>
                    <a:cubicBezTo>
                      <a:pt x="0" y="22"/>
                      <a:pt x="7" y="29"/>
                      <a:pt x="14" y="29"/>
                    </a:cubicBezTo>
                    <a:cubicBezTo>
                      <a:pt x="22" y="29"/>
                      <a:pt x="29" y="22"/>
                      <a:pt x="29" y="14"/>
                    </a:cubicBezTo>
                    <a:cubicBezTo>
                      <a:pt x="29" y="6"/>
                      <a:pt x="22" y="0"/>
                      <a:pt x="14" y="0"/>
                    </a:cubicBezTo>
                    <a:cubicBezTo>
                      <a:pt x="7" y="0"/>
                      <a:pt x="0" y="6"/>
                      <a:pt x="0" y="14"/>
                    </a:cubicBezTo>
                    <a:cubicBezTo>
                      <a:pt x="2" y="14"/>
                      <a:pt x="2" y="14"/>
                      <a:pt x="2" y="14"/>
                    </a:cubicBezTo>
                    <a:cubicBezTo>
                      <a:pt x="4" y="14"/>
                      <a:pt x="4" y="14"/>
                      <a:pt x="4" y="14"/>
                    </a:cubicBezTo>
                    <a:cubicBezTo>
                      <a:pt x="4" y="9"/>
                      <a:pt x="9" y="4"/>
                      <a:pt x="14" y="4"/>
                    </a:cubicBezTo>
                    <a:cubicBezTo>
                      <a:pt x="20" y="4"/>
                      <a:pt x="25" y="9"/>
                      <a:pt x="25" y="14"/>
                    </a:cubicBezTo>
                    <a:cubicBezTo>
                      <a:pt x="25" y="20"/>
                      <a:pt x="20" y="25"/>
                      <a:pt x="14" y="25"/>
                    </a:cubicBezTo>
                    <a:cubicBezTo>
                      <a:pt x="9" y="25"/>
                      <a:pt x="4" y="20"/>
                      <a:pt x="4" y="14"/>
                    </a:cubicBezTo>
                    <a:lnTo>
                      <a:pt x="2" y="1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9" name="Google Shape;349;p6"/>
              <p:cNvSpPr/>
              <p:nvPr/>
            </p:nvSpPr>
            <p:spPr>
              <a:xfrm>
                <a:off x="6475324" y="3876548"/>
                <a:ext cx="343130" cy="8525"/>
              </a:xfrm>
              <a:custGeom>
                <a:rect b="b" l="l" r="r" t="t"/>
                <a:pathLst>
                  <a:path extrusionOk="0" h="4" w="161">
                    <a:moveTo>
                      <a:pt x="161" y="0"/>
                    </a:moveTo>
                    <a:lnTo>
                      <a:pt x="0" y="0"/>
                    </a:lnTo>
                    <a:lnTo>
                      <a:pt x="0" y="4"/>
                    </a:lnTo>
                    <a:lnTo>
                      <a:pt x="161" y="4"/>
                    </a:lnTo>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0" name="Google Shape;350;p6"/>
              <p:cNvSpPr/>
              <p:nvPr/>
            </p:nvSpPr>
            <p:spPr>
              <a:xfrm>
                <a:off x="6468929" y="3844579"/>
                <a:ext cx="42625" cy="74593"/>
              </a:xfrm>
              <a:custGeom>
                <a:rect b="b" l="l" r="r" t="t"/>
                <a:pathLst>
                  <a:path extrusionOk="0" h="35" w="2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351" name="Google Shape;351;p6"/>
          <p:cNvGrpSpPr/>
          <p:nvPr/>
        </p:nvGrpSpPr>
        <p:grpSpPr>
          <a:xfrm>
            <a:off x="-1564470" y="-972175"/>
            <a:ext cx="10887664" cy="6918889"/>
            <a:chOff x="-1564470" y="-972175"/>
            <a:chExt cx="10887664" cy="6918889"/>
          </a:xfrm>
        </p:grpSpPr>
        <p:grpSp>
          <p:nvGrpSpPr>
            <p:cNvPr id="352" name="Google Shape;352;p6"/>
            <p:cNvGrpSpPr/>
            <p:nvPr/>
          </p:nvGrpSpPr>
          <p:grpSpPr>
            <a:xfrm flipH="1" rot="10800000">
              <a:off x="6888396" y="4830837"/>
              <a:ext cx="204128" cy="1115878"/>
              <a:chOff x="6605329" y="191675"/>
              <a:chExt cx="127876" cy="699040"/>
            </a:xfrm>
          </p:grpSpPr>
          <p:sp>
            <p:nvSpPr>
              <p:cNvPr id="353" name="Google Shape;353;p6"/>
              <p:cNvSpPr/>
              <p:nvPr/>
            </p:nvSpPr>
            <p:spPr>
              <a:xfrm>
                <a:off x="6701235" y="858746"/>
                <a:ext cx="31969" cy="31969"/>
              </a:xfrm>
              <a:custGeom>
                <a:rect b="b" l="l" r="r" t="t"/>
                <a:pathLst>
                  <a:path extrusionOk="0" h="14" w="15">
                    <a:moveTo>
                      <a:pt x="13" y="7"/>
                    </a:moveTo>
                    <a:cubicBezTo>
                      <a:pt x="11" y="7"/>
                      <a:pt x="11" y="7"/>
                      <a:pt x="11" y="7"/>
                    </a:cubicBezTo>
                    <a:cubicBezTo>
                      <a:pt x="11" y="9"/>
                      <a:pt x="9" y="10"/>
                      <a:pt x="7" y="10"/>
                    </a:cubicBezTo>
                    <a:cubicBezTo>
                      <a:pt x="6" y="10"/>
                      <a:pt x="4" y="9"/>
                      <a:pt x="4" y="7"/>
                    </a:cubicBezTo>
                    <a:cubicBezTo>
                      <a:pt x="4" y="5"/>
                      <a:pt x="6" y="4"/>
                      <a:pt x="7" y="4"/>
                    </a:cubicBezTo>
                    <a:cubicBezTo>
                      <a:pt x="9" y="4"/>
                      <a:pt x="11" y="5"/>
                      <a:pt x="11" y="7"/>
                    </a:cubicBezTo>
                    <a:cubicBezTo>
                      <a:pt x="13" y="7"/>
                      <a:pt x="13" y="7"/>
                      <a:pt x="13" y="7"/>
                    </a:cubicBezTo>
                    <a:cubicBezTo>
                      <a:pt x="15" y="7"/>
                      <a:pt x="15" y="7"/>
                      <a:pt x="15" y="7"/>
                    </a:cubicBezTo>
                    <a:cubicBezTo>
                      <a:pt x="15" y="3"/>
                      <a:pt x="11" y="0"/>
                      <a:pt x="7" y="0"/>
                    </a:cubicBezTo>
                    <a:cubicBezTo>
                      <a:pt x="3" y="0"/>
                      <a:pt x="0" y="3"/>
                      <a:pt x="0" y="7"/>
                    </a:cubicBezTo>
                    <a:cubicBezTo>
                      <a:pt x="0" y="11"/>
                      <a:pt x="3" y="14"/>
                      <a:pt x="7" y="14"/>
                    </a:cubicBezTo>
                    <a:cubicBezTo>
                      <a:pt x="11" y="14"/>
                      <a:pt x="15" y="11"/>
                      <a:pt x="15" y="7"/>
                    </a:cubicBezTo>
                    <a:lnTo>
                      <a:pt x="13"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4" name="Google Shape;354;p6"/>
              <p:cNvSpPr/>
              <p:nvPr/>
            </p:nvSpPr>
            <p:spPr>
              <a:xfrm>
                <a:off x="6605329" y="191675"/>
                <a:ext cx="115087" cy="671334"/>
              </a:xfrm>
              <a:custGeom>
                <a:rect b="b" l="l" r="r" t="t"/>
                <a:pathLst>
                  <a:path extrusionOk="0" h="315" w="54">
                    <a:moveTo>
                      <a:pt x="0" y="0"/>
                    </a:moveTo>
                    <a:lnTo>
                      <a:pt x="0" y="167"/>
                    </a:lnTo>
                    <a:lnTo>
                      <a:pt x="50" y="217"/>
                    </a:lnTo>
                    <a:lnTo>
                      <a:pt x="50" y="315"/>
                    </a:lnTo>
                    <a:lnTo>
                      <a:pt x="54" y="315"/>
                    </a:lnTo>
                    <a:lnTo>
                      <a:pt x="54" y="215"/>
                    </a:lnTo>
                    <a:lnTo>
                      <a:pt x="5" y="165"/>
                    </a:lnTo>
                    <a:lnTo>
                      <a:pt x="5" y="0"/>
                    </a:lnTo>
                    <a:lnTo>
                      <a:pt x="0" y="0"/>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55" name="Google Shape;355;p6"/>
            <p:cNvGrpSpPr/>
            <p:nvPr/>
          </p:nvGrpSpPr>
          <p:grpSpPr>
            <a:xfrm>
              <a:off x="6735165" y="-510145"/>
              <a:ext cx="1493520" cy="615774"/>
              <a:chOff x="5301012" y="396272"/>
              <a:chExt cx="935614" cy="385751"/>
            </a:xfrm>
          </p:grpSpPr>
          <p:sp>
            <p:nvSpPr>
              <p:cNvPr id="356" name="Google Shape;356;p6"/>
              <p:cNvSpPr/>
              <p:nvPr/>
            </p:nvSpPr>
            <p:spPr>
              <a:xfrm>
                <a:off x="6202525" y="396272"/>
                <a:ext cx="34100" cy="34099"/>
              </a:xfrm>
              <a:custGeom>
                <a:rect b="b" l="l" r="r" t="t"/>
                <a:pathLst>
                  <a:path extrusionOk="0" h="15" w="15">
                    <a:moveTo>
                      <a:pt x="13" y="8"/>
                    </a:moveTo>
                    <a:cubicBezTo>
                      <a:pt x="11" y="8"/>
                      <a:pt x="11" y="8"/>
                      <a:pt x="11" y="8"/>
                    </a:cubicBezTo>
                    <a:cubicBezTo>
                      <a:pt x="11" y="9"/>
                      <a:pt x="9" y="11"/>
                      <a:pt x="8" y="11"/>
                    </a:cubicBezTo>
                    <a:cubicBezTo>
                      <a:pt x="6" y="11"/>
                      <a:pt x="4" y="9"/>
                      <a:pt x="4" y="8"/>
                    </a:cubicBezTo>
                    <a:cubicBezTo>
                      <a:pt x="4" y="6"/>
                      <a:pt x="6" y="4"/>
                      <a:pt x="8" y="4"/>
                    </a:cubicBezTo>
                    <a:cubicBezTo>
                      <a:pt x="9" y="4"/>
                      <a:pt x="11" y="6"/>
                      <a:pt x="11" y="8"/>
                    </a:cubicBezTo>
                    <a:cubicBezTo>
                      <a:pt x="13" y="8"/>
                      <a:pt x="13" y="8"/>
                      <a:pt x="13" y="8"/>
                    </a:cubicBezTo>
                    <a:cubicBezTo>
                      <a:pt x="15" y="8"/>
                      <a:pt x="15" y="8"/>
                      <a:pt x="15" y="8"/>
                    </a:cubicBezTo>
                    <a:cubicBezTo>
                      <a:pt x="15" y="4"/>
                      <a:pt x="12" y="0"/>
                      <a:pt x="8" y="0"/>
                    </a:cubicBezTo>
                    <a:cubicBezTo>
                      <a:pt x="4" y="0"/>
                      <a:pt x="0" y="4"/>
                      <a:pt x="0" y="8"/>
                    </a:cubicBezTo>
                    <a:cubicBezTo>
                      <a:pt x="0" y="12"/>
                      <a:pt x="4" y="15"/>
                      <a:pt x="8" y="15"/>
                    </a:cubicBezTo>
                    <a:cubicBezTo>
                      <a:pt x="12" y="15"/>
                      <a:pt x="15" y="12"/>
                      <a:pt x="15" y="8"/>
                    </a:cubicBezTo>
                    <a:lnTo>
                      <a:pt x="13"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7" name="Google Shape;357;p6"/>
              <p:cNvSpPr/>
              <p:nvPr/>
            </p:nvSpPr>
            <p:spPr>
              <a:xfrm>
                <a:off x="5301012" y="750054"/>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6"/>
                      <a:pt x="5" y="4"/>
                      <a:pt x="7" y="4"/>
                    </a:cubicBezTo>
                    <a:cubicBezTo>
                      <a:pt x="9" y="4"/>
                      <a:pt x="10" y="6"/>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8" name="Google Shape;358;p6"/>
              <p:cNvSpPr/>
              <p:nvPr/>
            </p:nvSpPr>
            <p:spPr>
              <a:xfrm>
                <a:off x="5322324" y="426109"/>
                <a:ext cx="903645" cy="336732"/>
              </a:xfrm>
              <a:custGeom>
                <a:rect b="b" l="l" r="r" t="t"/>
                <a:pathLst>
                  <a:path extrusionOk="0" h="158" w="424">
                    <a:moveTo>
                      <a:pt x="419" y="0"/>
                    </a:moveTo>
                    <a:lnTo>
                      <a:pt x="419" y="51"/>
                    </a:lnTo>
                    <a:lnTo>
                      <a:pt x="388" y="82"/>
                    </a:lnTo>
                    <a:lnTo>
                      <a:pt x="72" y="82"/>
                    </a:lnTo>
                    <a:lnTo>
                      <a:pt x="0" y="154"/>
                    </a:lnTo>
                    <a:lnTo>
                      <a:pt x="3" y="158"/>
                    </a:lnTo>
                    <a:lnTo>
                      <a:pt x="74" y="86"/>
                    </a:lnTo>
                    <a:lnTo>
                      <a:pt x="390" y="86"/>
                    </a:lnTo>
                    <a:lnTo>
                      <a:pt x="424" y="53"/>
                    </a:lnTo>
                    <a:lnTo>
                      <a:pt x="424" y="0"/>
                    </a:lnTo>
                    <a:lnTo>
                      <a:pt x="419" y="0"/>
                    </a:lnTo>
                    <a:lnTo>
                      <a:pt x="419"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59" name="Google Shape;359;p6"/>
            <p:cNvGrpSpPr/>
            <p:nvPr/>
          </p:nvGrpSpPr>
          <p:grpSpPr>
            <a:xfrm flipH="1" rot="10800000">
              <a:off x="7037958" y="-447252"/>
              <a:ext cx="1064856" cy="813093"/>
              <a:chOff x="3843246" y="357910"/>
              <a:chExt cx="667078" cy="509361"/>
            </a:xfrm>
          </p:grpSpPr>
          <p:sp>
            <p:nvSpPr>
              <p:cNvPr id="360" name="Google Shape;360;p6"/>
              <p:cNvSpPr/>
              <p:nvPr/>
            </p:nvSpPr>
            <p:spPr>
              <a:xfrm>
                <a:off x="3870952" y="385616"/>
                <a:ext cx="626584" cy="471000"/>
              </a:xfrm>
              <a:custGeom>
                <a:rect b="b" l="l" r="r" t="t"/>
                <a:pathLst>
                  <a:path extrusionOk="0" h="221" w="294">
                    <a:moveTo>
                      <a:pt x="290" y="0"/>
                    </a:moveTo>
                    <a:lnTo>
                      <a:pt x="290" y="78"/>
                    </a:lnTo>
                    <a:lnTo>
                      <a:pt x="151" y="217"/>
                    </a:lnTo>
                    <a:lnTo>
                      <a:pt x="0" y="217"/>
                    </a:lnTo>
                    <a:lnTo>
                      <a:pt x="0" y="221"/>
                    </a:lnTo>
                    <a:lnTo>
                      <a:pt x="153" y="221"/>
                    </a:lnTo>
                    <a:lnTo>
                      <a:pt x="294" y="80"/>
                    </a:lnTo>
                    <a:lnTo>
                      <a:pt x="294" y="0"/>
                    </a:lnTo>
                    <a:lnTo>
                      <a:pt x="290" y="0"/>
                    </a:lnTo>
                    <a:lnTo>
                      <a:pt x="29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1" name="Google Shape;361;p6"/>
              <p:cNvSpPr/>
              <p:nvPr/>
            </p:nvSpPr>
            <p:spPr>
              <a:xfrm>
                <a:off x="3843246" y="835302"/>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5"/>
                      <a:pt x="5"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2" name="Google Shape;362;p6"/>
              <p:cNvSpPr/>
              <p:nvPr/>
            </p:nvSpPr>
            <p:spPr>
              <a:xfrm>
                <a:off x="4478354" y="357910"/>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6"/>
                      <a:pt x="5" y="4"/>
                      <a:pt x="7" y="4"/>
                    </a:cubicBezTo>
                    <a:cubicBezTo>
                      <a:pt x="9" y="4"/>
                      <a:pt x="10" y="6"/>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63" name="Google Shape;363;p6"/>
            <p:cNvGrpSpPr/>
            <p:nvPr/>
          </p:nvGrpSpPr>
          <p:grpSpPr>
            <a:xfrm flipH="1" rot="10800000">
              <a:off x="7986168" y="4717838"/>
              <a:ext cx="1337026" cy="826702"/>
              <a:chOff x="3421261" y="191675"/>
              <a:chExt cx="837578" cy="517886"/>
            </a:xfrm>
          </p:grpSpPr>
          <p:sp>
            <p:nvSpPr>
              <p:cNvPr id="364" name="Google Shape;364;p6"/>
              <p:cNvSpPr/>
              <p:nvPr/>
            </p:nvSpPr>
            <p:spPr>
              <a:xfrm>
                <a:off x="3421261" y="679724"/>
                <a:ext cx="31969" cy="29837"/>
              </a:xfrm>
              <a:custGeom>
                <a:rect b="b" l="l" r="r" t="t"/>
                <a:pathLst>
                  <a:path extrusionOk="0" h="14" w="14">
                    <a:moveTo>
                      <a:pt x="12" y="7"/>
                    </a:moveTo>
                    <a:cubicBezTo>
                      <a:pt x="10" y="7"/>
                      <a:pt x="10" y="7"/>
                      <a:pt x="10" y="7"/>
                    </a:cubicBezTo>
                    <a:cubicBezTo>
                      <a:pt x="10" y="8"/>
                      <a:pt x="9" y="10"/>
                      <a:pt x="7" y="10"/>
                    </a:cubicBezTo>
                    <a:cubicBezTo>
                      <a:pt x="5" y="10"/>
                      <a:pt x="4" y="8"/>
                      <a:pt x="4" y="7"/>
                    </a:cubicBezTo>
                    <a:cubicBezTo>
                      <a:pt x="4" y="5"/>
                      <a:pt x="5"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5" name="Google Shape;365;p6"/>
              <p:cNvSpPr/>
              <p:nvPr/>
            </p:nvSpPr>
            <p:spPr>
              <a:xfrm>
                <a:off x="3442573" y="191675"/>
                <a:ext cx="816266" cy="498704"/>
              </a:xfrm>
              <a:custGeom>
                <a:rect b="b" l="l" r="r" t="t"/>
                <a:pathLst>
                  <a:path extrusionOk="0" h="234" w="383">
                    <a:moveTo>
                      <a:pt x="379" y="0"/>
                    </a:moveTo>
                    <a:lnTo>
                      <a:pt x="379" y="106"/>
                    </a:lnTo>
                    <a:lnTo>
                      <a:pt x="301" y="185"/>
                    </a:lnTo>
                    <a:lnTo>
                      <a:pt x="46" y="185"/>
                    </a:lnTo>
                    <a:lnTo>
                      <a:pt x="0" y="231"/>
                    </a:lnTo>
                    <a:lnTo>
                      <a:pt x="3" y="234"/>
                    </a:lnTo>
                    <a:lnTo>
                      <a:pt x="47" y="190"/>
                    </a:lnTo>
                    <a:lnTo>
                      <a:pt x="302" y="190"/>
                    </a:lnTo>
                    <a:lnTo>
                      <a:pt x="383" y="108"/>
                    </a:lnTo>
                    <a:lnTo>
                      <a:pt x="383" y="0"/>
                    </a:lnTo>
                    <a:lnTo>
                      <a:pt x="379" y="0"/>
                    </a:lnTo>
                    <a:lnTo>
                      <a:pt x="379"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66" name="Google Shape;366;p6"/>
            <p:cNvGrpSpPr/>
            <p:nvPr/>
          </p:nvGrpSpPr>
          <p:grpSpPr>
            <a:xfrm flipH="1" rot="10800000">
              <a:off x="-1564470" y="3497996"/>
              <a:ext cx="2156910" cy="506908"/>
              <a:chOff x="4891825" y="3495059"/>
              <a:chExt cx="1351193" cy="317552"/>
            </a:xfrm>
          </p:grpSpPr>
          <p:sp>
            <p:nvSpPr>
              <p:cNvPr id="367" name="Google Shape;367;p6"/>
              <p:cNvSpPr/>
              <p:nvPr/>
            </p:nvSpPr>
            <p:spPr>
              <a:xfrm>
                <a:off x="6208918" y="3706050"/>
                <a:ext cx="34100" cy="31969"/>
              </a:xfrm>
              <a:custGeom>
                <a:rect b="b" l="l" r="r" t="t"/>
                <a:pathLst>
                  <a:path extrusionOk="0" h="15" w="15">
                    <a:moveTo>
                      <a:pt x="2" y="7"/>
                    </a:moveTo>
                    <a:cubicBezTo>
                      <a:pt x="4" y="7"/>
                      <a:pt x="4" y="7"/>
                      <a:pt x="4" y="7"/>
                    </a:cubicBezTo>
                    <a:cubicBezTo>
                      <a:pt x="4" y="6"/>
                      <a:pt x="6" y="4"/>
                      <a:pt x="8" y="4"/>
                    </a:cubicBezTo>
                    <a:cubicBezTo>
                      <a:pt x="9" y="4"/>
                      <a:pt x="11" y="6"/>
                      <a:pt x="11" y="7"/>
                    </a:cubicBezTo>
                    <a:cubicBezTo>
                      <a:pt x="11" y="9"/>
                      <a:pt x="9" y="11"/>
                      <a:pt x="8" y="11"/>
                    </a:cubicBezTo>
                    <a:cubicBezTo>
                      <a:pt x="6" y="11"/>
                      <a:pt x="4" y="9"/>
                      <a:pt x="4" y="7"/>
                    </a:cubicBezTo>
                    <a:cubicBezTo>
                      <a:pt x="2" y="7"/>
                      <a:pt x="2" y="7"/>
                      <a:pt x="2" y="7"/>
                    </a:cubicBezTo>
                    <a:cubicBezTo>
                      <a:pt x="0" y="7"/>
                      <a:pt x="0" y="7"/>
                      <a:pt x="0" y="7"/>
                    </a:cubicBezTo>
                    <a:cubicBezTo>
                      <a:pt x="0" y="11"/>
                      <a:pt x="4" y="15"/>
                      <a:pt x="8" y="15"/>
                    </a:cubicBezTo>
                    <a:cubicBezTo>
                      <a:pt x="12" y="15"/>
                      <a:pt x="15" y="11"/>
                      <a:pt x="15" y="7"/>
                    </a:cubicBezTo>
                    <a:cubicBezTo>
                      <a:pt x="15" y="3"/>
                      <a:pt x="12" y="0"/>
                      <a:pt x="8" y="0"/>
                    </a:cubicBezTo>
                    <a:cubicBezTo>
                      <a:pt x="4" y="0"/>
                      <a:pt x="0" y="3"/>
                      <a:pt x="0" y="7"/>
                    </a:cubicBezTo>
                    <a:lnTo>
                      <a:pt x="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8" name="Google Shape;368;p6"/>
              <p:cNvSpPr/>
              <p:nvPr/>
            </p:nvSpPr>
            <p:spPr>
              <a:xfrm>
                <a:off x="4891825" y="3584575"/>
                <a:ext cx="29825" cy="29825"/>
              </a:xfrm>
              <a:custGeom>
                <a:rect b="b" l="l" r="r" t="t"/>
                <a:pathLst>
                  <a:path extrusionOk="0" h="14" w="15">
                    <a:moveTo>
                      <a:pt x="2" y="7"/>
                    </a:moveTo>
                    <a:cubicBezTo>
                      <a:pt x="4" y="7"/>
                      <a:pt x="4" y="7"/>
                      <a:pt x="4" y="7"/>
                    </a:cubicBezTo>
                    <a:cubicBezTo>
                      <a:pt x="4" y="5"/>
                      <a:pt x="6" y="4"/>
                      <a:pt x="7" y="4"/>
                    </a:cubicBezTo>
                    <a:cubicBezTo>
                      <a:pt x="9" y="4"/>
                      <a:pt x="11" y="5"/>
                      <a:pt x="11" y="7"/>
                    </a:cubicBezTo>
                    <a:cubicBezTo>
                      <a:pt x="11" y="9"/>
                      <a:pt x="9" y="10"/>
                      <a:pt x="7" y="10"/>
                    </a:cubicBezTo>
                    <a:cubicBezTo>
                      <a:pt x="6" y="10"/>
                      <a:pt x="4" y="9"/>
                      <a:pt x="4" y="7"/>
                    </a:cubicBezTo>
                    <a:cubicBezTo>
                      <a:pt x="2" y="7"/>
                      <a:pt x="2" y="7"/>
                      <a:pt x="2" y="7"/>
                    </a:cubicBezTo>
                    <a:cubicBezTo>
                      <a:pt x="0" y="7"/>
                      <a:pt x="0" y="7"/>
                      <a:pt x="0" y="7"/>
                    </a:cubicBezTo>
                    <a:cubicBezTo>
                      <a:pt x="0" y="11"/>
                      <a:pt x="3" y="14"/>
                      <a:pt x="7" y="14"/>
                    </a:cubicBezTo>
                    <a:cubicBezTo>
                      <a:pt x="11" y="14"/>
                      <a:pt x="15" y="11"/>
                      <a:pt x="15" y="7"/>
                    </a:cubicBezTo>
                    <a:cubicBezTo>
                      <a:pt x="15" y="3"/>
                      <a:pt x="11" y="0"/>
                      <a:pt x="7" y="0"/>
                    </a:cubicBezTo>
                    <a:cubicBezTo>
                      <a:pt x="3" y="0"/>
                      <a:pt x="0" y="3"/>
                      <a:pt x="0" y="7"/>
                    </a:cubicBezTo>
                    <a:lnTo>
                      <a:pt x="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9" name="Google Shape;369;p6"/>
              <p:cNvSpPr/>
              <p:nvPr/>
            </p:nvSpPr>
            <p:spPr>
              <a:xfrm>
                <a:off x="4917389" y="3595227"/>
                <a:ext cx="1295792" cy="217384"/>
              </a:xfrm>
              <a:custGeom>
                <a:rect b="b" l="l" r="r" t="t"/>
                <a:pathLst>
                  <a:path extrusionOk="0" h="102" w="608">
                    <a:moveTo>
                      <a:pt x="0" y="4"/>
                    </a:moveTo>
                    <a:lnTo>
                      <a:pt x="207" y="4"/>
                    </a:lnTo>
                    <a:lnTo>
                      <a:pt x="305" y="102"/>
                    </a:lnTo>
                    <a:lnTo>
                      <a:pt x="498" y="102"/>
                    </a:lnTo>
                    <a:lnTo>
                      <a:pt x="539" y="61"/>
                    </a:lnTo>
                    <a:lnTo>
                      <a:pt x="608" y="61"/>
                    </a:lnTo>
                    <a:lnTo>
                      <a:pt x="608" y="57"/>
                    </a:lnTo>
                    <a:lnTo>
                      <a:pt x="537" y="57"/>
                    </a:lnTo>
                    <a:lnTo>
                      <a:pt x="497" y="98"/>
                    </a:lnTo>
                    <a:lnTo>
                      <a:pt x="307" y="98"/>
                    </a:lnTo>
                    <a:lnTo>
                      <a:pt x="210" y="0"/>
                    </a:lnTo>
                    <a:lnTo>
                      <a:pt x="0" y="0"/>
                    </a:lnTo>
                    <a:lnTo>
                      <a:pt x="0" y="4"/>
                    </a:lnTo>
                    <a:lnTo>
                      <a:pt x="0" y="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0" name="Google Shape;370;p6"/>
              <p:cNvSpPr/>
              <p:nvPr/>
            </p:nvSpPr>
            <p:spPr>
              <a:xfrm>
                <a:off x="5933990" y="3716706"/>
                <a:ext cx="31969" cy="34099"/>
              </a:xfrm>
              <a:custGeom>
                <a:rect b="b" l="l" r="r" t="t"/>
                <a:pathLst>
                  <a:path extrusionOk="0" h="15" w="14">
                    <a:moveTo>
                      <a:pt x="2" y="8"/>
                    </a:moveTo>
                    <a:cubicBezTo>
                      <a:pt x="4" y="8"/>
                      <a:pt x="4" y="8"/>
                      <a:pt x="4" y="8"/>
                    </a:cubicBezTo>
                    <a:cubicBezTo>
                      <a:pt x="4" y="6"/>
                      <a:pt x="5" y="4"/>
                      <a:pt x="7" y="4"/>
                    </a:cubicBezTo>
                    <a:cubicBezTo>
                      <a:pt x="8" y="4"/>
                      <a:pt x="10" y="6"/>
                      <a:pt x="10" y="8"/>
                    </a:cubicBezTo>
                    <a:cubicBezTo>
                      <a:pt x="10" y="9"/>
                      <a:pt x="8" y="11"/>
                      <a:pt x="7" y="11"/>
                    </a:cubicBezTo>
                    <a:cubicBezTo>
                      <a:pt x="5" y="11"/>
                      <a:pt x="4" y="9"/>
                      <a:pt x="4" y="8"/>
                    </a:cubicBezTo>
                    <a:cubicBezTo>
                      <a:pt x="2" y="8"/>
                      <a:pt x="2" y="8"/>
                      <a:pt x="2" y="8"/>
                    </a:cubicBezTo>
                    <a:cubicBezTo>
                      <a:pt x="0" y="8"/>
                      <a:pt x="0" y="8"/>
                      <a:pt x="0" y="8"/>
                    </a:cubicBezTo>
                    <a:cubicBezTo>
                      <a:pt x="0" y="11"/>
                      <a:pt x="3" y="15"/>
                      <a:pt x="7" y="15"/>
                    </a:cubicBezTo>
                    <a:cubicBezTo>
                      <a:pt x="11" y="15"/>
                      <a:pt x="14" y="11"/>
                      <a:pt x="14" y="8"/>
                    </a:cubicBezTo>
                    <a:cubicBezTo>
                      <a:pt x="14" y="4"/>
                      <a:pt x="11" y="0"/>
                      <a:pt x="7" y="0"/>
                    </a:cubicBezTo>
                    <a:cubicBezTo>
                      <a:pt x="3" y="0"/>
                      <a:pt x="0" y="4"/>
                      <a:pt x="0" y="8"/>
                    </a:cubicBezTo>
                    <a:lnTo>
                      <a:pt x="2"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1" name="Google Shape;371;p6"/>
              <p:cNvSpPr/>
              <p:nvPr/>
            </p:nvSpPr>
            <p:spPr>
              <a:xfrm>
                <a:off x="5286094" y="3495059"/>
                <a:ext cx="29837" cy="31969"/>
              </a:xfrm>
              <a:custGeom>
                <a:rect b="b" l="l" r="r" t="t"/>
                <a:pathLst>
                  <a:path extrusionOk="0" h="15" w="14">
                    <a:moveTo>
                      <a:pt x="2" y="8"/>
                    </a:moveTo>
                    <a:cubicBezTo>
                      <a:pt x="4" y="8"/>
                      <a:pt x="4" y="8"/>
                      <a:pt x="4" y="8"/>
                    </a:cubicBezTo>
                    <a:cubicBezTo>
                      <a:pt x="4" y="6"/>
                      <a:pt x="5" y="4"/>
                      <a:pt x="7" y="4"/>
                    </a:cubicBezTo>
                    <a:cubicBezTo>
                      <a:pt x="9" y="4"/>
                      <a:pt x="10" y="6"/>
                      <a:pt x="10" y="8"/>
                    </a:cubicBezTo>
                    <a:cubicBezTo>
                      <a:pt x="10" y="9"/>
                      <a:pt x="9" y="11"/>
                      <a:pt x="7" y="11"/>
                    </a:cubicBezTo>
                    <a:cubicBezTo>
                      <a:pt x="5" y="11"/>
                      <a:pt x="4" y="9"/>
                      <a:pt x="4" y="8"/>
                    </a:cubicBezTo>
                    <a:cubicBezTo>
                      <a:pt x="2" y="8"/>
                      <a:pt x="2" y="8"/>
                      <a:pt x="2" y="8"/>
                    </a:cubicBezTo>
                    <a:cubicBezTo>
                      <a:pt x="0" y="8"/>
                      <a:pt x="0" y="8"/>
                      <a:pt x="0" y="8"/>
                    </a:cubicBezTo>
                    <a:cubicBezTo>
                      <a:pt x="0" y="11"/>
                      <a:pt x="3" y="15"/>
                      <a:pt x="7" y="15"/>
                    </a:cubicBezTo>
                    <a:cubicBezTo>
                      <a:pt x="11" y="15"/>
                      <a:pt x="14" y="11"/>
                      <a:pt x="14" y="8"/>
                    </a:cubicBezTo>
                    <a:cubicBezTo>
                      <a:pt x="14" y="4"/>
                      <a:pt x="11" y="0"/>
                      <a:pt x="7" y="0"/>
                    </a:cubicBezTo>
                    <a:cubicBezTo>
                      <a:pt x="3" y="0"/>
                      <a:pt x="0" y="4"/>
                      <a:pt x="0" y="8"/>
                    </a:cubicBezTo>
                    <a:lnTo>
                      <a:pt x="2"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2" name="Google Shape;372;p6"/>
              <p:cNvSpPr/>
              <p:nvPr/>
            </p:nvSpPr>
            <p:spPr>
              <a:xfrm>
                <a:off x="5311668" y="3507847"/>
                <a:ext cx="632979" cy="219516"/>
              </a:xfrm>
              <a:custGeom>
                <a:rect b="b" l="l" r="r" t="t"/>
                <a:pathLst>
                  <a:path extrusionOk="0" h="103" w="297">
                    <a:moveTo>
                      <a:pt x="0" y="4"/>
                    </a:moveTo>
                    <a:lnTo>
                      <a:pt x="39" y="4"/>
                    </a:lnTo>
                    <a:lnTo>
                      <a:pt x="115" y="79"/>
                    </a:lnTo>
                    <a:lnTo>
                      <a:pt x="270" y="79"/>
                    </a:lnTo>
                    <a:lnTo>
                      <a:pt x="294" y="103"/>
                    </a:lnTo>
                    <a:lnTo>
                      <a:pt x="297" y="100"/>
                    </a:lnTo>
                    <a:lnTo>
                      <a:pt x="272" y="75"/>
                    </a:lnTo>
                    <a:lnTo>
                      <a:pt x="117" y="75"/>
                    </a:lnTo>
                    <a:lnTo>
                      <a:pt x="41" y="0"/>
                    </a:lnTo>
                    <a:lnTo>
                      <a:pt x="0" y="0"/>
                    </a:lnTo>
                    <a:lnTo>
                      <a:pt x="0" y="4"/>
                    </a:lnTo>
                    <a:lnTo>
                      <a:pt x="0" y="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73" name="Google Shape;373;p6"/>
            <p:cNvGrpSpPr/>
            <p:nvPr/>
          </p:nvGrpSpPr>
          <p:grpSpPr>
            <a:xfrm rot="10800000">
              <a:off x="912053" y="-972175"/>
              <a:ext cx="619332" cy="1338013"/>
              <a:chOff x="6850421" y="775628"/>
              <a:chExt cx="398541" cy="861012"/>
            </a:xfrm>
          </p:grpSpPr>
          <p:sp>
            <p:nvSpPr>
              <p:cNvPr id="374" name="Google Shape;374;p6"/>
              <p:cNvSpPr/>
              <p:nvPr/>
            </p:nvSpPr>
            <p:spPr>
              <a:xfrm>
                <a:off x="6850421" y="1604672"/>
                <a:ext cx="34100" cy="31969"/>
              </a:xfrm>
              <a:custGeom>
                <a:rect b="b" l="l" r="r" t="t"/>
                <a:pathLst>
                  <a:path extrusionOk="0" h="15" w="15">
                    <a:moveTo>
                      <a:pt x="13" y="8"/>
                    </a:moveTo>
                    <a:cubicBezTo>
                      <a:pt x="11" y="8"/>
                      <a:pt x="11" y="8"/>
                      <a:pt x="11" y="8"/>
                    </a:cubicBezTo>
                    <a:cubicBezTo>
                      <a:pt x="11" y="9"/>
                      <a:pt x="9" y="11"/>
                      <a:pt x="7" y="11"/>
                    </a:cubicBezTo>
                    <a:cubicBezTo>
                      <a:pt x="6" y="11"/>
                      <a:pt x="4" y="9"/>
                      <a:pt x="4" y="8"/>
                    </a:cubicBezTo>
                    <a:cubicBezTo>
                      <a:pt x="4" y="6"/>
                      <a:pt x="6" y="4"/>
                      <a:pt x="7" y="4"/>
                    </a:cubicBezTo>
                    <a:cubicBezTo>
                      <a:pt x="9" y="4"/>
                      <a:pt x="11" y="6"/>
                      <a:pt x="11" y="8"/>
                    </a:cubicBezTo>
                    <a:cubicBezTo>
                      <a:pt x="13" y="8"/>
                      <a:pt x="13" y="8"/>
                      <a:pt x="13" y="8"/>
                    </a:cubicBezTo>
                    <a:cubicBezTo>
                      <a:pt x="15" y="8"/>
                      <a:pt x="15" y="8"/>
                      <a:pt x="15" y="8"/>
                    </a:cubicBezTo>
                    <a:cubicBezTo>
                      <a:pt x="15" y="4"/>
                      <a:pt x="11" y="0"/>
                      <a:pt x="7" y="0"/>
                    </a:cubicBezTo>
                    <a:cubicBezTo>
                      <a:pt x="3" y="0"/>
                      <a:pt x="0" y="4"/>
                      <a:pt x="0" y="8"/>
                    </a:cubicBezTo>
                    <a:cubicBezTo>
                      <a:pt x="0" y="12"/>
                      <a:pt x="3" y="15"/>
                      <a:pt x="7" y="15"/>
                    </a:cubicBezTo>
                    <a:cubicBezTo>
                      <a:pt x="11" y="15"/>
                      <a:pt x="15" y="12"/>
                      <a:pt x="15" y="8"/>
                    </a:cubicBezTo>
                    <a:lnTo>
                      <a:pt x="13"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5" name="Google Shape;375;p6"/>
              <p:cNvSpPr/>
              <p:nvPr/>
            </p:nvSpPr>
            <p:spPr>
              <a:xfrm>
                <a:off x="7138138" y="775628"/>
                <a:ext cx="31969" cy="31969"/>
              </a:xfrm>
              <a:custGeom>
                <a:rect b="b" l="l" r="r" t="t"/>
                <a:pathLst>
                  <a:path extrusionOk="0" h="14" w="14">
                    <a:moveTo>
                      <a:pt x="12" y="7"/>
                    </a:moveTo>
                    <a:cubicBezTo>
                      <a:pt x="10" y="7"/>
                      <a:pt x="10" y="7"/>
                      <a:pt x="10" y="7"/>
                    </a:cubicBezTo>
                    <a:cubicBezTo>
                      <a:pt x="10" y="9"/>
                      <a:pt x="9" y="10"/>
                      <a:pt x="7" y="10"/>
                    </a:cubicBezTo>
                    <a:cubicBezTo>
                      <a:pt x="6" y="10"/>
                      <a:pt x="4" y="9"/>
                      <a:pt x="4" y="7"/>
                    </a:cubicBezTo>
                    <a:cubicBezTo>
                      <a:pt x="4" y="5"/>
                      <a:pt x="6"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6" name="Google Shape;376;p6"/>
              <p:cNvSpPr/>
              <p:nvPr/>
            </p:nvSpPr>
            <p:spPr>
              <a:xfrm>
                <a:off x="6861077" y="794810"/>
                <a:ext cx="387885" cy="814124"/>
              </a:xfrm>
              <a:custGeom>
                <a:rect b="b" l="l" r="r" t="t"/>
                <a:pathLst>
                  <a:path extrusionOk="0" h="382" w="182">
                    <a:moveTo>
                      <a:pt x="5" y="382"/>
                    </a:moveTo>
                    <a:lnTo>
                      <a:pt x="5" y="306"/>
                    </a:lnTo>
                    <a:lnTo>
                      <a:pt x="79" y="231"/>
                    </a:lnTo>
                    <a:lnTo>
                      <a:pt x="146" y="231"/>
                    </a:lnTo>
                    <a:lnTo>
                      <a:pt x="182" y="194"/>
                    </a:lnTo>
                    <a:lnTo>
                      <a:pt x="182" y="40"/>
                    </a:lnTo>
                    <a:lnTo>
                      <a:pt x="142" y="0"/>
                    </a:lnTo>
                    <a:lnTo>
                      <a:pt x="140" y="3"/>
                    </a:lnTo>
                    <a:lnTo>
                      <a:pt x="178" y="42"/>
                    </a:lnTo>
                    <a:lnTo>
                      <a:pt x="178" y="192"/>
                    </a:lnTo>
                    <a:lnTo>
                      <a:pt x="143" y="227"/>
                    </a:lnTo>
                    <a:lnTo>
                      <a:pt x="78" y="227"/>
                    </a:lnTo>
                    <a:lnTo>
                      <a:pt x="0" y="304"/>
                    </a:lnTo>
                    <a:lnTo>
                      <a:pt x="0" y="382"/>
                    </a:lnTo>
                    <a:lnTo>
                      <a:pt x="5" y="382"/>
                    </a:lnTo>
                    <a:lnTo>
                      <a:pt x="5" y="38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77" name="Shape 377"/>
        <p:cNvGrpSpPr/>
        <p:nvPr/>
      </p:nvGrpSpPr>
      <p:grpSpPr>
        <a:xfrm>
          <a:off x="0" y="0"/>
          <a:ext cx="0" cy="0"/>
          <a:chOff x="0" y="0"/>
          <a:chExt cx="0" cy="0"/>
        </a:xfrm>
      </p:grpSpPr>
      <p:pic>
        <p:nvPicPr>
          <p:cNvPr id="378" name="Google Shape;378;p7"/>
          <p:cNvPicPr preferRelativeResize="0"/>
          <p:nvPr/>
        </p:nvPicPr>
        <p:blipFill rotWithShape="1">
          <a:blip r:embed="rId2">
            <a:alphaModFix/>
          </a:blip>
          <a:srcRect b="901" l="0" r="990" t="0"/>
          <a:stretch/>
        </p:blipFill>
        <p:spPr>
          <a:xfrm>
            <a:off x="0" y="0"/>
            <a:ext cx="9144003" cy="5143500"/>
          </a:xfrm>
          <a:prstGeom prst="rect">
            <a:avLst/>
          </a:prstGeom>
          <a:noFill/>
          <a:ln>
            <a:noFill/>
          </a:ln>
        </p:spPr>
      </p:pic>
      <p:sp>
        <p:nvSpPr>
          <p:cNvPr id="379" name="Google Shape;379;p7"/>
          <p:cNvSpPr txBox="1"/>
          <p:nvPr>
            <p:ph idx="1" type="subTitle"/>
          </p:nvPr>
        </p:nvSpPr>
        <p:spPr>
          <a:xfrm>
            <a:off x="720000" y="1584375"/>
            <a:ext cx="3669600" cy="24750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AutoNum type="arabicPeriod"/>
              <a:defRPr sz="1200"/>
            </a:lvl1pPr>
            <a:lvl2pPr lvl="1" rtl="0" algn="ctr">
              <a:lnSpc>
                <a:spcPct val="115000"/>
              </a:lnSpc>
              <a:spcBef>
                <a:spcPts val="0"/>
              </a:spcBef>
              <a:spcAft>
                <a:spcPts val="0"/>
              </a:spcAft>
              <a:buClr>
                <a:srgbClr val="999999"/>
              </a:buClr>
              <a:buSzPts val="800"/>
              <a:buFont typeface="Open Sans"/>
              <a:buAutoNum type="alphaLcPeriod"/>
              <a:defRPr/>
            </a:lvl2pPr>
            <a:lvl3pPr lvl="2" rtl="0" algn="ctr">
              <a:lnSpc>
                <a:spcPct val="115000"/>
              </a:lnSpc>
              <a:spcBef>
                <a:spcPts val="0"/>
              </a:spcBef>
              <a:spcAft>
                <a:spcPts val="0"/>
              </a:spcAft>
              <a:buClr>
                <a:srgbClr val="999999"/>
              </a:buClr>
              <a:buSzPts val="800"/>
              <a:buFont typeface="Open Sans"/>
              <a:buAutoNum type="romanLcPeriod"/>
              <a:defRPr/>
            </a:lvl3pPr>
            <a:lvl4pPr lvl="3" rtl="0" algn="ctr">
              <a:lnSpc>
                <a:spcPct val="115000"/>
              </a:lnSpc>
              <a:spcBef>
                <a:spcPts val="0"/>
              </a:spcBef>
              <a:spcAft>
                <a:spcPts val="0"/>
              </a:spcAft>
              <a:buClr>
                <a:srgbClr val="999999"/>
              </a:buClr>
              <a:buSzPts val="800"/>
              <a:buFont typeface="Open Sans"/>
              <a:buAutoNum type="arabicPeriod"/>
              <a:defRPr/>
            </a:lvl4pPr>
            <a:lvl5pPr lvl="4" rtl="0" algn="ctr">
              <a:lnSpc>
                <a:spcPct val="115000"/>
              </a:lnSpc>
              <a:spcBef>
                <a:spcPts val="0"/>
              </a:spcBef>
              <a:spcAft>
                <a:spcPts val="0"/>
              </a:spcAft>
              <a:buClr>
                <a:srgbClr val="999999"/>
              </a:buClr>
              <a:buSzPts val="1200"/>
              <a:buFont typeface="Open Sans"/>
              <a:buAutoNum type="alphaLcPeriod"/>
              <a:defRPr/>
            </a:lvl5pPr>
            <a:lvl6pPr lvl="5" rtl="0" algn="ctr">
              <a:lnSpc>
                <a:spcPct val="115000"/>
              </a:lnSpc>
              <a:spcBef>
                <a:spcPts val="0"/>
              </a:spcBef>
              <a:spcAft>
                <a:spcPts val="0"/>
              </a:spcAft>
              <a:buClr>
                <a:srgbClr val="999999"/>
              </a:buClr>
              <a:buSzPts val="1200"/>
              <a:buFont typeface="Open Sans"/>
              <a:buAutoNum type="romanLcPeriod"/>
              <a:defRPr/>
            </a:lvl6pPr>
            <a:lvl7pPr lvl="6" rtl="0" algn="ctr">
              <a:lnSpc>
                <a:spcPct val="115000"/>
              </a:lnSpc>
              <a:spcBef>
                <a:spcPts val="0"/>
              </a:spcBef>
              <a:spcAft>
                <a:spcPts val="0"/>
              </a:spcAft>
              <a:buClr>
                <a:srgbClr val="999999"/>
              </a:buClr>
              <a:buSzPts val="700"/>
              <a:buFont typeface="Open Sans"/>
              <a:buAutoNum type="arabicPeriod"/>
              <a:defRPr/>
            </a:lvl7pPr>
            <a:lvl8pPr lvl="7" rtl="0" algn="ctr">
              <a:lnSpc>
                <a:spcPct val="115000"/>
              </a:lnSpc>
              <a:spcBef>
                <a:spcPts val="0"/>
              </a:spcBef>
              <a:spcAft>
                <a:spcPts val="0"/>
              </a:spcAft>
              <a:buClr>
                <a:srgbClr val="999999"/>
              </a:buClr>
              <a:buSzPts val="700"/>
              <a:buFont typeface="Open Sans"/>
              <a:buAutoNum type="alphaLcPeriod"/>
              <a:defRPr/>
            </a:lvl8pPr>
            <a:lvl9pPr lvl="8" rtl="0" algn="ctr">
              <a:lnSpc>
                <a:spcPct val="115000"/>
              </a:lnSpc>
              <a:spcBef>
                <a:spcPts val="0"/>
              </a:spcBef>
              <a:spcAft>
                <a:spcPts val="0"/>
              </a:spcAft>
              <a:buClr>
                <a:srgbClr val="999999"/>
              </a:buClr>
              <a:buSzPts val="600"/>
              <a:buFont typeface="Open Sans"/>
              <a:buAutoNum type="romanLcPeriod"/>
              <a:defRPr/>
            </a:lvl9pPr>
          </a:lstStyle>
          <a:p/>
        </p:txBody>
      </p:sp>
      <p:sp>
        <p:nvSpPr>
          <p:cNvPr id="380" name="Google Shape;380;p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grpSp>
        <p:nvGrpSpPr>
          <p:cNvPr id="381" name="Google Shape;381;p7"/>
          <p:cNvGrpSpPr/>
          <p:nvPr/>
        </p:nvGrpSpPr>
        <p:grpSpPr>
          <a:xfrm>
            <a:off x="-995975" y="-1108125"/>
            <a:ext cx="11299300" cy="7403525"/>
            <a:chOff x="-995975" y="-1108125"/>
            <a:chExt cx="11299300" cy="7403525"/>
          </a:xfrm>
        </p:grpSpPr>
        <p:sp>
          <p:nvSpPr>
            <p:cNvPr id="382" name="Google Shape;382;p7"/>
            <p:cNvSpPr/>
            <p:nvPr/>
          </p:nvSpPr>
          <p:spPr>
            <a:xfrm flipH="1">
              <a:off x="8402200" y="4669675"/>
              <a:ext cx="1417200" cy="10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383" name="Google Shape;383;p7"/>
            <p:cNvSpPr/>
            <p:nvPr/>
          </p:nvSpPr>
          <p:spPr>
            <a:xfrm flipH="1">
              <a:off x="8886125" y="4916110"/>
              <a:ext cx="1417200" cy="10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384" name="Google Shape;384;p7"/>
            <p:cNvSpPr/>
            <p:nvPr/>
          </p:nvSpPr>
          <p:spPr>
            <a:xfrm flipH="1">
              <a:off x="-995975" y="1153700"/>
              <a:ext cx="1417200" cy="10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385" name="Google Shape;385;p7"/>
            <p:cNvSpPr/>
            <p:nvPr/>
          </p:nvSpPr>
          <p:spPr>
            <a:xfrm flipH="1">
              <a:off x="-719400" y="1392375"/>
              <a:ext cx="1417200" cy="10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386" name="Google Shape;386;p7"/>
            <p:cNvSpPr/>
            <p:nvPr/>
          </p:nvSpPr>
          <p:spPr>
            <a:xfrm flipH="1" rot="-5400000">
              <a:off x="804525" y="5533700"/>
              <a:ext cx="1417200" cy="10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387" name="Google Shape;387;p7"/>
            <p:cNvSpPr/>
            <p:nvPr/>
          </p:nvSpPr>
          <p:spPr>
            <a:xfrm flipH="1" rot="-5400000">
              <a:off x="6630375" y="-452625"/>
              <a:ext cx="1417200" cy="10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388" name="Google Shape;388;p7"/>
          <p:cNvGrpSpPr/>
          <p:nvPr/>
        </p:nvGrpSpPr>
        <p:grpSpPr>
          <a:xfrm>
            <a:off x="-291756" y="-32167"/>
            <a:ext cx="10389925" cy="4945602"/>
            <a:chOff x="-291756" y="-32167"/>
            <a:chExt cx="10389925" cy="4945602"/>
          </a:xfrm>
        </p:grpSpPr>
        <p:grpSp>
          <p:nvGrpSpPr>
            <p:cNvPr id="389" name="Google Shape;389;p7"/>
            <p:cNvGrpSpPr/>
            <p:nvPr/>
          </p:nvGrpSpPr>
          <p:grpSpPr>
            <a:xfrm flipH="1" rot="-5400000">
              <a:off x="-320951" y="3974459"/>
              <a:ext cx="1064856" cy="813093"/>
              <a:chOff x="3843246" y="357910"/>
              <a:chExt cx="667078" cy="509361"/>
            </a:xfrm>
          </p:grpSpPr>
          <p:sp>
            <p:nvSpPr>
              <p:cNvPr id="390" name="Google Shape;390;p7"/>
              <p:cNvSpPr/>
              <p:nvPr/>
            </p:nvSpPr>
            <p:spPr>
              <a:xfrm>
                <a:off x="3870952" y="385616"/>
                <a:ext cx="626584" cy="471000"/>
              </a:xfrm>
              <a:custGeom>
                <a:rect b="b" l="l" r="r" t="t"/>
                <a:pathLst>
                  <a:path extrusionOk="0" h="221" w="294">
                    <a:moveTo>
                      <a:pt x="290" y="0"/>
                    </a:moveTo>
                    <a:lnTo>
                      <a:pt x="290" y="78"/>
                    </a:lnTo>
                    <a:lnTo>
                      <a:pt x="151" y="217"/>
                    </a:lnTo>
                    <a:lnTo>
                      <a:pt x="0" y="217"/>
                    </a:lnTo>
                    <a:lnTo>
                      <a:pt x="0" y="221"/>
                    </a:lnTo>
                    <a:lnTo>
                      <a:pt x="153" y="221"/>
                    </a:lnTo>
                    <a:lnTo>
                      <a:pt x="294" y="80"/>
                    </a:lnTo>
                    <a:lnTo>
                      <a:pt x="294" y="0"/>
                    </a:lnTo>
                    <a:lnTo>
                      <a:pt x="290" y="0"/>
                    </a:lnTo>
                    <a:lnTo>
                      <a:pt x="29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1" name="Google Shape;391;p7"/>
              <p:cNvSpPr/>
              <p:nvPr/>
            </p:nvSpPr>
            <p:spPr>
              <a:xfrm>
                <a:off x="3843246" y="835302"/>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5"/>
                      <a:pt x="5"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2" name="Google Shape;392;p7"/>
              <p:cNvSpPr/>
              <p:nvPr/>
            </p:nvSpPr>
            <p:spPr>
              <a:xfrm>
                <a:off x="4478354" y="357910"/>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6"/>
                      <a:pt x="5" y="4"/>
                      <a:pt x="7" y="4"/>
                    </a:cubicBezTo>
                    <a:cubicBezTo>
                      <a:pt x="9" y="4"/>
                      <a:pt x="10" y="6"/>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93" name="Google Shape;393;p7"/>
            <p:cNvGrpSpPr/>
            <p:nvPr/>
          </p:nvGrpSpPr>
          <p:grpSpPr>
            <a:xfrm flipH="1" rot="-5400000">
              <a:off x="-546918" y="3526701"/>
              <a:ext cx="1337026" cy="826702"/>
              <a:chOff x="3421261" y="191675"/>
              <a:chExt cx="837578" cy="517886"/>
            </a:xfrm>
          </p:grpSpPr>
          <p:sp>
            <p:nvSpPr>
              <p:cNvPr id="394" name="Google Shape;394;p7"/>
              <p:cNvSpPr/>
              <p:nvPr/>
            </p:nvSpPr>
            <p:spPr>
              <a:xfrm>
                <a:off x="3421261" y="679724"/>
                <a:ext cx="31969" cy="29837"/>
              </a:xfrm>
              <a:custGeom>
                <a:rect b="b" l="l" r="r" t="t"/>
                <a:pathLst>
                  <a:path extrusionOk="0" h="14" w="14">
                    <a:moveTo>
                      <a:pt x="12" y="7"/>
                    </a:moveTo>
                    <a:cubicBezTo>
                      <a:pt x="10" y="7"/>
                      <a:pt x="10" y="7"/>
                      <a:pt x="10" y="7"/>
                    </a:cubicBezTo>
                    <a:cubicBezTo>
                      <a:pt x="10" y="8"/>
                      <a:pt x="9" y="10"/>
                      <a:pt x="7" y="10"/>
                    </a:cubicBezTo>
                    <a:cubicBezTo>
                      <a:pt x="5" y="10"/>
                      <a:pt x="4" y="8"/>
                      <a:pt x="4" y="7"/>
                    </a:cubicBezTo>
                    <a:cubicBezTo>
                      <a:pt x="4" y="5"/>
                      <a:pt x="5"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5" name="Google Shape;395;p7"/>
              <p:cNvSpPr/>
              <p:nvPr/>
            </p:nvSpPr>
            <p:spPr>
              <a:xfrm>
                <a:off x="3442573" y="191675"/>
                <a:ext cx="816266" cy="498704"/>
              </a:xfrm>
              <a:custGeom>
                <a:rect b="b" l="l" r="r" t="t"/>
                <a:pathLst>
                  <a:path extrusionOk="0" h="234" w="383">
                    <a:moveTo>
                      <a:pt x="379" y="0"/>
                    </a:moveTo>
                    <a:lnTo>
                      <a:pt x="379" y="106"/>
                    </a:lnTo>
                    <a:lnTo>
                      <a:pt x="301" y="185"/>
                    </a:lnTo>
                    <a:lnTo>
                      <a:pt x="46" y="185"/>
                    </a:lnTo>
                    <a:lnTo>
                      <a:pt x="0" y="231"/>
                    </a:lnTo>
                    <a:lnTo>
                      <a:pt x="3" y="234"/>
                    </a:lnTo>
                    <a:lnTo>
                      <a:pt x="47" y="190"/>
                    </a:lnTo>
                    <a:lnTo>
                      <a:pt x="302" y="190"/>
                    </a:lnTo>
                    <a:lnTo>
                      <a:pt x="383" y="108"/>
                    </a:lnTo>
                    <a:lnTo>
                      <a:pt x="383" y="0"/>
                    </a:lnTo>
                    <a:lnTo>
                      <a:pt x="379" y="0"/>
                    </a:lnTo>
                    <a:lnTo>
                      <a:pt x="379"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96" name="Google Shape;396;p7"/>
            <p:cNvGrpSpPr/>
            <p:nvPr/>
          </p:nvGrpSpPr>
          <p:grpSpPr>
            <a:xfrm flipH="1">
              <a:off x="7941260" y="-32167"/>
              <a:ext cx="2156910" cy="506908"/>
              <a:chOff x="4891825" y="3495059"/>
              <a:chExt cx="1351193" cy="317552"/>
            </a:xfrm>
          </p:grpSpPr>
          <p:sp>
            <p:nvSpPr>
              <p:cNvPr id="397" name="Google Shape;397;p7"/>
              <p:cNvSpPr/>
              <p:nvPr/>
            </p:nvSpPr>
            <p:spPr>
              <a:xfrm>
                <a:off x="6208918" y="3706050"/>
                <a:ext cx="34100" cy="31969"/>
              </a:xfrm>
              <a:custGeom>
                <a:rect b="b" l="l" r="r" t="t"/>
                <a:pathLst>
                  <a:path extrusionOk="0" h="15" w="15">
                    <a:moveTo>
                      <a:pt x="2" y="7"/>
                    </a:moveTo>
                    <a:cubicBezTo>
                      <a:pt x="4" y="7"/>
                      <a:pt x="4" y="7"/>
                      <a:pt x="4" y="7"/>
                    </a:cubicBezTo>
                    <a:cubicBezTo>
                      <a:pt x="4" y="6"/>
                      <a:pt x="6" y="4"/>
                      <a:pt x="8" y="4"/>
                    </a:cubicBezTo>
                    <a:cubicBezTo>
                      <a:pt x="9" y="4"/>
                      <a:pt x="11" y="6"/>
                      <a:pt x="11" y="7"/>
                    </a:cubicBezTo>
                    <a:cubicBezTo>
                      <a:pt x="11" y="9"/>
                      <a:pt x="9" y="11"/>
                      <a:pt x="8" y="11"/>
                    </a:cubicBezTo>
                    <a:cubicBezTo>
                      <a:pt x="6" y="11"/>
                      <a:pt x="4" y="9"/>
                      <a:pt x="4" y="7"/>
                    </a:cubicBezTo>
                    <a:cubicBezTo>
                      <a:pt x="2" y="7"/>
                      <a:pt x="2" y="7"/>
                      <a:pt x="2" y="7"/>
                    </a:cubicBezTo>
                    <a:cubicBezTo>
                      <a:pt x="0" y="7"/>
                      <a:pt x="0" y="7"/>
                      <a:pt x="0" y="7"/>
                    </a:cubicBezTo>
                    <a:cubicBezTo>
                      <a:pt x="0" y="11"/>
                      <a:pt x="4" y="15"/>
                      <a:pt x="8" y="15"/>
                    </a:cubicBezTo>
                    <a:cubicBezTo>
                      <a:pt x="12" y="15"/>
                      <a:pt x="15" y="11"/>
                      <a:pt x="15" y="7"/>
                    </a:cubicBezTo>
                    <a:cubicBezTo>
                      <a:pt x="15" y="3"/>
                      <a:pt x="12" y="0"/>
                      <a:pt x="8" y="0"/>
                    </a:cubicBezTo>
                    <a:cubicBezTo>
                      <a:pt x="4" y="0"/>
                      <a:pt x="0" y="3"/>
                      <a:pt x="0" y="7"/>
                    </a:cubicBezTo>
                    <a:lnTo>
                      <a:pt x="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8" name="Google Shape;398;p7"/>
              <p:cNvSpPr/>
              <p:nvPr/>
            </p:nvSpPr>
            <p:spPr>
              <a:xfrm>
                <a:off x="4891825" y="3584575"/>
                <a:ext cx="29825" cy="29825"/>
              </a:xfrm>
              <a:custGeom>
                <a:rect b="b" l="l" r="r" t="t"/>
                <a:pathLst>
                  <a:path extrusionOk="0" h="14" w="15">
                    <a:moveTo>
                      <a:pt x="2" y="7"/>
                    </a:moveTo>
                    <a:cubicBezTo>
                      <a:pt x="4" y="7"/>
                      <a:pt x="4" y="7"/>
                      <a:pt x="4" y="7"/>
                    </a:cubicBezTo>
                    <a:cubicBezTo>
                      <a:pt x="4" y="5"/>
                      <a:pt x="6" y="4"/>
                      <a:pt x="7" y="4"/>
                    </a:cubicBezTo>
                    <a:cubicBezTo>
                      <a:pt x="9" y="4"/>
                      <a:pt x="11" y="5"/>
                      <a:pt x="11" y="7"/>
                    </a:cubicBezTo>
                    <a:cubicBezTo>
                      <a:pt x="11" y="9"/>
                      <a:pt x="9" y="10"/>
                      <a:pt x="7" y="10"/>
                    </a:cubicBezTo>
                    <a:cubicBezTo>
                      <a:pt x="6" y="10"/>
                      <a:pt x="4" y="9"/>
                      <a:pt x="4" y="7"/>
                    </a:cubicBezTo>
                    <a:cubicBezTo>
                      <a:pt x="2" y="7"/>
                      <a:pt x="2" y="7"/>
                      <a:pt x="2" y="7"/>
                    </a:cubicBezTo>
                    <a:cubicBezTo>
                      <a:pt x="0" y="7"/>
                      <a:pt x="0" y="7"/>
                      <a:pt x="0" y="7"/>
                    </a:cubicBezTo>
                    <a:cubicBezTo>
                      <a:pt x="0" y="11"/>
                      <a:pt x="3" y="14"/>
                      <a:pt x="7" y="14"/>
                    </a:cubicBezTo>
                    <a:cubicBezTo>
                      <a:pt x="11" y="14"/>
                      <a:pt x="15" y="11"/>
                      <a:pt x="15" y="7"/>
                    </a:cubicBezTo>
                    <a:cubicBezTo>
                      <a:pt x="15" y="3"/>
                      <a:pt x="11" y="0"/>
                      <a:pt x="7" y="0"/>
                    </a:cubicBezTo>
                    <a:cubicBezTo>
                      <a:pt x="3" y="0"/>
                      <a:pt x="0" y="3"/>
                      <a:pt x="0" y="7"/>
                    </a:cubicBezTo>
                    <a:lnTo>
                      <a:pt x="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9" name="Google Shape;399;p7"/>
              <p:cNvSpPr/>
              <p:nvPr/>
            </p:nvSpPr>
            <p:spPr>
              <a:xfrm>
                <a:off x="4917389" y="3595227"/>
                <a:ext cx="1295792" cy="217384"/>
              </a:xfrm>
              <a:custGeom>
                <a:rect b="b" l="l" r="r" t="t"/>
                <a:pathLst>
                  <a:path extrusionOk="0" h="102" w="608">
                    <a:moveTo>
                      <a:pt x="0" y="4"/>
                    </a:moveTo>
                    <a:lnTo>
                      <a:pt x="207" y="4"/>
                    </a:lnTo>
                    <a:lnTo>
                      <a:pt x="305" y="102"/>
                    </a:lnTo>
                    <a:lnTo>
                      <a:pt x="498" y="102"/>
                    </a:lnTo>
                    <a:lnTo>
                      <a:pt x="539" y="61"/>
                    </a:lnTo>
                    <a:lnTo>
                      <a:pt x="608" y="61"/>
                    </a:lnTo>
                    <a:lnTo>
                      <a:pt x="608" y="57"/>
                    </a:lnTo>
                    <a:lnTo>
                      <a:pt x="537" y="57"/>
                    </a:lnTo>
                    <a:lnTo>
                      <a:pt x="497" y="98"/>
                    </a:lnTo>
                    <a:lnTo>
                      <a:pt x="307" y="98"/>
                    </a:lnTo>
                    <a:lnTo>
                      <a:pt x="210" y="0"/>
                    </a:lnTo>
                    <a:lnTo>
                      <a:pt x="0" y="0"/>
                    </a:lnTo>
                    <a:lnTo>
                      <a:pt x="0" y="4"/>
                    </a:lnTo>
                    <a:lnTo>
                      <a:pt x="0" y="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0" name="Google Shape;400;p7"/>
              <p:cNvSpPr/>
              <p:nvPr/>
            </p:nvSpPr>
            <p:spPr>
              <a:xfrm>
                <a:off x="5933990" y="3716706"/>
                <a:ext cx="31969" cy="34099"/>
              </a:xfrm>
              <a:custGeom>
                <a:rect b="b" l="l" r="r" t="t"/>
                <a:pathLst>
                  <a:path extrusionOk="0" h="15" w="14">
                    <a:moveTo>
                      <a:pt x="2" y="8"/>
                    </a:moveTo>
                    <a:cubicBezTo>
                      <a:pt x="4" y="8"/>
                      <a:pt x="4" y="8"/>
                      <a:pt x="4" y="8"/>
                    </a:cubicBezTo>
                    <a:cubicBezTo>
                      <a:pt x="4" y="6"/>
                      <a:pt x="5" y="4"/>
                      <a:pt x="7" y="4"/>
                    </a:cubicBezTo>
                    <a:cubicBezTo>
                      <a:pt x="8" y="4"/>
                      <a:pt x="10" y="6"/>
                      <a:pt x="10" y="8"/>
                    </a:cubicBezTo>
                    <a:cubicBezTo>
                      <a:pt x="10" y="9"/>
                      <a:pt x="8" y="11"/>
                      <a:pt x="7" y="11"/>
                    </a:cubicBezTo>
                    <a:cubicBezTo>
                      <a:pt x="5" y="11"/>
                      <a:pt x="4" y="9"/>
                      <a:pt x="4" y="8"/>
                    </a:cubicBezTo>
                    <a:cubicBezTo>
                      <a:pt x="2" y="8"/>
                      <a:pt x="2" y="8"/>
                      <a:pt x="2" y="8"/>
                    </a:cubicBezTo>
                    <a:cubicBezTo>
                      <a:pt x="0" y="8"/>
                      <a:pt x="0" y="8"/>
                      <a:pt x="0" y="8"/>
                    </a:cubicBezTo>
                    <a:cubicBezTo>
                      <a:pt x="0" y="11"/>
                      <a:pt x="3" y="15"/>
                      <a:pt x="7" y="15"/>
                    </a:cubicBezTo>
                    <a:cubicBezTo>
                      <a:pt x="11" y="15"/>
                      <a:pt x="14" y="11"/>
                      <a:pt x="14" y="8"/>
                    </a:cubicBezTo>
                    <a:cubicBezTo>
                      <a:pt x="14" y="4"/>
                      <a:pt x="11" y="0"/>
                      <a:pt x="7" y="0"/>
                    </a:cubicBezTo>
                    <a:cubicBezTo>
                      <a:pt x="3" y="0"/>
                      <a:pt x="0" y="4"/>
                      <a:pt x="0" y="8"/>
                    </a:cubicBezTo>
                    <a:lnTo>
                      <a:pt x="2"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1" name="Google Shape;401;p7"/>
              <p:cNvSpPr/>
              <p:nvPr/>
            </p:nvSpPr>
            <p:spPr>
              <a:xfrm>
                <a:off x="5286094" y="3495059"/>
                <a:ext cx="29837" cy="31969"/>
              </a:xfrm>
              <a:custGeom>
                <a:rect b="b" l="l" r="r" t="t"/>
                <a:pathLst>
                  <a:path extrusionOk="0" h="15" w="14">
                    <a:moveTo>
                      <a:pt x="2" y="8"/>
                    </a:moveTo>
                    <a:cubicBezTo>
                      <a:pt x="4" y="8"/>
                      <a:pt x="4" y="8"/>
                      <a:pt x="4" y="8"/>
                    </a:cubicBezTo>
                    <a:cubicBezTo>
                      <a:pt x="4" y="6"/>
                      <a:pt x="5" y="4"/>
                      <a:pt x="7" y="4"/>
                    </a:cubicBezTo>
                    <a:cubicBezTo>
                      <a:pt x="9" y="4"/>
                      <a:pt x="10" y="6"/>
                      <a:pt x="10" y="8"/>
                    </a:cubicBezTo>
                    <a:cubicBezTo>
                      <a:pt x="10" y="9"/>
                      <a:pt x="9" y="11"/>
                      <a:pt x="7" y="11"/>
                    </a:cubicBezTo>
                    <a:cubicBezTo>
                      <a:pt x="5" y="11"/>
                      <a:pt x="4" y="9"/>
                      <a:pt x="4" y="8"/>
                    </a:cubicBezTo>
                    <a:cubicBezTo>
                      <a:pt x="2" y="8"/>
                      <a:pt x="2" y="8"/>
                      <a:pt x="2" y="8"/>
                    </a:cubicBezTo>
                    <a:cubicBezTo>
                      <a:pt x="0" y="8"/>
                      <a:pt x="0" y="8"/>
                      <a:pt x="0" y="8"/>
                    </a:cubicBezTo>
                    <a:cubicBezTo>
                      <a:pt x="0" y="11"/>
                      <a:pt x="3" y="15"/>
                      <a:pt x="7" y="15"/>
                    </a:cubicBezTo>
                    <a:cubicBezTo>
                      <a:pt x="11" y="15"/>
                      <a:pt x="14" y="11"/>
                      <a:pt x="14" y="8"/>
                    </a:cubicBezTo>
                    <a:cubicBezTo>
                      <a:pt x="14" y="4"/>
                      <a:pt x="11" y="0"/>
                      <a:pt x="7" y="0"/>
                    </a:cubicBezTo>
                    <a:cubicBezTo>
                      <a:pt x="3" y="0"/>
                      <a:pt x="0" y="4"/>
                      <a:pt x="0" y="8"/>
                    </a:cubicBezTo>
                    <a:lnTo>
                      <a:pt x="2"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2" name="Google Shape;402;p7"/>
              <p:cNvSpPr/>
              <p:nvPr/>
            </p:nvSpPr>
            <p:spPr>
              <a:xfrm>
                <a:off x="5311668" y="3507847"/>
                <a:ext cx="632979" cy="219516"/>
              </a:xfrm>
              <a:custGeom>
                <a:rect b="b" l="l" r="r" t="t"/>
                <a:pathLst>
                  <a:path extrusionOk="0" h="103" w="297">
                    <a:moveTo>
                      <a:pt x="0" y="4"/>
                    </a:moveTo>
                    <a:lnTo>
                      <a:pt x="39" y="4"/>
                    </a:lnTo>
                    <a:lnTo>
                      <a:pt x="115" y="79"/>
                    </a:lnTo>
                    <a:lnTo>
                      <a:pt x="270" y="79"/>
                    </a:lnTo>
                    <a:lnTo>
                      <a:pt x="294" y="103"/>
                    </a:lnTo>
                    <a:lnTo>
                      <a:pt x="297" y="100"/>
                    </a:lnTo>
                    <a:lnTo>
                      <a:pt x="272" y="75"/>
                    </a:lnTo>
                    <a:lnTo>
                      <a:pt x="117" y="75"/>
                    </a:lnTo>
                    <a:lnTo>
                      <a:pt x="41" y="0"/>
                    </a:lnTo>
                    <a:lnTo>
                      <a:pt x="0" y="0"/>
                    </a:lnTo>
                    <a:lnTo>
                      <a:pt x="0" y="4"/>
                    </a:lnTo>
                    <a:lnTo>
                      <a:pt x="0" y="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03" name="Google Shape;403;p7"/>
            <p:cNvGrpSpPr/>
            <p:nvPr/>
          </p:nvGrpSpPr>
          <p:grpSpPr>
            <a:xfrm flipH="1" rot="5400000">
              <a:off x="9308552" y="3557422"/>
              <a:ext cx="204128" cy="1115878"/>
              <a:chOff x="6605329" y="191675"/>
              <a:chExt cx="127876" cy="699040"/>
            </a:xfrm>
          </p:grpSpPr>
          <p:sp>
            <p:nvSpPr>
              <p:cNvPr id="404" name="Google Shape;404;p7"/>
              <p:cNvSpPr/>
              <p:nvPr/>
            </p:nvSpPr>
            <p:spPr>
              <a:xfrm>
                <a:off x="6701235" y="858746"/>
                <a:ext cx="31969" cy="31969"/>
              </a:xfrm>
              <a:custGeom>
                <a:rect b="b" l="l" r="r" t="t"/>
                <a:pathLst>
                  <a:path extrusionOk="0" h="14" w="15">
                    <a:moveTo>
                      <a:pt x="13" y="7"/>
                    </a:moveTo>
                    <a:cubicBezTo>
                      <a:pt x="11" y="7"/>
                      <a:pt x="11" y="7"/>
                      <a:pt x="11" y="7"/>
                    </a:cubicBezTo>
                    <a:cubicBezTo>
                      <a:pt x="11" y="9"/>
                      <a:pt x="9" y="10"/>
                      <a:pt x="7" y="10"/>
                    </a:cubicBezTo>
                    <a:cubicBezTo>
                      <a:pt x="6" y="10"/>
                      <a:pt x="4" y="9"/>
                      <a:pt x="4" y="7"/>
                    </a:cubicBezTo>
                    <a:cubicBezTo>
                      <a:pt x="4" y="5"/>
                      <a:pt x="6" y="4"/>
                      <a:pt x="7" y="4"/>
                    </a:cubicBezTo>
                    <a:cubicBezTo>
                      <a:pt x="9" y="4"/>
                      <a:pt x="11" y="5"/>
                      <a:pt x="11" y="7"/>
                    </a:cubicBezTo>
                    <a:cubicBezTo>
                      <a:pt x="13" y="7"/>
                      <a:pt x="13" y="7"/>
                      <a:pt x="13" y="7"/>
                    </a:cubicBezTo>
                    <a:cubicBezTo>
                      <a:pt x="15" y="7"/>
                      <a:pt x="15" y="7"/>
                      <a:pt x="15" y="7"/>
                    </a:cubicBezTo>
                    <a:cubicBezTo>
                      <a:pt x="15" y="3"/>
                      <a:pt x="11" y="0"/>
                      <a:pt x="7" y="0"/>
                    </a:cubicBezTo>
                    <a:cubicBezTo>
                      <a:pt x="3" y="0"/>
                      <a:pt x="0" y="3"/>
                      <a:pt x="0" y="7"/>
                    </a:cubicBezTo>
                    <a:cubicBezTo>
                      <a:pt x="0" y="11"/>
                      <a:pt x="3" y="14"/>
                      <a:pt x="7" y="14"/>
                    </a:cubicBezTo>
                    <a:cubicBezTo>
                      <a:pt x="11" y="14"/>
                      <a:pt x="15" y="11"/>
                      <a:pt x="15" y="7"/>
                    </a:cubicBezTo>
                    <a:lnTo>
                      <a:pt x="13"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5" name="Google Shape;405;p7"/>
              <p:cNvSpPr/>
              <p:nvPr/>
            </p:nvSpPr>
            <p:spPr>
              <a:xfrm>
                <a:off x="6605329" y="191675"/>
                <a:ext cx="115087" cy="671334"/>
              </a:xfrm>
              <a:custGeom>
                <a:rect b="b" l="l" r="r" t="t"/>
                <a:pathLst>
                  <a:path extrusionOk="0" h="315" w="54">
                    <a:moveTo>
                      <a:pt x="0" y="0"/>
                    </a:moveTo>
                    <a:lnTo>
                      <a:pt x="0" y="167"/>
                    </a:lnTo>
                    <a:lnTo>
                      <a:pt x="50" y="217"/>
                    </a:lnTo>
                    <a:lnTo>
                      <a:pt x="50" y="315"/>
                    </a:lnTo>
                    <a:lnTo>
                      <a:pt x="54" y="315"/>
                    </a:lnTo>
                    <a:lnTo>
                      <a:pt x="54" y="215"/>
                    </a:lnTo>
                    <a:lnTo>
                      <a:pt x="5" y="165"/>
                    </a:lnTo>
                    <a:lnTo>
                      <a:pt x="5" y="0"/>
                    </a:lnTo>
                    <a:lnTo>
                      <a:pt x="0" y="0"/>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406" name="Google Shape;406;p7"/>
          <p:cNvGrpSpPr/>
          <p:nvPr/>
        </p:nvGrpSpPr>
        <p:grpSpPr>
          <a:xfrm>
            <a:off x="567613" y="190012"/>
            <a:ext cx="8370163" cy="4726098"/>
            <a:chOff x="567613" y="190012"/>
            <a:chExt cx="8370163" cy="4726098"/>
          </a:xfrm>
        </p:grpSpPr>
        <p:grpSp>
          <p:nvGrpSpPr>
            <p:cNvPr id="407" name="Google Shape;407;p7"/>
            <p:cNvGrpSpPr/>
            <p:nvPr/>
          </p:nvGrpSpPr>
          <p:grpSpPr>
            <a:xfrm flipH="1">
              <a:off x="8807575" y="1325038"/>
              <a:ext cx="130200" cy="126125"/>
              <a:chOff x="3935725" y="167575"/>
              <a:chExt cx="130200" cy="126125"/>
            </a:xfrm>
          </p:grpSpPr>
          <p:sp>
            <p:nvSpPr>
              <p:cNvPr id="408" name="Google Shape;408;p7"/>
              <p:cNvSpPr/>
              <p:nvPr/>
            </p:nvSpPr>
            <p:spPr>
              <a:xfrm>
                <a:off x="3935725" y="167575"/>
                <a:ext cx="65100" cy="56400"/>
              </a:xfrm>
              <a:prstGeom prst="hexagon">
                <a:avLst>
                  <a:gd fmla="val 25000" name="adj"/>
                  <a:gd fmla="val 115470" name="vf"/>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409" name="Google Shape;409;p7"/>
              <p:cNvSpPr/>
              <p:nvPr/>
            </p:nvSpPr>
            <p:spPr>
              <a:xfrm>
                <a:off x="4000825" y="201775"/>
                <a:ext cx="65100" cy="56400"/>
              </a:xfrm>
              <a:prstGeom prst="hexagon">
                <a:avLst>
                  <a:gd fmla="val 25000" name="adj"/>
                  <a:gd fmla="val 115470" name="vf"/>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410" name="Google Shape;410;p7"/>
              <p:cNvSpPr/>
              <p:nvPr/>
            </p:nvSpPr>
            <p:spPr>
              <a:xfrm>
                <a:off x="3935725" y="237300"/>
                <a:ext cx="65100" cy="56400"/>
              </a:xfrm>
              <a:prstGeom prst="hexagon">
                <a:avLst>
                  <a:gd fmla="val 25000" name="adj"/>
                  <a:gd fmla="val 115470" name="vf"/>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411" name="Google Shape;411;p7"/>
            <p:cNvGrpSpPr/>
            <p:nvPr/>
          </p:nvGrpSpPr>
          <p:grpSpPr>
            <a:xfrm flipH="1">
              <a:off x="652044" y="190012"/>
              <a:ext cx="449076" cy="119073"/>
              <a:chOff x="7108302" y="2550931"/>
              <a:chExt cx="281323" cy="74593"/>
            </a:xfrm>
          </p:grpSpPr>
          <p:sp>
            <p:nvSpPr>
              <p:cNvPr id="412" name="Google Shape;412;p7"/>
              <p:cNvSpPr/>
              <p:nvPr/>
            </p:nvSpPr>
            <p:spPr>
              <a:xfrm>
                <a:off x="7347000" y="2550931"/>
                <a:ext cx="42625" cy="74593"/>
              </a:xfrm>
              <a:custGeom>
                <a:rect b="b" l="l" r="r" t="t"/>
                <a:pathLst>
                  <a:path extrusionOk="0" h="35" w="2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3" name="Google Shape;413;p7"/>
              <p:cNvSpPr/>
              <p:nvPr/>
            </p:nvSpPr>
            <p:spPr>
              <a:xfrm>
                <a:off x="7285195" y="2550931"/>
                <a:ext cx="44757" cy="74593"/>
              </a:xfrm>
              <a:custGeom>
                <a:rect b="b" l="l" r="r" t="t"/>
                <a:pathLst>
                  <a:path extrusionOk="0" h="35" w="21">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4" name="Google Shape;414;p7"/>
              <p:cNvSpPr/>
              <p:nvPr/>
            </p:nvSpPr>
            <p:spPr>
              <a:xfrm>
                <a:off x="7227651" y="2550931"/>
                <a:ext cx="42625" cy="74593"/>
              </a:xfrm>
              <a:custGeom>
                <a:rect b="b" l="l" r="r" t="t"/>
                <a:pathLst>
                  <a:path extrusionOk="0" h="35" w="2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5" name="Google Shape;415;p7"/>
              <p:cNvSpPr/>
              <p:nvPr/>
            </p:nvSpPr>
            <p:spPr>
              <a:xfrm>
                <a:off x="7170108" y="2550931"/>
                <a:ext cx="42625" cy="74593"/>
              </a:xfrm>
              <a:custGeom>
                <a:rect b="b" l="l" r="r" t="t"/>
                <a:pathLst>
                  <a:path extrusionOk="0" h="35" w="2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6" name="Google Shape;416;p7"/>
              <p:cNvSpPr/>
              <p:nvPr/>
            </p:nvSpPr>
            <p:spPr>
              <a:xfrm>
                <a:off x="7108302" y="2550931"/>
                <a:ext cx="42625" cy="74593"/>
              </a:xfrm>
              <a:custGeom>
                <a:rect b="b" l="l" r="r" t="t"/>
                <a:pathLst>
                  <a:path extrusionOk="0" h="35" w="2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7" name="Google Shape;417;p7"/>
              <p:cNvSpPr/>
              <p:nvPr/>
            </p:nvSpPr>
            <p:spPr>
              <a:xfrm>
                <a:off x="7347000" y="2550931"/>
                <a:ext cx="42625" cy="74593"/>
              </a:xfrm>
              <a:custGeom>
                <a:rect b="b" l="l" r="r" t="t"/>
                <a:pathLst>
                  <a:path extrusionOk="0" h="35" w="2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8" name="Google Shape;418;p7"/>
              <p:cNvSpPr/>
              <p:nvPr/>
            </p:nvSpPr>
            <p:spPr>
              <a:xfrm>
                <a:off x="7285195" y="2550931"/>
                <a:ext cx="44757" cy="74593"/>
              </a:xfrm>
              <a:custGeom>
                <a:rect b="b" l="l" r="r" t="t"/>
                <a:pathLst>
                  <a:path extrusionOk="0" h="35" w="21">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9" name="Google Shape;419;p7"/>
              <p:cNvSpPr/>
              <p:nvPr/>
            </p:nvSpPr>
            <p:spPr>
              <a:xfrm>
                <a:off x="7227651" y="2550931"/>
                <a:ext cx="42625" cy="74593"/>
              </a:xfrm>
              <a:custGeom>
                <a:rect b="b" l="l" r="r" t="t"/>
                <a:pathLst>
                  <a:path extrusionOk="0" h="35" w="2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0" name="Google Shape;420;p7"/>
              <p:cNvSpPr/>
              <p:nvPr/>
            </p:nvSpPr>
            <p:spPr>
              <a:xfrm>
                <a:off x="7170108" y="2550931"/>
                <a:ext cx="42625" cy="74593"/>
              </a:xfrm>
              <a:custGeom>
                <a:rect b="b" l="l" r="r" t="t"/>
                <a:pathLst>
                  <a:path extrusionOk="0" h="35" w="2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1" name="Google Shape;421;p7"/>
              <p:cNvSpPr/>
              <p:nvPr/>
            </p:nvSpPr>
            <p:spPr>
              <a:xfrm>
                <a:off x="7108302" y="2550931"/>
                <a:ext cx="42625" cy="74593"/>
              </a:xfrm>
              <a:custGeom>
                <a:rect b="b" l="l" r="r" t="t"/>
                <a:pathLst>
                  <a:path extrusionOk="0" h="35" w="2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22" name="Google Shape;422;p7"/>
            <p:cNvGrpSpPr/>
            <p:nvPr/>
          </p:nvGrpSpPr>
          <p:grpSpPr>
            <a:xfrm flipH="1">
              <a:off x="6728255" y="4778554"/>
              <a:ext cx="101875" cy="134875"/>
              <a:chOff x="3928495" y="333391"/>
              <a:chExt cx="101875" cy="134875"/>
            </a:xfrm>
          </p:grpSpPr>
          <p:grpSp>
            <p:nvGrpSpPr>
              <p:cNvPr id="423" name="Google Shape;423;p7"/>
              <p:cNvGrpSpPr/>
              <p:nvPr/>
            </p:nvGrpSpPr>
            <p:grpSpPr>
              <a:xfrm>
                <a:off x="3928495" y="379241"/>
                <a:ext cx="44700" cy="42600"/>
                <a:chOff x="3928495" y="379241"/>
                <a:chExt cx="44700" cy="42600"/>
              </a:xfrm>
            </p:grpSpPr>
            <p:sp>
              <p:nvSpPr>
                <p:cNvPr id="424" name="Google Shape;424;p7"/>
                <p:cNvSpPr/>
                <p:nvPr/>
              </p:nvSpPr>
              <p:spPr>
                <a:xfrm>
                  <a:off x="3928495" y="396272"/>
                  <a:ext cx="44700" cy="81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5" name="Google Shape;425;p7"/>
                <p:cNvSpPr/>
                <p:nvPr/>
              </p:nvSpPr>
              <p:spPr>
                <a:xfrm>
                  <a:off x="3946802" y="379241"/>
                  <a:ext cx="8100" cy="426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26" name="Google Shape;426;p7"/>
              <p:cNvGrpSpPr/>
              <p:nvPr/>
            </p:nvGrpSpPr>
            <p:grpSpPr>
              <a:xfrm>
                <a:off x="3985670" y="425666"/>
                <a:ext cx="44700" cy="42600"/>
                <a:chOff x="3928495" y="379241"/>
                <a:chExt cx="44700" cy="42600"/>
              </a:xfrm>
            </p:grpSpPr>
            <p:sp>
              <p:nvSpPr>
                <p:cNvPr id="427" name="Google Shape;427;p7"/>
                <p:cNvSpPr/>
                <p:nvPr/>
              </p:nvSpPr>
              <p:spPr>
                <a:xfrm>
                  <a:off x="3928495" y="396272"/>
                  <a:ext cx="44700" cy="81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8" name="Google Shape;428;p7"/>
                <p:cNvSpPr/>
                <p:nvPr/>
              </p:nvSpPr>
              <p:spPr>
                <a:xfrm>
                  <a:off x="3946802" y="379241"/>
                  <a:ext cx="8100" cy="426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29" name="Google Shape;429;p7"/>
              <p:cNvGrpSpPr/>
              <p:nvPr/>
            </p:nvGrpSpPr>
            <p:grpSpPr>
              <a:xfrm>
                <a:off x="3985670" y="333391"/>
                <a:ext cx="44700" cy="42600"/>
                <a:chOff x="3928495" y="379241"/>
                <a:chExt cx="44700" cy="42600"/>
              </a:xfrm>
            </p:grpSpPr>
            <p:sp>
              <p:nvSpPr>
                <p:cNvPr id="430" name="Google Shape;430;p7"/>
                <p:cNvSpPr/>
                <p:nvPr/>
              </p:nvSpPr>
              <p:spPr>
                <a:xfrm>
                  <a:off x="3928495" y="396272"/>
                  <a:ext cx="44700" cy="81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1" name="Google Shape;431;p7"/>
                <p:cNvSpPr/>
                <p:nvPr/>
              </p:nvSpPr>
              <p:spPr>
                <a:xfrm>
                  <a:off x="3946802" y="379241"/>
                  <a:ext cx="8100" cy="426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432" name="Google Shape;432;p7"/>
            <p:cNvGrpSpPr/>
            <p:nvPr/>
          </p:nvGrpSpPr>
          <p:grpSpPr>
            <a:xfrm flipH="1">
              <a:off x="567613" y="668313"/>
              <a:ext cx="130200" cy="126125"/>
              <a:chOff x="3935725" y="167575"/>
              <a:chExt cx="130200" cy="126125"/>
            </a:xfrm>
          </p:grpSpPr>
          <p:sp>
            <p:nvSpPr>
              <p:cNvPr id="433" name="Google Shape;433;p7"/>
              <p:cNvSpPr/>
              <p:nvPr/>
            </p:nvSpPr>
            <p:spPr>
              <a:xfrm>
                <a:off x="3935725" y="167575"/>
                <a:ext cx="65100" cy="56400"/>
              </a:xfrm>
              <a:prstGeom prst="hexagon">
                <a:avLst>
                  <a:gd fmla="val 25000" name="adj"/>
                  <a:gd fmla="val 115470" name="vf"/>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434" name="Google Shape;434;p7"/>
              <p:cNvSpPr/>
              <p:nvPr/>
            </p:nvSpPr>
            <p:spPr>
              <a:xfrm>
                <a:off x="4000825" y="201775"/>
                <a:ext cx="65100" cy="56400"/>
              </a:xfrm>
              <a:prstGeom prst="hexagon">
                <a:avLst>
                  <a:gd fmla="val 25000" name="adj"/>
                  <a:gd fmla="val 115470" name="vf"/>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435" name="Google Shape;435;p7"/>
              <p:cNvSpPr/>
              <p:nvPr/>
            </p:nvSpPr>
            <p:spPr>
              <a:xfrm>
                <a:off x="3935725" y="237300"/>
                <a:ext cx="65100" cy="56400"/>
              </a:xfrm>
              <a:prstGeom prst="hexagon">
                <a:avLst>
                  <a:gd fmla="val 25000" name="adj"/>
                  <a:gd fmla="val 115470" name="vf"/>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436" name="Google Shape;436;p7"/>
            <p:cNvGrpSpPr/>
            <p:nvPr/>
          </p:nvGrpSpPr>
          <p:grpSpPr>
            <a:xfrm flipH="1" rot="10800000">
              <a:off x="7240419" y="4797037"/>
              <a:ext cx="449076" cy="119073"/>
              <a:chOff x="7108302" y="2550931"/>
              <a:chExt cx="281323" cy="74593"/>
            </a:xfrm>
          </p:grpSpPr>
          <p:sp>
            <p:nvSpPr>
              <p:cNvPr id="437" name="Google Shape;437;p7"/>
              <p:cNvSpPr/>
              <p:nvPr/>
            </p:nvSpPr>
            <p:spPr>
              <a:xfrm>
                <a:off x="7347000" y="2550931"/>
                <a:ext cx="42625" cy="74593"/>
              </a:xfrm>
              <a:custGeom>
                <a:rect b="b" l="l" r="r" t="t"/>
                <a:pathLst>
                  <a:path extrusionOk="0" h="35" w="2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8" name="Google Shape;438;p7"/>
              <p:cNvSpPr/>
              <p:nvPr/>
            </p:nvSpPr>
            <p:spPr>
              <a:xfrm>
                <a:off x="7285195" y="2550931"/>
                <a:ext cx="44757" cy="74593"/>
              </a:xfrm>
              <a:custGeom>
                <a:rect b="b" l="l" r="r" t="t"/>
                <a:pathLst>
                  <a:path extrusionOk="0" h="35" w="21">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9" name="Google Shape;439;p7"/>
              <p:cNvSpPr/>
              <p:nvPr/>
            </p:nvSpPr>
            <p:spPr>
              <a:xfrm>
                <a:off x="7227651" y="2550931"/>
                <a:ext cx="42625" cy="74593"/>
              </a:xfrm>
              <a:custGeom>
                <a:rect b="b" l="l" r="r" t="t"/>
                <a:pathLst>
                  <a:path extrusionOk="0" h="35" w="2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0" name="Google Shape;440;p7"/>
              <p:cNvSpPr/>
              <p:nvPr/>
            </p:nvSpPr>
            <p:spPr>
              <a:xfrm>
                <a:off x="7170108" y="2550931"/>
                <a:ext cx="42625" cy="74593"/>
              </a:xfrm>
              <a:custGeom>
                <a:rect b="b" l="l" r="r" t="t"/>
                <a:pathLst>
                  <a:path extrusionOk="0" h="35" w="2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1" name="Google Shape;441;p7"/>
              <p:cNvSpPr/>
              <p:nvPr/>
            </p:nvSpPr>
            <p:spPr>
              <a:xfrm>
                <a:off x="7108302" y="2550931"/>
                <a:ext cx="42625" cy="74593"/>
              </a:xfrm>
              <a:custGeom>
                <a:rect b="b" l="l" r="r" t="t"/>
                <a:pathLst>
                  <a:path extrusionOk="0" h="35" w="2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2" name="Google Shape;442;p7"/>
              <p:cNvSpPr/>
              <p:nvPr/>
            </p:nvSpPr>
            <p:spPr>
              <a:xfrm>
                <a:off x="7347000" y="2550931"/>
                <a:ext cx="42625" cy="74593"/>
              </a:xfrm>
              <a:custGeom>
                <a:rect b="b" l="l" r="r" t="t"/>
                <a:pathLst>
                  <a:path extrusionOk="0" h="35" w="2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3" name="Google Shape;443;p7"/>
              <p:cNvSpPr/>
              <p:nvPr/>
            </p:nvSpPr>
            <p:spPr>
              <a:xfrm>
                <a:off x="7285195" y="2550931"/>
                <a:ext cx="44757" cy="74593"/>
              </a:xfrm>
              <a:custGeom>
                <a:rect b="b" l="l" r="r" t="t"/>
                <a:pathLst>
                  <a:path extrusionOk="0" h="35" w="21">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4" name="Google Shape;444;p7"/>
              <p:cNvSpPr/>
              <p:nvPr/>
            </p:nvSpPr>
            <p:spPr>
              <a:xfrm>
                <a:off x="7227651" y="2550931"/>
                <a:ext cx="42625" cy="74593"/>
              </a:xfrm>
              <a:custGeom>
                <a:rect b="b" l="l" r="r" t="t"/>
                <a:pathLst>
                  <a:path extrusionOk="0" h="35" w="2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5" name="Google Shape;445;p7"/>
              <p:cNvSpPr/>
              <p:nvPr/>
            </p:nvSpPr>
            <p:spPr>
              <a:xfrm>
                <a:off x="7170108" y="2550931"/>
                <a:ext cx="42625" cy="74593"/>
              </a:xfrm>
              <a:custGeom>
                <a:rect b="b" l="l" r="r" t="t"/>
                <a:pathLst>
                  <a:path extrusionOk="0" h="35" w="2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6" name="Google Shape;446;p7"/>
              <p:cNvSpPr/>
              <p:nvPr/>
            </p:nvSpPr>
            <p:spPr>
              <a:xfrm>
                <a:off x="7108302" y="2550931"/>
                <a:ext cx="42625" cy="74593"/>
              </a:xfrm>
              <a:custGeom>
                <a:rect b="b" l="l" r="r" t="t"/>
                <a:pathLst>
                  <a:path extrusionOk="0" h="35" w="2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47" name="Shape 447"/>
        <p:cNvGrpSpPr/>
        <p:nvPr/>
      </p:nvGrpSpPr>
      <p:grpSpPr>
        <a:xfrm>
          <a:off x="0" y="0"/>
          <a:ext cx="0" cy="0"/>
          <a:chOff x="0" y="0"/>
          <a:chExt cx="0" cy="0"/>
        </a:xfrm>
      </p:grpSpPr>
      <p:pic>
        <p:nvPicPr>
          <p:cNvPr id="448" name="Google Shape;448;p8"/>
          <p:cNvPicPr preferRelativeResize="0"/>
          <p:nvPr/>
        </p:nvPicPr>
        <p:blipFill rotWithShape="1">
          <a:blip r:embed="rId2">
            <a:alphaModFix/>
          </a:blip>
          <a:srcRect b="901" l="0" r="990" t="0"/>
          <a:stretch/>
        </p:blipFill>
        <p:spPr>
          <a:xfrm>
            <a:off x="0" y="0"/>
            <a:ext cx="9144003" cy="5143500"/>
          </a:xfrm>
          <a:prstGeom prst="rect">
            <a:avLst/>
          </a:prstGeom>
          <a:noFill/>
          <a:ln>
            <a:noFill/>
          </a:ln>
        </p:spPr>
      </p:pic>
      <p:grpSp>
        <p:nvGrpSpPr>
          <p:cNvPr id="449" name="Google Shape;449;p8"/>
          <p:cNvGrpSpPr/>
          <p:nvPr/>
        </p:nvGrpSpPr>
        <p:grpSpPr>
          <a:xfrm>
            <a:off x="-1078950" y="-1016375"/>
            <a:ext cx="11081975" cy="7042150"/>
            <a:chOff x="-1078950" y="-1016375"/>
            <a:chExt cx="11081975" cy="7042150"/>
          </a:xfrm>
        </p:grpSpPr>
        <p:sp>
          <p:nvSpPr>
            <p:cNvPr id="450" name="Google Shape;450;p8"/>
            <p:cNvSpPr/>
            <p:nvPr/>
          </p:nvSpPr>
          <p:spPr>
            <a:xfrm flipH="1">
              <a:off x="8101900" y="723600"/>
              <a:ext cx="1417200" cy="10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451" name="Google Shape;451;p8"/>
            <p:cNvSpPr/>
            <p:nvPr/>
          </p:nvSpPr>
          <p:spPr>
            <a:xfrm flipH="1">
              <a:off x="8585825" y="970035"/>
              <a:ext cx="1417200" cy="10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452" name="Google Shape;452;p8"/>
            <p:cNvSpPr/>
            <p:nvPr/>
          </p:nvSpPr>
          <p:spPr>
            <a:xfrm flipH="1" rot="-5400000">
              <a:off x="5671550" y="5264075"/>
              <a:ext cx="1417200" cy="10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453" name="Google Shape;453;p8"/>
            <p:cNvSpPr/>
            <p:nvPr/>
          </p:nvSpPr>
          <p:spPr>
            <a:xfrm flipH="1" rot="-5400000">
              <a:off x="2483550" y="-360875"/>
              <a:ext cx="1417200" cy="10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454" name="Google Shape;454;p8"/>
            <p:cNvSpPr/>
            <p:nvPr/>
          </p:nvSpPr>
          <p:spPr>
            <a:xfrm flipH="1" rot="10800000">
              <a:off x="-595025" y="3531835"/>
              <a:ext cx="1417200" cy="10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455" name="Google Shape;455;p8"/>
            <p:cNvSpPr/>
            <p:nvPr/>
          </p:nvSpPr>
          <p:spPr>
            <a:xfrm flipH="1" rot="10800000">
              <a:off x="-1078950" y="3285400"/>
              <a:ext cx="1417200" cy="10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456" name="Google Shape;456;p8"/>
          <p:cNvGrpSpPr/>
          <p:nvPr/>
        </p:nvGrpSpPr>
        <p:grpSpPr>
          <a:xfrm>
            <a:off x="123985" y="-576378"/>
            <a:ext cx="9153370" cy="7088407"/>
            <a:chOff x="123985" y="-576378"/>
            <a:chExt cx="9153370" cy="7088407"/>
          </a:xfrm>
        </p:grpSpPr>
        <p:grpSp>
          <p:nvGrpSpPr>
            <p:cNvPr id="457" name="Google Shape;457;p8"/>
            <p:cNvGrpSpPr/>
            <p:nvPr/>
          </p:nvGrpSpPr>
          <p:grpSpPr>
            <a:xfrm flipH="1">
              <a:off x="123985" y="4355120"/>
              <a:ext cx="2156910" cy="506908"/>
              <a:chOff x="4891825" y="3495059"/>
              <a:chExt cx="1351193" cy="317552"/>
            </a:xfrm>
          </p:grpSpPr>
          <p:sp>
            <p:nvSpPr>
              <p:cNvPr id="458" name="Google Shape;458;p8"/>
              <p:cNvSpPr/>
              <p:nvPr/>
            </p:nvSpPr>
            <p:spPr>
              <a:xfrm>
                <a:off x="6208918" y="3706050"/>
                <a:ext cx="34100" cy="31969"/>
              </a:xfrm>
              <a:custGeom>
                <a:rect b="b" l="l" r="r" t="t"/>
                <a:pathLst>
                  <a:path extrusionOk="0" h="15" w="15">
                    <a:moveTo>
                      <a:pt x="2" y="7"/>
                    </a:moveTo>
                    <a:cubicBezTo>
                      <a:pt x="4" y="7"/>
                      <a:pt x="4" y="7"/>
                      <a:pt x="4" y="7"/>
                    </a:cubicBezTo>
                    <a:cubicBezTo>
                      <a:pt x="4" y="6"/>
                      <a:pt x="6" y="4"/>
                      <a:pt x="8" y="4"/>
                    </a:cubicBezTo>
                    <a:cubicBezTo>
                      <a:pt x="9" y="4"/>
                      <a:pt x="11" y="6"/>
                      <a:pt x="11" y="7"/>
                    </a:cubicBezTo>
                    <a:cubicBezTo>
                      <a:pt x="11" y="9"/>
                      <a:pt x="9" y="11"/>
                      <a:pt x="8" y="11"/>
                    </a:cubicBezTo>
                    <a:cubicBezTo>
                      <a:pt x="6" y="11"/>
                      <a:pt x="4" y="9"/>
                      <a:pt x="4" y="7"/>
                    </a:cubicBezTo>
                    <a:cubicBezTo>
                      <a:pt x="2" y="7"/>
                      <a:pt x="2" y="7"/>
                      <a:pt x="2" y="7"/>
                    </a:cubicBezTo>
                    <a:cubicBezTo>
                      <a:pt x="0" y="7"/>
                      <a:pt x="0" y="7"/>
                      <a:pt x="0" y="7"/>
                    </a:cubicBezTo>
                    <a:cubicBezTo>
                      <a:pt x="0" y="11"/>
                      <a:pt x="4" y="15"/>
                      <a:pt x="8" y="15"/>
                    </a:cubicBezTo>
                    <a:cubicBezTo>
                      <a:pt x="12" y="15"/>
                      <a:pt x="15" y="11"/>
                      <a:pt x="15" y="7"/>
                    </a:cubicBezTo>
                    <a:cubicBezTo>
                      <a:pt x="15" y="3"/>
                      <a:pt x="12" y="0"/>
                      <a:pt x="8" y="0"/>
                    </a:cubicBezTo>
                    <a:cubicBezTo>
                      <a:pt x="4" y="0"/>
                      <a:pt x="0" y="3"/>
                      <a:pt x="0" y="7"/>
                    </a:cubicBezTo>
                    <a:lnTo>
                      <a:pt x="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9" name="Google Shape;459;p8"/>
              <p:cNvSpPr/>
              <p:nvPr/>
            </p:nvSpPr>
            <p:spPr>
              <a:xfrm>
                <a:off x="4891825" y="3584575"/>
                <a:ext cx="29825" cy="29825"/>
              </a:xfrm>
              <a:custGeom>
                <a:rect b="b" l="l" r="r" t="t"/>
                <a:pathLst>
                  <a:path extrusionOk="0" h="14" w="15">
                    <a:moveTo>
                      <a:pt x="2" y="7"/>
                    </a:moveTo>
                    <a:cubicBezTo>
                      <a:pt x="4" y="7"/>
                      <a:pt x="4" y="7"/>
                      <a:pt x="4" y="7"/>
                    </a:cubicBezTo>
                    <a:cubicBezTo>
                      <a:pt x="4" y="5"/>
                      <a:pt x="6" y="4"/>
                      <a:pt x="7" y="4"/>
                    </a:cubicBezTo>
                    <a:cubicBezTo>
                      <a:pt x="9" y="4"/>
                      <a:pt x="11" y="5"/>
                      <a:pt x="11" y="7"/>
                    </a:cubicBezTo>
                    <a:cubicBezTo>
                      <a:pt x="11" y="9"/>
                      <a:pt x="9" y="10"/>
                      <a:pt x="7" y="10"/>
                    </a:cubicBezTo>
                    <a:cubicBezTo>
                      <a:pt x="6" y="10"/>
                      <a:pt x="4" y="9"/>
                      <a:pt x="4" y="7"/>
                    </a:cubicBezTo>
                    <a:cubicBezTo>
                      <a:pt x="2" y="7"/>
                      <a:pt x="2" y="7"/>
                      <a:pt x="2" y="7"/>
                    </a:cubicBezTo>
                    <a:cubicBezTo>
                      <a:pt x="0" y="7"/>
                      <a:pt x="0" y="7"/>
                      <a:pt x="0" y="7"/>
                    </a:cubicBezTo>
                    <a:cubicBezTo>
                      <a:pt x="0" y="11"/>
                      <a:pt x="3" y="14"/>
                      <a:pt x="7" y="14"/>
                    </a:cubicBezTo>
                    <a:cubicBezTo>
                      <a:pt x="11" y="14"/>
                      <a:pt x="15" y="11"/>
                      <a:pt x="15" y="7"/>
                    </a:cubicBezTo>
                    <a:cubicBezTo>
                      <a:pt x="15" y="3"/>
                      <a:pt x="11" y="0"/>
                      <a:pt x="7" y="0"/>
                    </a:cubicBezTo>
                    <a:cubicBezTo>
                      <a:pt x="3" y="0"/>
                      <a:pt x="0" y="3"/>
                      <a:pt x="0" y="7"/>
                    </a:cubicBezTo>
                    <a:lnTo>
                      <a:pt x="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0" name="Google Shape;460;p8"/>
              <p:cNvSpPr/>
              <p:nvPr/>
            </p:nvSpPr>
            <p:spPr>
              <a:xfrm>
                <a:off x="4917389" y="3595227"/>
                <a:ext cx="1295792" cy="217384"/>
              </a:xfrm>
              <a:custGeom>
                <a:rect b="b" l="l" r="r" t="t"/>
                <a:pathLst>
                  <a:path extrusionOk="0" h="102" w="608">
                    <a:moveTo>
                      <a:pt x="0" y="4"/>
                    </a:moveTo>
                    <a:lnTo>
                      <a:pt x="207" y="4"/>
                    </a:lnTo>
                    <a:lnTo>
                      <a:pt x="305" y="102"/>
                    </a:lnTo>
                    <a:lnTo>
                      <a:pt x="498" y="102"/>
                    </a:lnTo>
                    <a:lnTo>
                      <a:pt x="539" y="61"/>
                    </a:lnTo>
                    <a:lnTo>
                      <a:pt x="608" y="61"/>
                    </a:lnTo>
                    <a:lnTo>
                      <a:pt x="608" y="57"/>
                    </a:lnTo>
                    <a:lnTo>
                      <a:pt x="537" y="57"/>
                    </a:lnTo>
                    <a:lnTo>
                      <a:pt x="497" y="98"/>
                    </a:lnTo>
                    <a:lnTo>
                      <a:pt x="307" y="98"/>
                    </a:lnTo>
                    <a:lnTo>
                      <a:pt x="210" y="0"/>
                    </a:lnTo>
                    <a:lnTo>
                      <a:pt x="0" y="0"/>
                    </a:lnTo>
                    <a:lnTo>
                      <a:pt x="0" y="4"/>
                    </a:lnTo>
                    <a:lnTo>
                      <a:pt x="0" y="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1" name="Google Shape;461;p8"/>
              <p:cNvSpPr/>
              <p:nvPr/>
            </p:nvSpPr>
            <p:spPr>
              <a:xfrm>
                <a:off x="5933990" y="3716706"/>
                <a:ext cx="31969" cy="34099"/>
              </a:xfrm>
              <a:custGeom>
                <a:rect b="b" l="l" r="r" t="t"/>
                <a:pathLst>
                  <a:path extrusionOk="0" h="15" w="14">
                    <a:moveTo>
                      <a:pt x="2" y="8"/>
                    </a:moveTo>
                    <a:cubicBezTo>
                      <a:pt x="4" y="8"/>
                      <a:pt x="4" y="8"/>
                      <a:pt x="4" y="8"/>
                    </a:cubicBezTo>
                    <a:cubicBezTo>
                      <a:pt x="4" y="6"/>
                      <a:pt x="5" y="4"/>
                      <a:pt x="7" y="4"/>
                    </a:cubicBezTo>
                    <a:cubicBezTo>
                      <a:pt x="8" y="4"/>
                      <a:pt x="10" y="6"/>
                      <a:pt x="10" y="8"/>
                    </a:cubicBezTo>
                    <a:cubicBezTo>
                      <a:pt x="10" y="9"/>
                      <a:pt x="8" y="11"/>
                      <a:pt x="7" y="11"/>
                    </a:cubicBezTo>
                    <a:cubicBezTo>
                      <a:pt x="5" y="11"/>
                      <a:pt x="4" y="9"/>
                      <a:pt x="4" y="8"/>
                    </a:cubicBezTo>
                    <a:cubicBezTo>
                      <a:pt x="2" y="8"/>
                      <a:pt x="2" y="8"/>
                      <a:pt x="2" y="8"/>
                    </a:cubicBezTo>
                    <a:cubicBezTo>
                      <a:pt x="0" y="8"/>
                      <a:pt x="0" y="8"/>
                      <a:pt x="0" y="8"/>
                    </a:cubicBezTo>
                    <a:cubicBezTo>
                      <a:pt x="0" y="11"/>
                      <a:pt x="3" y="15"/>
                      <a:pt x="7" y="15"/>
                    </a:cubicBezTo>
                    <a:cubicBezTo>
                      <a:pt x="11" y="15"/>
                      <a:pt x="14" y="11"/>
                      <a:pt x="14" y="8"/>
                    </a:cubicBezTo>
                    <a:cubicBezTo>
                      <a:pt x="14" y="4"/>
                      <a:pt x="11" y="0"/>
                      <a:pt x="7" y="0"/>
                    </a:cubicBezTo>
                    <a:cubicBezTo>
                      <a:pt x="3" y="0"/>
                      <a:pt x="0" y="4"/>
                      <a:pt x="0" y="8"/>
                    </a:cubicBezTo>
                    <a:lnTo>
                      <a:pt x="2"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2" name="Google Shape;462;p8"/>
              <p:cNvSpPr/>
              <p:nvPr/>
            </p:nvSpPr>
            <p:spPr>
              <a:xfrm>
                <a:off x="5286094" y="3495059"/>
                <a:ext cx="29837" cy="31969"/>
              </a:xfrm>
              <a:custGeom>
                <a:rect b="b" l="l" r="r" t="t"/>
                <a:pathLst>
                  <a:path extrusionOk="0" h="15" w="14">
                    <a:moveTo>
                      <a:pt x="2" y="8"/>
                    </a:moveTo>
                    <a:cubicBezTo>
                      <a:pt x="4" y="8"/>
                      <a:pt x="4" y="8"/>
                      <a:pt x="4" y="8"/>
                    </a:cubicBezTo>
                    <a:cubicBezTo>
                      <a:pt x="4" y="6"/>
                      <a:pt x="5" y="4"/>
                      <a:pt x="7" y="4"/>
                    </a:cubicBezTo>
                    <a:cubicBezTo>
                      <a:pt x="9" y="4"/>
                      <a:pt x="10" y="6"/>
                      <a:pt x="10" y="8"/>
                    </a:cubicBezTo>
                    <a:cubicBezTo>
                      <a:pt x="10" y="9"/>
                      <a:pt x="9" y="11"/>
                      <a:pt x="7" y="11"/>
                    </a:cubicBezTo>
                    <a:cubicBezTo>
                      <a:pt x="5" y="11"/>
                      <a:pt x="4" y="9"/>
                      <a:pt x="4" y="8"/>
                    </a:cubicBezTo>
                    <a:cubicBezTo>
                      <a:pt x="2" y="8"/>
                      <a:pt x="2" y="8"/>
                      <a:pt x="2" y="8"/>
                    </a:cubicBezTo>
                    <a:cubicBezTo>
                      <a:pt x="0" y="8"/>
                      <a:pt x="0" y="8"/>
                      <a:pt x="0" y="8"/>
                    </a:cubicBezTo>
                    <a:cubicBezTo>
                      <a:pt x="0" y="11"/>
                      <a:pt x="3" y="15"/>
                      <a:pt x="7" y="15"/>
                    </a:cubicBezTo>
                    <a:cubicBezTo>
                      <a:pt x="11" y="15"/>
                      <a:pt x="14" y="11"/>
                      <a:pt x="14" y="8"/>
                    </a:cubicBezTo>
                    <a:cubicBezTo>
                      <a:pt x="14" y="4"/>
                      <a:pt x="11" y="0"/>
                      <a:pt x="7" y="0"/>
                    </a:cubicBezTo>
                    <a:cubicBezTo>
                      <a:pt x="3" y="0"/>
                      <a:pt x="0" y="4"/>
                      <a:pt x="0" y="8"/>
                    </a:cubicBezTo>
                    <a:lnTo>
                      <a:pt x="2"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3" name="Google Shape;463;p8"/>
              <p:cNvSpPr/>
              <p:nvPr/>
            </p:nvSpPr>
            <p:spPr>
              <a:xfrm>
                <a:off x="5311668" y="3507847"/>
                <a:ext cx="632979" cy="219516"/>
              </a:xfrm>
              <a:custGeom>
                <a:rect b="b" l="l" r="r" t="t"/>
                <a:pathLst>
                  <a:path extrusionOk="0" h="103" w="297">
                    <a:moveTo>
                      <a:pt x="0" y="4"/>
                    </a:moveTo>
                    <a:lnTo>
                      <a:pt x="39" y="4"/>
                    </a:lnTo>
                    <a:lnTo>
                      <a:pt x="115" y="79"/>
                    </a:lnTo>
                    <a:lnTo>
                      <a:pt x="270" y="79"/>
                    </a:lnTo>
                    <a:lnTo>
                      <a:pt x="294" y="103"/>
                    </a:lnTo>
                    <a:lnTo>
                      <a:pt x="297" y="100"/>
                    </a:lnTo>
                    <a:lnTo>
                      <a:pt x="272" y="75"/>
                    </a:lnTo>
                    <a:lnTo>
                      <a:pt x="117" y="75"/>
                    </a:lnTo>
                    <a:lnTo>
                      <a:pt x="41" y="0"/>
                    </a:lnTo>
                    <a:lnTo>
                      <a:pt x="0" y="0"/>
                    </a:lnTo>
                    <a:lnTo>
                      <a:pt x="0" y="4"/>
                    </a:lnTo>
                    <a:lnTo>
                      <a:pt x="0" y="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64" name="Google Shape;464;p8"/>
            <p:cNvGrpSpPr/>
            <p:nvPr/>
          </p:nvGrpSpPr>
          <p:grpSpPr>
            <a:xfrm flipH="1">
              <a:off x="8182527" y="-576378"/>
              <a:ext cx="204128" cy="1115878"/>
              <a:chOff x="6605329" y="191675"/>
              <a:chExt cx="127876" cy="699040"/>
            </a:xfrm>
          </p:grpSpPr>
          <p:sp>
            <p:nvSpPr>
              <p:cNvPr id="465" name="Google Shape;465;p8"/>
              <p:cNvSpPr/>
              <p:nvPr/>
            </p:nvSpPr>
            <p:spPr>
              <a:xfrm>
                <a:off x="6701235" y="858746"/>
                <a:ext cx="31969" cy="31969"/>
              </a:xfrm>
              <a:custGeom>
                <a:rect b="b" l="l" r="r" t="t"/>
                <a:pathLst>
                  <a:path extrusionOk="0" h="14" w="15">
                    <a:moveTo>
                      <a:pt x="13" y="7"/>
                    </a:moveTo>
                    <a:cubicBezTo>
                      <a:pt x="11" y="7"/>
                      <a:pt x="11" y="7"/>
                      <a:pt x="11" y="7"/>
                    </a:cubicBezTo>
                    <a:cubicBezTo>
                      <a:pt x="11" y="9"/>
                      <a:pt x="9" y="10"/>
                      <a:pt x="7" y="10"/>
                    </a:cubicBezTo>
                    <a:cubicBezTo>
                      <a:pt x="6" y="10"/>
                      <a:pt x="4" y="9"/>
                      <a:pt x="4" y="7"/>
                    </a:cubicBezTo>
                    <a:cubicBezTo>
                      <a:pt x="4" y="5"/>
                      <a:pt x="6" y="4"/>
                      <a:pt x="7" y="4"/>
                    </a:cubicBezTo>
                    <a:cubicBezTo>
                      <a:pt x="9" y="4"/>
                      <a:pt x="11" y="5"/>
                      <a:pt x="11" y="7"/>
                    </a:cubicBezTo>
                    <a:cubicBezTo>
                      <a:pt x="13" y="7"/>
                      <a:pt x="13" y="7"/>
                      <a:pt x="13" y="7"/>
                    </a:cubicBezTo>
                    <a:cubicBezTo>
                      <a:pt x="15" y="7"/>
                      <a:pt x="15" y="7"/>
                      <a:pt x="15" y="7"/>
                    </a:cubicBezTo>
                    <a:cubicBezTo>
                      <a:pt x="15" y="3"/>
                      <a:pt x="11" y="0"/>
                      <a:pt x="7" y="0"/>
                    </a:cubicBezTo>
                    <a:cubicBezTo>
                      <a:pt x="3" y="0"/>
                      <a:pt x="0" y="3"/>
                      <a:pt x="0" y="7"/>
                    </a:cubicBezTo>
                    <a:cubicBezTo>
                      <a:pt x="0" y="11"/>
                      <a:pt x="3" y="14"/>
                      <a:pt x="7" y="14"/>
                    </a:cubicBezTo>
                    <a:cubicBezTo>
                      <a:pt x="11" y="14"/>
                      <a:pt x="15" y="11"/>
                      <a:pt x="15" y="7"/>
                    </a:cubicBezTo>
                    <a:lnTo>
                      <a:pt x="13"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6" name="Google Shape;466;p8"/>
              <p:cNvSpPr/>
              <p:nvPr/>
            </p:nvSpPr>
            <p:spPr>
              <a:xfrm>
                <a:off x="6605329" y="191675"/>
                <a:ext cx="115087" cy="671334"/>
              </a:xfrm>
              <a:custGeom>
                <a:rect b="b" l="l" r="r" t="t"/>
                <a:pathLst>
                  <a:path extrusionOk="0" h="315" w="54">
                    <a:moveTo>
                      <a:pt x="0" y="0"/>
                    </a:moveTo>
                    <a:lnTo>
                      <a:pt x="0" y="167"/>
                    </a:lnTo>
                    <a:lnTo>
                      <a:pt x="50" y="217"/>
                    </a:lnTo>
                    <a:lnTo>
                      <a:pt x="50" y="315"/>
                    </a:lnTo>
                    <a:lnTo>
                      <a:pt x="54" y="315"/>
                    </a:lnTo>
                    <a:lnTo>
                      <a:pt x="54" y="215"/>
                    </a:lnTo>
                    <a:lnTo>
                      <a:pt x="5" y="165"/>
                    </a:lnTo>
                    <a:lnTo>
                      <a:pt x="5" y="0"/>
                    </a:lnTo>
                    <a:lnTo>
                      <a:pt x="0" y="0"/>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67" name="Google Shape;467;p8"/>
            <p:cNvGrpSpPr/>
            <p:nvPr/>
          </p:nvGrpSpPr>
          <p:grpSpPr>
            <a:xfrm flipH="1">
              <a:off x="6433240" y="-158755"/>
              <a:ext cx="1493520" cy="615774"/>
              <a:chOff x="5301012" y="396272"/>
              <a:chExt cx="935614" cy="385751"/>
            </a:xfrm>
          </p:grpSpPr>
          <p:sp>
            <p:nvSpPr>
              <p:cNvPr id="468" name="Google Shape;468;p8"/>
              <p:cNvSpPr/>
              <p:nvPr/>
            </p:nvSpPr>
            <p:spPr>
              <a:xfrm>
                <a:off x="6202525" y="396272"/>
                <a:ext cx="34100" cy="34099"/>
              </a:xfrm>
              <a:custGeom>
                <a:rect b="b" l="l" r="r" t="t"/>
                <a:pathLst>
                  <a:path extrusionOk="0" h="15" w="15">
                    <a:moveTo>
                      <a:pt x="13" y="8"/>
                    </a:moveTo>
                    <a:cubicBezTo>
                      <a:pt x="11" y="8"/>
                      <a:pt x="11" y="8"/>
                      <a:pt x="11" y="8"/>
                    </a:cubicBezTo>
                    <a:cubicBezTo>
                      <a:pt x="11" y="9"/>
                      <a:pt x="9" y="11"/>
                      <a:pt x="8" y="11"/>
                    </a:cubicBezTo>
                    <a:cubicBezTo>
                      <a:pt x="6" y="11"/>
                      <a:pt x="4" y="9"/>
                      <a:pt x="4" y="8"/>
                    </a:cubicBezTo>
                    <a:cubicBezTo>
                      <a:pt x="4" y="6"/>
                      <a:pt x="6" y="4"/>
                      <a:pt x="8" y="4"/>
                    </a:cubicBezTo>
                    <a:cubicBezTo>
                      <a:pt x="9" y="4"/>
                      <a:pt x="11" y="6"/>
                      <a:pt x="11" y="8"/>
                    </a:cubicBezTo>
                    <a:cubicBezTo>
                      <a:pt x="13" y="8"/>
                      <a:pt x="13" y="8"/>
                      <a:pt x="13" y="8"/>
                    </a:cubicBezTo>
                    <a:cubicBezTo>
                      <a:pt x="15" y="8"/>
                      <a:pt x="15" y="8"/>
                      <a:pt x="15" y="8"/>
                    </a:cubicBezTo>
                    <a:cubicBezTo>
                      <a:pt x="15" y="4"/>
                      <a:pt x="12" y="0"/>
                      <a:pt x="8" y="0"/>
                    </a:cubicBezTo>
                    <a:cubicBezTo>
                      <a:pt x="4" y="0"/>
                      <a:pt x="0" y="4"/>
                      <a:pt x="0" y="8"/>
                    </a:cubicBezTo>
                    <a:cubicBezTo>
                      <a:pt x="0" y="12"/>
                      <a:pt x="4" y="15"/>
                      <a:pt x="8" y="15"/>
                    </a:cubicBezTo>
                    <a:cubicBezTo>
                      <a:pt x="12" y="15"/>
                      <a:pt x="15" y="12"/>
                      <a:pt x="15" y="8"/>
                    </a:cubicBezTo>
                    <a:lnTo>
                      <a:pt x="13"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9" name="Google Shape;469;p8"/>
              <p:cNvSpPr/>
              <p:nvPr/>
            </p:nvSpPr>
            <p:spPr>
              <a:xfrm>
                <a:off x="5301012" y="750054"/>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6"/>
                      <a:pt x="5" y="4"/>
                      <a:pt x="7" y="4"/>
                    </a:cubicBezTo>
                    <a:cubicBezTo>
                      <a:pt x="9" y="4"/>
                      <a:pt x="10" y="6"/>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0" name="Google Shape;470;p8"/>
              <p:cNvSpPr/>
              <p:nvPr/>
            </p:nvSpPr>
            <p:spPr>
              <a:xfrm>
                <a:off x="5322324" y="426109"/>
                <a:ext cx="903645" cy="336732"/>
              </a:xfrm>
              <a:custGeom>
                <a:rect b="b" l="l" r="r" t="t"/>
                <a:pathLst>
                  <a:path extrusionOk="0" h="158" w="424">
                    <a:moveTo>
                      <a:pt x="419" y="0"/>
                    </a:moveTo>
                    <a:lnTo>
                      <a:pt x="419" y="51"/>
                    </a:lnTo>
                    <a:lnTo>
                      <a:pt x="388" y="82"/>
                    </a:lnTo>
                    <a:lnTo>
                      <a:pt x="72" y="82"/>
                    </a:lnTo>
                    <a:lnTo>
                      <a:pt x="0" y="154"/>
                    </a:lnTo>
                    <a:lnTo>
                      <a:pt x="3" y="158"/>
                    </a:lnTo>
                    <a:lnTo>
                      <a:pt x="74" y="86"/>
                    </a:lnTo>
                    <a:lnTo>
                      <a:pt x="390" y="86"/>
                    </a:lnTo>
                    <a:lnTo>
                      <a:pt x="424" y="53"/>
                    </a:lnTo>
                    <a:lnTo>
                      <a:pt x="424" y="0"/>
                    </a:lnTo>
                    <a:lnTo>
                      <a:pt x="419" y="0"/>
                    </a:lnTo>
                    <a:lnTo>
                      <a:pt x="419"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71" name="Google Shape;471;p8"/>
            <p:cNvGrpSpPr/>
            <p:nvPr/>
          </p:nvGrpSpPr>
          <p:grpSpPr>
            <a:xfrm flipH="1">
              <a:off x="227686" y="159032"/>
              <a:ext cx="1064856" cy="813093"/>
              <a:chOff x="3843246" y="357910"/>
              <a:chExt cx="667078" cy="509361"/>
            </a:xfrm>
          </p:grpSpPr>
          <p:sp>
            <p:nvSpPr>
              <p:cNvPr id="472" name="Google Shape;472;p8"/>
              <p:cNvSpPr/>
              <p:nvPr/>
            </p:nvSpPr>
            <p:spPr>
              <a:xfrm>
                <a:off x="3870952" y="385616"/>
                <a:ext cx="626584" cy="471000"/>
              </a:xfrm>
              <a:custGeom>
                <a:rect b="b" l="l" r="r" t="t"/>
                <a:pathLst>
                  <a:path extrusionOk="0" h="221" w="294">
                    <a:moveTo>
                      <a:pt x="290" y="0"/>
                    </a:moveTo>
                    <a:lnTo>
                      <a:pt x="290" y="78"/>
                    </a:lnTo>
                    <a:lnTo>
                      <a:pt x="151" y="217"/>
                    </a:lnTo>
                    <a:lnTo>
                      <a:pt x="0" y="217"/>
                    </a:lnTo>
                    <a:lnTo>
                      <a:pt x="0" y="221"/>
                    </a:lnTo>
                    <a:lnTo>
                      <a:pt x="153" y="221"/>
                    </a:lnTo>
                    <a:lnTo>
                      <a:pt x="294" y="80"/>
                    </a:lnTo>
                    <a:lnTo>
                      <a:pt x="294" y="0"/>
                    </a:lnTo>
                    <a:lnTo>
                      <a:pt x="290" y="0"/>
                    </a:lnTo>
                    <a:lnTo>
                      <a:pt x="29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3" name="Google Shape;473;p8"/>
              <p:cNvSpPr/>
              <p:nvPr/>
            </p:nvSpPr>
            <p:spPr>
              <a:xfrm>
                <a:off x="3843246" y="835302"/>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5"/>
                      <a:pt x="5"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4" name="Google Shape;474;p8"/>
              <p:cNvSpPr/>
              <p:nvPr/>
            </p:nvSpPr>
            <p:spPr>
              <a:xfrm>
                <a:off x="4478354" y="357910"/>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6"/>
                      <a:pt x="5" y="4"/>
                      <a:pt x="7" y="4"/>
                    </a:cubicBezTo>
                    <a:cubicBezTo>
                      <a:pt x="9" y="4"/>
                      <a:pt x="10" y="6"/>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75" name="Google Shape;475;p8"/>
            <p:cNvGrpSpPr/>
            <p:nvPr/>
          </p:nvGrpSpPr>
          <p:grpSpPr>
            <a:xfrm flipH="1">
              <a:off x="695431" y="-57203"/>
              <a:ext cx="1337026" cy="826702"/>
              <a:chOff x="3421261" y="191675"/>
              <a:chExt cx="837578" cy="517886"/>
            </a:xfrm>
          </p:grpSpPr>
          <p:sp>
            <p:nvSpPr>
              <p:cNvPr id="476" name="Google Shape;476;p8"/>
              <p:cNvSpPr/>
              <p:nvPr/>
            </p:nvSpPr>
            <p:spPr>
              <a:xfrm>
                <a:off x="3421261" y="679724"/>
                <a:ext cx="31969" cy="29837"/>
              </a:xfrm>
              <a:custGeom>
                <a:rect b="b" l="l" r="r" t="t"/>
                <a:pathLst>
                  <a:path extrusionOk="0" h="14" w="14">
                    <a:moveTo>
                      <a:pt x="12" y="7"/>
                    </a:moveTo>
                    <a:cubicBezTo>
                      <a:pt x="10" y="7"/>
                      <a:pt x="10" y="7"/>
                      <a:pt x="10" y="7"/>
                    </a:cubicBezTo>
                    <a:cubicBezTo>
                      <a:pt x="10" y="8"/>
                      <a:pt x="9" y="10"/>
                      <a:pt x="7" y="10"/>
                    </a:cubicBezTo>
                    <a:cubicBezTo>
                      <a:pt x="5" y="10"/>
                      <a:pt x="4" y="8"/>
                      <a:pt x="4" y="7"/>
                    </a:cubicBezTo>
                    <a:cubicBezTo>
                      <a:pt x="4" y="5"/>
                      <a:pt x="5"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7" name="Google Shape;477;p8"/>
              <p:cNvSpPr/>
              <p:nvPr/>
            </p:nvSpPr>
            <p:spPr>
              <a:xfrm>
                <a:off x="3442573" y="191675"/>
                <a:ext cx="816266" cy="498704"/>
              </a:xfrm>
              <a:custGeom>
                <a:rect b="b" l="l" r="r" t="t"/>
                <a:pathLst>
                  <a:path extrusionOk="0" h="234" w="383">
                    <a:moveTo>
                      <a:pt x="379" y="0"/>
                    </a:moveTo>
                    <a:lnTo>
                      <a:pt x="379" y="106"/>
                    </a:lnTo>
                    <a:lnTo>
                      <a:pt x="301" y="185"/>
                    </a:lnTo>
                    <a:lnTo>
                      <a:pt x="46" y="185"/>
                    </a:lnTo>
                    <a:lnTo>
                      <a:pt x="0" y="231"/>
                    </a:lnTo>
                    <a:lnTo>
                      <a:pt x="3" y="234"/>
                    </a:lnTo>
                    <a:lnTo>
                      <a:pt x="47" y="190"/>
                    </a:lnTo>
                    <a:lnTo>
                      <a:pt x="302" y="190"/>
                    </a:lnTo>
                    <a:lnTo>
                      <a:pt x="383" y="108"/>
                    </a:lnTo>
                    <a:lnTo>
                      <a:pt x="383" y="0"/>
                    </a:lnTo>
                    <a:lnTo>
                      <a:pt x="379" y="0"/>
                    </a:lnTo>
                    <a:lnTo>
                      <a:pt x="379"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78" name="Google Shape;478;p8"/>
            <p:cNvGrpSpPr/>
            <p:nvPr/>
          </p:nvGrpSpPr>
          <p:grpSpPr>
            <a:xfrm>
              <a:off x="7482565" y="4404023"/>
              <a:ext cx="619332" cy="1338013"/>
              <a:chOff x="6850421" y="775628"/>
              <a:chExt cx="398541" cy="861012"/>
            </a:xfrm>
          </p:grpSpPr>
          <p:sp>
            <p:nvSpPr>
              <p:cNvPr id="479" name="Google Shape;479;p8"/>
              <p:cNvSpPr/>
              <p:nvPr/>
            </p:nvSpPr>
            <p:spPr>
              <a:xfrm>
                <a:off x="6850421" y="1604672"/>
                <a:ext cx="34100" cy="31969"/>
              </a:xfrm>
              <a:custGeom>
                <a:rect b="b" l="l" r="r" t="t"/>
                <a:pathLst>
                  <a:path extrusionOk="0" h="15" w="15">
                    <a:moveTo>
                      <a:pt x="13" y="8"/>
                    </a:moveTo>
                    <a:cubicBezTo>
                      <a:pt x="11" y="8"/>
                      <a:pt x="11" y="8"/>
                      <a:pt x="11" y="8"/>
                    </a:cubicBezTo>
                    <a:cubicBezTo>
                      <a:pt x="11" y="9"/>
                      <a:pt x="9" y="11"/>
                      <a:pt x="7" y="11"/>
                    </a:cubicBezTo>
                    <a:cubicBezTo>
                      <a:pt x="6" y="11"/>
                      <a:pt x="4" y="9"/>
                      <a:pt x="4" y="8"/>
                    </a:cubicBezTo>
                    <a:cubicBezTo>
                      <a:pt x="4" y="6"/>
                      <a:pt x="6" y="4"/>
                      <a:pt x="7" y="4"/>
                    </a:cubicBezTo>
                    <a:cubicBezTo>
                      <a:pt x="9" y="4"/>
                      <a:pt x="11" y="6"/>
                      <a:pt x="11" y="8"/>
                    </a:cubicBezTo>
                    <a:cubicBezTo>
                      <a:pt x="13" y="8"/>
                      <a:pt x="13" y="8"/>
                      <a:pt x="13" y="8"/>
                    </a:cubicBezTo>
                    <a:cubicBezTo>
                      <a:pt x="15" y="8"/>
                      <a:pt x="15" y="8"/>
                      <a:pt x="15" y="8"/>
                    </a:cubicBezTo>
                    <a:cubicBezTo>
                      <a:pt x="15" y="4"/>
                      <a:pt x="11" y="0"/>
                      <a:pt x="7" y="0"/>
                    </a:cubicBezTo>
                    <a:cubicBezTo>
                      <a:pt x="3" y="0"/>
                      <a:pt x="0" y="4"/>
                      <a:pt x="0" y="8"/>
                    </a:cubicBezTo>
                    <a:cubicBezTo>
                      <a:pt x="0" y="12"/>
                      <a:pt x="3" y="15"/>
                      <a:pt x="7" y="15"/>
                    </a:cubicBezTo>
                    <a:cubicBezTo>
                      <a:pt x="11" y="15"/>
                      <a:pt x="15" y="12"/>
                      <a:pt x="15" y="8"/>
                    </a:cubicBezTo>
                    <a:lnTo>
                      <a:pt x="13"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0" name="Google Shape;480;p8"/>
              <p:cNvSpPr/>
              <p:nvPr/>
            </p:nvSpPr>
            <p:spPr>
              <a:xfrm>
                <a:off x="7138138" y="775628"/>
                <a:ext cx="31969" cy="31969"/>
              </a:xfrm>
              <a:custGeom>
                <a:rect b="b" l="l" r="r" t="t"/>
                <a:pathLst>
                  <a:path extrusionOk="0" h="14" w="14">
                    <a:moveTo>
                      <a:pt x="12" y="7"/>
                    </a:moveTo>
                    <a:cubicBezTo>
                      <a:pt x="10" y="7"/>
                      <a:pt x="10" y="7"/>
                      <a:pt x="10" y="7"/>
                    </a:cubicBezTo>
                    <a:cubicBezTo>
                      <a:pt x="10" y="9"/>
                      <a:pt x="9" y="10"/>
                      <a:pt x="7" y="10"/>
                    </a:cubicBezTo>
                    <a:cubicBezTo>
                      <a:pt x="6" y="10"/>
                      <a:pt x="4" y="9"/>
                      <a:pt x="4" y="7"/>
                    </a:cubicBezTo>
                    <a:cubicBezTo>
                      <a:pt x="4" y="5"/>
                      <a:pt x="6"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1" name="Google Shape;481;p8"/>
              <p:cNvSpPr/>
              <p:nvPr/>
            </p:nvSpPr>
            <p:spPr>
              <a:xfrm>
                <a:off x="6861077" y="794810"/>
                <a:ext cx="387885" cy="814124"/>
              </a:xfrm>
              <a:custGeom>
                <a:rect b="b" l="l" r="r" t="t"/>
                <a:pathLst>
                  <a:path extrusionOk="0" h="382" w="182">
                    <a:moveTo>
                      <a:pt x="5" y="382"/>
                    </a:moveTo>
                    <a:lnTo>
                      <a:pt x="5" y="306"/>
                    </a:lnTo>
                    <a:lnTo>
                      <a:pt x="79" y="231"/>
                    </a:lnTo>
                    <a:lnTo>
                      <a:pt x="146" y="231"/>
                    </a:lnTo>
                    <a:lnTo>
                      <a:pt x="182" y="194"/>
                    </a:lnTo>
                    <a:lnTo>
                      <a:pt x="182" y="40"/>
                    </a:lnTo>
                    <a:lnTo>
                      <a:pt x="142" y="0"/>
                    </a:lnTo>
                    <a:lnTo>
                      <a:pt x="140" y="3"/>
                    </a:lnTo>
                    <a:lnTo>
                      <a:pt x="178" y="42"/>
                    </a:lnTo>
                    <a:lnTo>
                      <a:pt x="178" y="192"/>
                    </a:lnTo>
                    <a:lnTo>
                      <a:pt x="143" y="227"/>
                    </a:lnTo>
                    <a:lnTo>
                      <a:pt x="78" y="227"/>
                    </a:lnTo>
                    <a:lnTo>
                      <a:pt x="0" y="304"/>
                    </a:lnTo>
                    <a:lnTo>
                      <a:pt x="0" y="382"/>
                    </a:lnTo>
                    <a:lnTo>
                      <a:pt x="5" y="382"/>
                    </a:lnTo>
                    <a:lnTo>
                      <a:pt x="5" y="38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82" name="Google Shape;482;p8"/>
            <p:cNvGrpSpPr/>
            <p:nvPr/>
          </p:nvGrpSpPr>
          <p:grpSpPr>
            <a:xfrm flipH="1">
              <a:off x="8212499" y="2963157"/>
              <a:ext cx="1064856" cy="813093"/>
              <a:chOff x="3843246" y="357910"/>
              <a:chExt cx="667078" cy="509361"/>
            </a:xfrm>
          </p:grpSpPr>
          <p:sp>
            <p:nvSpPr>
              <p:cNvPr id="483" name="Google Shape;483;p8"/>
              <p:cNvSpPr/>
              <p:nvPr/>
            </p:nvSpPr>
            <p:spPr>
              <a:xfrm>
                <a:off x="3870952" y="385616"/>
                <a:ext cx="626584" cy="471000"/>
              </a:xfrm>
              <a:custGeom>
                <a:rect b="b" l="l" r="r" t="t"/>
                <a:pathLst>
                  <a:path extrusionOk="0" h="221" w="294">
                    <a:moveTo>
                      <a:pt x="290" y="0"/>
                    </a:moveTo>
                    <a:lnTo>
                      <a:pt x="290" y="78"/>
                    </a:lnTo>
                    <a:lnTo>
                      <a:pt x="151" y="217"/>
                    </a:lnTo>
                    <a:lnTo>
                      <a:pt x="0" y="217"/>
                    </a:lnTo>
                    <a:lnTo>
                      <a:pt x="0" y="221"/>
                    </a:lnTo>
                    <a:lnTo>
                      <a:pt x="153" y="221"/>
                    </a:lnTo>
                    <a:lnTo>
                      <a:pt x="294" y="80"/>
                    </a:lnTo>
                    <a:lnTo>
                      <a:pt x="294" y="0"/>
                    </a:lnTo>
                    <a:lnTo>
                      <a:pt x="290" y="0"/>
                    </a:lnTo>
                    <a:lnTo>
                      <a:pt x="29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4" name="Google Shape;484;p8"/>
              <p:cNvSpPr/>
              <p:nvPr/>
            </p:nvSpPr>
            <p:spPr>
              <a:xfrm>
                <a:off x="3843246" y="835302"/>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5"/>
                      <a:pt x="5"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5" name="Google Shape;485;p8"/>
              <p:cNvSpPr/>
              <p:nvPr/>
            </p:nvSpPr>
            <p:spPr>
              <a:xfrm>
                <a:off x="4478354" y="357910"/>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6"/>
                      <a:pt x="5" y="4"/>
                      <a:pt x="7" y="4"/>
                    </a:cubicBezTo>
                    <a:cubicBezTo>
                      <a:pt x="9" y="4"/>
                      <a:pt x="10" y="6"/>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86" name="Google Shape;486;p8"/>
            <p:cNvGrpSpPr/>
            <p:nvPr/>
          </p:nvGrpSpPr>
          <p:grpSpPr>
            <a:xfrm flipH="1" rot="-5400000">
              <a:off x="2113698" y="5180120"/>
              <a:ext cx="2156910" cy="506908"/>
              <a:chOff x="4891825" y="3495059"/>
              <a:chExt cx="1351193" cy="317552"/>
            </a:xfrm>
          </p:grpSpPr>
          <p:sp>
            <p:nvSpPr>
              <p:cNvPr id="487" name="Google Shape;487;p8"/>
              <p:cNvSpPr/>
              <p:nvPr/>
            </p:nvSpPr>
            <p:spPr>
              <a:xfrm>
                <a:off x="6208918" y="3706050"/>
                <a:ext cx="34100" cy="31969"/>
              </a:xfrm>
              <a:custGeom>
                <a:rect b="b" l="l" r="r" t="t"/>
                <a:pathLst>
                  <a:path extrusionOk="0" h="15" w="15">
                    <a:moveTo>
                      <a:pt x="2" y="7"/>
                    </a:moveTo>
                    <a:cubicBezTo>
                      <a:pt x="4" y="7"/>
                      <a:pt x="4" y="7"/>
                      <a:pt x="4" y="7"/>
                    </a:cubicBezTo>
                    <a:cubicBezTo>
                      <a:pt x="4" y="6"/>
                      <a:pt x="6" y="4"/>
                      <a:pt x="8" y="4"/>
                    </a:cubicBezTo>
                    <a:cubicBezTo>
                      <a:pt x="9" y="4"/>
                      <a:pt x="11" y="6"/>
                      <a:pt x="11" y="7"/>
                    </a:cubicBezTo>
                    <a:cubicBezTo>
                      <a:pt x="11" y="9"/>
                      <a:pt x="9" y="11"/>
                      <a:pt x="8" y="11"/>
                    </a:cubicBezTo>
                    <a:cubicBezTo>
                      <a:pt x="6" y="11"/>
                      <a:pt x="4" y="9"/>
                      <a:pt x="4" y="7"/>
                    </a:cubicBezTo>
                    <a:cubicBezTo>
                      <a:pt x="2" y="7"/>
                      <a:pt x="2" y="7"/>
                      <a:pt x="2" y="7"/>
                    </a:cubicBezTo>
                    <a:cubicBezTo>
                      <a:pt x="0" y="7"/>
                      <a:pt x="0" y="7"/>
                      <a:pt x="0" y="7"/>
                    </a:cubicBezTo>
                    <a:cubicBezTo>
                      <a:pt x="0" y="11"/>
                      <a:pt x="4" y="15"/>
                      <a:pt x="8" y="15"/>
                    </a:cubicBezTo>
                    <a:cubicBezTo>
                      <a:pt x="12" y="15"/>
                      <a:pt x="15" y="11"/>
                      <a:pt x="15" y="7"/>
                    </a:cubicBezTo>
                    <a:cubicBezTo>
                      <a:pt x="15" y="3"/>
                      <a:pt x="12" y="0"/>
                      <a:pt x="8" y="0"/>
                    </a:cubicBezTo>
                    <a:cubicBezTo>
                      <a:pt x="4" y="0"/>
                      <a:pt x="0" y="3"/>
                      <a:pt x="0" y="7"/>
                    </a:cubicBezTo>
                    <a:lnTo>
                      <a:pt x="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8" name="Google Shape;488;p8"/>
              <p:cNvSpPr/>
              <p:nvPr/>
            </p:nvSpPr>
            <p:spPr>
              <a:xfrm>
                <a:off x="4891825" y="3584575"/>
                <a:ext cx="29825" cy="29825"/>
              </a:xfrm>
              <a:custGeom>
                <a:rect b="b" l="l" r="r" t="t"/>
                <a:pathLst>
                  <a:path extrusionOk="0" h="14" w="15">
                    <a:moveTo>
                      <a:pt x="2" y="7"/>
                    </a:moveTo>
                    <a:cubicBezTo>
                      <a:pt x="4" y="7"/>
                      <a:pt x="4" y="7"/>
                      <a:pt x="4" y="7"/>
                    </a:cubicBezTo>
                    <a:cubicBezTo>
                      <a:pt x="4" y="5"/>
                      <a:pt x="6" y="4"/>
                      <a:pt x="7" y="4"/>
                    </a:cubicBezTo>
                    <a:cubicBezTo>
                      <a:pt x="9" y="4"/>
                      <a:pt x="11" y="5"/>
                      <a:pt x="11" y="7"/>
                    </a:cubicBezTo>
                    <a:cubicBezTo>
                      <a:pt x="11" y="9"/>
                      <a:pt x="9" y="10"/>
                      <a:pt x="7" y="10"/>
                    </a:cubicBezTo>
                    <a:cubicBezTo>
                      <a:pt x="6" y="10"/>
                      <a:pt x="4" y="9"/>
                      <a:pt x="4" y="7"/>
                    </a:cubicBezTo>
                    <a:cubicBezTo>
                      <a:pt x="2" y="7"/>
                      <a:pt x="2" y="7"/>
                      <a:pt x="2" y="7"/>
                    </a:cubicBezTo>
                    <a:cubicBezTo>
                      <a:pt x="0" y="7"/>
                      <a:pt x="0" y="7"/>
                      <a:pt x="0" y="7"/>
                    </a:cubicBezTo>
                    <a:cubicBezTo>
                      <a:pt x="0" y="11"/>
                      <a:pt x="3" y="14"/>
                      <a:pt x="7" y="14"/>
                    </a:cubicBezTo>
                    <a:cubicBezTo>
                      <a:pt x="11" y="14"/>
                      <a:pt x="15" y="11"/>
                      <a:pt x="15" y="7"/>
                    </a:cubicBezTo>
                    <a:cubicBezTo>
                      <a:pt x="15" y="3"/>
                      <a:pt x="11" y="0"/>
                      <a:pt x="7" y="0"/>
                    </a:cubicBezTo>
                    <a:cubicBezTo>
                      <a:pt x="3" y="0"/>
                      <a:pt x="0" y="3"/>
                      <a:pt x="0" y="7"/>
                    </a:cubicBezTo>
                    <a:lnTo>
                      <a:pt x="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9" name="Google Shape;489;p8"/>
              <p:cNvSpPr/>
              <p:nvPr/>
            </p:nvSpPr>
            <p:spPr>
              <a:xfrm>
                <a:off x="4917389" y="3595227"/>
                <a:ext cx="1295792" cy="217384"/>
              </a:xfrm>
              <a:custGeom>
                <a:rect b="b" l="l" r="r" t="t"/>
                <a:pathLst>
                  <a:path extrusionOk="0" h="102" w="608">
                    <a:moveTo>
                      <a:pt x="0" y="4"/>
                    </a:moveTo>
                    <a:lnTo>
                      <a:pt x="207" y="4"/>
                    </a:lnTo>
                    <a:lnTo>
                      <a:pt x="305" y="102"/>
                    </a:lnTo>
                    <a:lnTo>
                      <a:pt x="498" y="102"/>
                    </a:lnTo>
                    <a:lnTo>
                      <a:pt x="539" y="61"/>
                    </a:lnTo>
                    <a:lnTo>
                      <a:pt x="608" y="61"/>
                    </a:lnTo>
                    <a:lnTo>
                      <a:pt x="608" y="57"/>
                    </a:lnTo>
                    <a:lnTo>
                      <a:pt x="537" y="57"/>
                    </a:lnTo>
                    <a:lnTo>
                      <a:pt x="497" y="98"/>
                    </a:lnTo>
                    <a:lnTo>
                      <a:pt x="307" y="98"/>
                    </a:lnTo>
                    <a:lnTo>
                      <a:pt x="210" y="0"/>
                    </a:lnTo>
                    <a:lnTo>
                      <a:pt x="0" y="0"/>
                    </a:lnTo>
                    <a:lnTo>
                      <a:pt x="0" y="4"/>
                    </a:lnTo>
                    <a:lnTo>
                      <a:pt x="0" y="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0" name="Google Shape;490;p8"/>
              <p:cNvSpPr/>
              <p:nvPr/>
            </p:nvSpPr>
            <p:spPr>
              <a:xfrm>
                <a:off x="5933990" y="3716706"/>
                <a:ext cx="31969" cy="34099"/>
              </a:xfrm>
              <a:custGeom>
                <a:rect b="b" l="l" r="r" t="t"/>
                <a:pathLst>
                  <a:path extrusionOk="0" h="15" w="14">
                    <a:moveTo>
                      <a:pt x="2" y="8"/>
                    </a:moveTo>
                    <a:cubicBezTo>
                      <a:pt x="4" y="8"/>
                      <a:pt x="4" y="8"/>
                      <a:pt x="4" y="8"/>
                    </a:cubicBezTo>
                    <a:cubicBezTo>
                      <a:pt x="4" y="6"/>
                      <a:pt x="5" y="4"/>
                      <a:pt x="7" y="4"/>
                    </a:cubicBezTo>
                    <a:cubicBezTo>
                      <a:pt x="8" y="4"/>
                      <a:pt x="10" y="6"/>
                      <a:pt x="10" y="8"/>
                    </a:cubicBezTo>
                    <a:cubicBezTo>
                      <a:pt x="10" y="9"/>
                      <a:pt x="8" y="11"/>
                      <a:pt x="7" y="11"/>
                    </a:cubicBezTo>
                    <a:cubicBezTo>
                      <a:pt x="5" y="11"/>
                      <a:pt x="4" y="9"/>
                      <a:pt x="4" y="8"/>
                    </a:cubicBezTo>
                    <a:cubicBezTo>
                      <a:pt x="2" y="8"/>
                      <a:pt x="2" y="8"/>
                      <a:pt x="2" y="8"/>
                    </a:cubicBezTo>
                    <a:cubicBezTo>
                      <a:pt x="0" y="8"/>
                      <a:pt x="0" y="8"/>
                      <a:pt x="0" y="8"/>
                    </a:cubicBezTo>
                    <a:cubicBezTo>
                      <a:pt x="0" y="11"/>
                      <a:pt x="3" y="15"/>
                      <a:pt x="7" y="15"/>
                    </a:cubicBezTo>
                    <a:cubicBezTo>
                      <a:pt x="11" y="15"/>
                      <a:pt x="14" y="11"/>
                      <a:pt x="14" y="8"/>
                    </a:cubicBezTo>
                    <a:cubicBezTo>
                      <a:pt x="14" y="4"/>
                      <a:pt x="11" y="0"/>
                      <a:pt x="7" y="0"/>
                    </a:cubicBezTo>
                    <a:cubicBezTo>
                      <a:pt x="3" y="0"/>
                      <a:pt x="0" y="4"/>
                      <a:pt x="0" y="8"/>
                    </a:cubicBezTo>
                    <a:lnTo>
                      <a:pt x="2"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1" name="Google Shape;491;p8"/>
              <p:cNvSpPr/>
              <p:nvPr/>
            </p:nvSpPr>
            <p:spPr>
              <a:xfrm>
                <a:off x="5286094" y="3495059"/>
                <a:ext cx="29837" cy="31969"/>
              </a:xfrm>
              <a:custGeom>
                <a:rect b="b" l="l" r="r" t="t"/>
                <a:pathLst>
                  <a:path extrusionOk="0" h="15" w="14">
                    <a:moveTo>
                      <a:pt x="2" y="8"/>
                    </a:moveTo>
                    <a:cubicBezTo>
                      <a:pt x="4" y="8"/>
                      <a:pt x="4" y="8"/>
                      <a:pt x="4" y="8"/>
                    </a:cubicBezTo>
                    <a:cubicBezTo>
                      <a:pt x="4" y="6"/>
                      <a:pt x="5" y="4"/>
                      <a:pt x="7" y="4"/>
                    </a:cubicBezTo>
                    <a:cubicBezTo>
                      <a:pt x="9" y="4"/>
                      <a:pt x="10" y="6"/>
                      <a:pt x="10" y="8"/>
                    </a:cubicBezTo>
                    <a:cubicBezTo>
                      <a:pt x="10" y="9"/>
                      <a:pt x="9" y="11"/>
                      <a:pt x="7" y="11"/>
                    </a:cubicBezTo>
                    <a:cubicBezTo>
                      <a:pt x="5" y="11"/>
                      <a:pt x="4" y="9"/>
                      <a:pt x="4" y="8"/>
                    </a:cubicBezTo>
                    <a:cubicBezTo>
                      <a:pt x="2" y="8"/>
                      <a:pt x="2" y="8"/>
                      <a:pt x="2" y="8"/>
                    </a:cubicBezTo>
                    <a:cubicBezTo>
                      <a:pt x="0" y="8"/>
                      <a:pt x="0" y="8"/>
                      <a:pt x="0" y="8"/>
                    </a:cubicBezTo>
                    <a:cubicBezTo>
                      <a:pt x="0" y="11"/>
                      <a:pt x="3" y="15"/>
                      <a:pt x="7" y="15"/>
                    </a:cubicBezTo>
                    <a:cubicBezTo>
                      <a:pt x="11" y="15"/>
                      <a:pt x="14" y="11"/>
                      <a:pt x="14" y="8"/>
                    </a:cubicBezTo>
                    <a:cubicBezTo>
                      <a:pt x="14" y="4"/>
                      <a:pt x="11" y="0"/>
                      <a:pt x="7" y="0"/>
                    </a:cubicBezTo>
                    <a:cubicBezTo>
                      <a:pt x="3" y="0"/>
                      <a:pt x="0" y="4"/>
                      <a:pt x="0" y="8"/>
                    </a:cubicBezTo>
                    <a:lnTo>
                      <a:pt x="2"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2" name="Google Shape;492;p8"/>
              <p:cNvSpPr/>
              <p:nvPr/>
            </p:nvSpPr>
            <p:spPr>
              <a:xfrm>
                <a:off x="5311668" y="3507847"/>
                <a:ext cx="632979" cy="219516"/>
              </a:xfrm>
              <a:custGeom>
                <a:rect b="b" l="l" r="r" t="t"/>
                <a:pathLst>
                  <a:path extrusionOk="0" h="103" w="297">
                    <a:moveTo>
                      <a:pt x="0" y="4"/>
                    </a:moveTo>
                    <a:lnTo>
                      <a:pt x="39" y="4"/>
                    </a:lnTo>
                    <a:lnTo>
                      <a:pt x="115" y="79"/>
                    </a:lnTo>
                    <a:lnTo>
                      <a:pt x="270" y="79"/>
                    </a:lnTo>
                    <a:lnTo>
                      <a:pt x="294" y="103"/>
                    </a:lnTo>
                    <a:lnTo>
                      <a:pt x="297" y="100"/>
                    </a:lnTo>
                    <a:lnTo>
                      <a:pt x="272" y="75"/>
                    </a:lnTo>
                    <a:lnTo>
                      <a:pt x="117" y="75"/>
                    </a:lnTo>
                    <a:lnTo>
                      <a:pt x="41" y="0"/>
                    </a:lnTo>
                    <a:lnTo>
                      <a:pt x="0" y="0"/>
                    </a:lnTo>
                    <a:lnTo>
                      <a:pt x="0" y="4"/>
                    </a:lnTo>
                    <a:lnTo>
                      <a:pt x="0" y="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93" name="Google Shape;493;p8"/>
            <p:cNvGrpSpPr/>
            <p:nvPr/>
          </p:nvGrpSpPr>
          <p:grpSpPr>
            <a:xfrm flipH="1">
              <a:off x="5175252" y="-576378"/>
              <a:ext cx="204128" cy="1115878"/>
              <a:chOff x="6605329" y="191675"/>
              <a:chExt cx="127876" cy="699040"/>
            </a:xfrm>
          </p:grpSpPr>
          <p:sp>
            <p:nvSpPr>
              <p:cNvPr id="494" name="Google Shape;494;p8"/>
              <p:cNvSpPr/>
              <p:nvPr/>
            </p:nvSpPr>
            <p:spPr>
              <a:xfrm>
                <a:off x="6701235" y="858746"/>
                <a:ext cx="31969" cy="31969"/>
              </a:xfrm>
              <a:custGeom>
                <a:rect b="b" l="l" r="r" t="t"/>
                <a:pathLst>
                  <a:path extrusionOk="0" h="14" w="15">
                    <a:moveTo>
                      <a:pt x="13" y="7"/>
                    </a:moveTo>
                    <a:cubicBezTo>
                      <a:pt x="11" y="7"/>
                      <a:pt x="11" y="7"/>
                      <a:pt x="11" y="7"/>
                    </a:cubicBezTo>
                    <a:cubicBezTo>
                      <a:pt x="11" y="9"/>
                      <a:pt x="9" y="10"/>
                      <a:pt x="7" y="10"/>
                    </a:cubicBezTo>
                    <a:cubicBezTo>
                      <a:pt x="6" y="10"/>
                      <a:pt x="4" y="9"/>
                      <a:pt x="4" y="7"/>
                    </a:cubicBezTo>
                    <a:cubicBezTo>
                      <a:pt x="4" y="5"/>
                      <a:pt x="6" y="4"/>
                      <a:pt x="7" y="4"/>
                    </a:cubicBezTo>
                    <a:cubicBezTo>
                      <a:pt x="9" y="4"/>
                      <a:pt x="11" y="5"/>
                      <a:pt x="11" y="7"/>
                    </a:cubicBezTo>
                    <a:cubicBezTo>
                      <a:pt x="13" y="7"/>
                      <a:pt x="13" y="7"/>
                      <a:pt x="13" y="7"/>
                    </a:cubicBezTo>
                    <a:cubicBezTo>
                      <a:pt x="15" y="7"/>
                      <a:pt x="15" y="7"/>
                      <a:pt x="15" y="7"/>
                    </a:cubicBezTo>
                    <a:cubicBezTo>
                      <a:pt x="15" y="3"/>
                      <a:pt x="11" y="0"/>
                      <a:pt x="7" y="0"/>
                    </a:cubicBezTo>
                    <a:cubicBezTo>
                      <a:pt x="3" y="0"/>
                      <a:pt x="0" y="3"/>
                      <a:pt x="0" y="7"/>
                    </a:cubicBezTo>
                    <a:cubicBezTo>
                      <a:pt x="0" y="11"/>
                      <a:pt x="3" y="14"/>
                      <a:pt x="7" y="14"/>
                    </a:cubicBezTo>
                    <a:cubicBezTo>
                      <a:pt x="11" y="14"/>
                      <a:pt x="15" y="11"/>
                      <a:pt x="15" y="7"/>
                    </a:cubicBezTo>
                    <a:lnTo>
                      <a:pt x="13"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5" name="Google Shape;495;p8"/>
              <p:cNvSpPr/>
              <p:nvPr/>
            </p:nvSpPr>
            <p:spPr>
              <a:xfrm>
                <a:off x="6605329" y="191675"/>
                <a:ext cx="115087" cy="671334"/>
              </a:xfrm>
              <a:custGeom>
                <a:rect b="b" l="l" r="r" t="t"/>
                <a:pathLst>
                  <a:path extrusionOk="0" h="315" w="54">
                    <a:moveTo>
                      <a:pt x="0" y="0"/>
                    </a:moveTo>
                    <a:lnTo>
                      <a:pt x="0" y="167"/>
                    </a:lnTo>
                    <a:lnTo>
                      <a:pt x="50" y="217"/>
                    </a:lnTo>
                    <a:lnTo>
                      <a:pt x="50" y="315"/>
                    </a:lnTo>
                    <a:lnTo>
                      <a:pt x="54" y="315"/>
                    </a:lnTo>
                    <a:lnTo>
                      <a:pt x="54" y="215"/>
                    </a:lnTo>
                    <a:lnTo>
                      <a:pt x="5" y="165"/>
                    </a:lnTo>
                    <a:lnTo>
                      <a:pt x="5" y="0"/>
                    </a:lnTo>
                    <a:lnTo>
                      <a:pt x="0" y="0"/>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496" name="Google Shape;496;p8"/>
          <p:cNvSpPr txBox="1"/>
          <p:nvPr>
            <p:ph type="title"/>
          </p:nvPr>
        </p:nvSpPr>
        <p:spPr>
          <a:xfrm>
            <a:off x="1133425" y="1896325"/>
            <a:ext cx="6877200" cy="1205400"/>
          </a:xfrm>
          <a:prstGeom prst="rect">
            <a:avLst/>
          </a:prstGeom>
        </p:spPr>
        <p:txBody>
          <a:bodyPr anchorCtr="0" anchor="t" bIns="91425" lIns="91425" spcFirstLastPara="1" rIns="91425" wrap="square" tIns="91425">
            <a:noAutofit/>
          </a:bodyPr>
          <a:lstStyle>
            <a:lvl1pPr lvl="0" algn="ctr">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497" name="Google Shape;497;p8"/>
          <p:cNvGrpSpPr/>
          <p:nvPr/>
        </p:nvGrpSpPr>
        <p:grpSpPr>
          <a:xfrm flipH="1">
            <a:off x="535582" y="1602437"/>
            <a:ext cx="449076" cy="119073"/>
            <a:chOff x="7108302" y="2550931"/>
            <a:chExt cx="281323" cy="74593"/>
          </a:xfrm>
        </p:grpSpPr>
        <p:sp>
          <p:nvSpPr>
            <p:cNvPr id="498" name="Google Shape;498;p8"/>
            <p:cNvSpPr/>
            <p:nvPr/>
          </p:nvSpPr>
          <p:spPr>
            <a:xfrm>
              <a:off x="7347000" y="2550931"/>
              <a:ext cx="42625" cy="74593"/>
            </a:xfrm>
            <a:custGeom>
              <a:rect b="b" l="l" r="r" t="t"/>
              <a:pathLst>
                <a:path extrusionOk="0" h="35" w="2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9" name="Google Shape;499;p8"/>
            <p:cNvSpPr/>
            <p:nvPr/>
          </p:nvSpPr>
          <p:spPr>
            <a:xfrm>
              <a:off x="7285195" y="2550931"/>
              <a:ext cx="44757" cy="74593"/>
            </a:xfrm>
            <a:custGeom>
              <a:rect b="b" l="l" r="r" t="t"/>
              <a:pathLst>
                <a:path extrusionOk="0" h="35" w="21">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0" name="Google Shape;500;p8"/>
            <p:cNvSpPr/>
            <p:nvPr/>
          </p:nvSpPr>
          <p:spPr>
            <a:xfrm>
              <a:off x="7227651" y="2550931"/>
              <a:ext cx="42625" cy="74593"/>
            </a:xfrm>
            <a:custGeom>
              <a:rect b="b" l="l" r="r" t="t"/>
              <a:pathLst>
                <a:path extrusionOk="0" h="35" w="2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1" name="Google Shape;501;p8"/>
            <p:cNvSpPr/>
            <p:nvPr/>
          </p:nvSpPr>
          <p:spPr>
            <a:xfrm>
              <a:off x="7170108" y="2550931"/>
              <a:ext cx="42625" cy="74593"/>
            </a:xfrm>
            <a:custGeom>
              <a:rect b="b" l="l" r="r" t="t"/>
              <a:pathLst>
                <a:path extrusionOk="0" h="35" w="2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2" name="Google Shape;502;p8"/>
            <p:cNvSpPr/>
            <p:nvPr/>
          </p:nvSpPr>
          <p:spPr>
            <a:xfrm>
              <a:off x="7108302" y="2550931"/>
              <a:ext cx="42625" cy="74593"/>
            </a:xfrm>
            <a:custGeom>
              <a:rect b="b" l="l" r="r" t="t"/>
              <a:pathLst>
                <a:path extrusionOk="0" h="35" w="2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3" name="Google Shape;503;p8"/>
            <p:cNvSpPr/>
            <p:nvPr/>
          </p:nvSpPr>
          <p:spPr>
            <a:xfrm>
              <a:off x="7347000" y="2550931"/>
              <a:ext cx="42625" cy="74593"/>
            </a:xfrm>
            <a:custGeom>
              <a:rect b="b" l="l" r="r" t="t"/>
              <a:pathLst>
                <a:path extrusionOk="0" h="35" w="2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4" name="Google Shape;504;p8"/>
            <p:cNvSpPr/>
            <p:nvPr/>
          </p:nvSpPr>
          <p:spPr>
            <a:xfrm>
              <a:off x="7285195" y="2550931"/>
              <a:ext cx="44757" cy="74593"/>
            </a:xfrm>
            <a:custGeom>
              <a:rect b="b" l="l" r="r" t="t"/>
              <a:pathLst>
                <a:path extrusionOk="0" h="35" w="21">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5" name="Google Shape;505;p8"/>
            <p:cNvSpPr/>
            <p:nvPr/>
          </p:nvSpPr>
          <p:spPr>
            <a:xfrm>
              <a:off x="7227651" y="2550931"/>
              <a:ext cx="42625" cy="74593"/>
            </a:xfrm>
            <a:custGeom>
              <a:rect b="b" l="l" r="r" t="t"/>
              <a:pathLst>
                <a:path extrusionOk="0" h="35" w="2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6" name="Google Shape;506;p8"/>
            <p:cNvSpPr/>
            <p:nvPr/>
          </p:nvSpPr>
          <p:spPr>
            <a:xfrm>
              <a:off x="7170108" y="2550931"/>
              <a:ext cx="42625" cy="74593"/>
            </a:xfrm>
            <a:custGeom>
              <a:rect b="b" l="l" r="r" t="t"/>
              <a:pathLst>
                <a:path extrusionOk="0" h="35" w="2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7" name="Google Shape;507;p8"/>
            <p:cNvSpPr/>
            <p:nvPr/>
          </p:nvSpPr>
          <p:spPr>
            <a:xfrm>
              <a:off x="7108302" y="2550931"/>
              <a:ext cx="42625" cy="74593"/>
            </a:xfrm>
            <a:custGeom>
              <a:rect b="b" l="l" r="r" t="t"/>
              <a:pathLst>
                <a:path extrusionOk="0" h="35" w="2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08" name="Google Shape;508;p8"/>
          <p:cNvGrpSpPr/>
          <p:nvPr/>
        </p:nvGrpSpPr>
        <p:grpSpPr>
          <a:xfrm flipH="1">
            <a:off x="8207937" y="1534737"/>
            <a:ext cx="445675" cy="119073"/>
            <a:chOff x="3578973" y="2550931"/>
            <a:chExt cx="279193" cy="74593"/>
          </a:xfrm>
        </p:grpSpPr>
        <p:sp>
          <p:nvSpPr>
            <p:cNvPr id="509" name="Google Shape;509;p8"/>
            <p:cNvSpPr/>
            <p:nvPr/>
          </p:nvSpPr>
          <p:spPr>
            <a:xfrm>
              <a:off x="3578973" y="2550931"/>
              <a:ext cx="42625" cy="74593"/>
            </a:xfrm>
            <a:custGeom>
              <a:rect b="b" l="l" r="r" t="t"/>
              <a:pathLst>
                <a:path extrusionOk="0" h="35" w="20">
                  <a:moveTo>
                    <a:pt x="3" y="35"/>
                  </a:moveTo>
                  <a:lnTo>
                    <a:pt x="20" y="17"/>
                  </a:lnTo>
                  <a:lnTo>
                    <a:pt x="3" y="0"/>
                  </a:lnTo>
                  <a:lnTo>
                    <a:pt x="0" y="3"/>
                  </a:lnTo>
                  <a:lnTo>
                    <a:pt x="14"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0" name="Google Shape;510;p8"/>
            <p:cNvSpPr/>
            <p:nvPr/>
          </p:nvSpPr>
          <p:spPr>
            <a:xfrm>
              <a:off x="3636518"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1" name="Google Shape;511;p8"/>
            <p:cNvSpPr/>
            <p:nvPr/>
          </p:nvSpPr>
          <p:spPr>
            <a:xfrm>
              <a:off x="3698323" y="2550931"/>
              <a:ext cx="42625" cy="74593"/>
            </a:xfrm>
            <a:custGeom>
              <a:rect b="b" l="l" r="r" t="t"/>
              <a:pathLst>
                <a:path extrusionOk="0" h="35" w="20">
                  <a:moveTo>
                    <a:pt x="2" y="35"/>
                  </a:moveTo>
                  <a:lnTo>
                    <a:pt x="20" y="17"/>
                  </a:lnTo>
                  <a:lnTo>
                    <a:pt x="2" y="0"/>
                  </a:lnTo>
                  <a:lnTo>
                    <a:pt x="0" y="3"/>
                  </a:lnTo>
                  <a:lnTo>
                    <a:pt x="13" y="17"/>
                  </a:lnTo>
                  <a:lnTo>
                    <a:pt x="0" y="32"/>
                  </a:lnTo>
                  <a:lnTo>
                    <a:pt x="2" y="35"/>
                  </a:lnTo>
                  <a:lnTo>
                    <a:pt x="2"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2" name="Google Shape;512;p8"/>
            <p:cNvSpPr/>
            <p:nvPr/>
          </p:nvSpPr>
          <p:spPr>
            <a:xfrm>
              <a:off x="3755867"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3" name="Google Shape;513;p8"/>
            <p:cNvSpPr/>
            <p:nvPr/>
          </p:nvSpPr>
          <p:spPr>
            <a:xfrm>
              <a:off x="3813410" y="2550931"/>
              <a:ext cx="44757" cy="74593"/>
            </a:xfrm>
            <a:custGeom>
              <a:rect b="b" l="l" r="r" t="t"/>
              <a:pathLst>
                <a:path extrusionOk="0" h="35" w="21">
                  <a:moveTo>
                    <a:pt x="4" y="35"/>
                  </a:moveTo>
                  <a:lnTo>
                    <a:pt x="21" y="17"/>
                  </a:lnTo>
                  <a:lnTo>
                    <a:pt x="4" y="0"/>
                  </a:lnTo>
                  <a:lnTo>
                    <a:pt x="0" y="3"/>
                  </a:lnTo>
                  <a:lnTo>
                    <a:pt x="15" y="17"/>
                  </a:lnTo>
                  <a:lnTo>
                    <a:pt x="0" y="32"/>
                  </a:lnTo>
                  <a:lnTo>
                    <a:pt x="4" y="35"/>
                  </a:lnTo>
                  <a:lnTo>
                    <a:pt x="4"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4" name="Google Shape;514;p8"/>
            <p:cNvSpPr/>
            <p:nvPr/>
          </p:nvSpPr>
          <p:spPr>
            <a:xfrm>
              <a:off x="3578973" y="2550931"/>
              <a:ext cx="42625" cy="74593"/>
            </a:xfrm>
            <a:custGeom>
              <a:rect b="b" l="l" r="r" t="t"/>
              <a:pathLst>
                <a:path extrusionOk="0" h="35" w="20">
                  <a:moveTo>
                    <a:pt x="3" y="35"/>
                  </a:moveTo>
                  <a:lnTo>
                    <a:pt x="20" y="17"/>
                  </a:lnTo>
                  <a:lnTo>
                    <a:pt x="3" y="0"/>
                  </a:lnTo>
                  <a:lnTo>
                    <a:pt x="0" y="3"/>
                  </a:lnTo>
                  <a:lnTo>
                    <a:pt x="14"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5" name="Google Shape;515;p8"/>
            <p:cNvSpPr/>
            <p:nvPr/>
          </p:nvSpPr>
          <p:spPr>
            <a:xfrm>
              <a:off x="3636518"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6" name="Google Shape;516;p8"/>
            <p:cNvSpPr/>
            <p:nvPr/>
          </p:nvSpPr>
          <p:spPr>
            <a:xfrm>
              <a:off x="3698323" y="2550931"/>
              <a:ext cx="42625" cy="74593"/>
            </a:xfrm>
            <a:custGeom>
              <a:rect b="b" l="l" r="r" t="t"/>
              <a:pathLst>
                <a:path extrusionOk="0" h="35" w="20">
                  <a:moveTo>
                    <a:pt x="2" y="35"/>
                  </a:moveTo>
                  <a:lnTo>
                    <a:pt x="20" y="17"/>
                  </a:lnTo>
                  <a:lnTo>
                    <a:pt x="2" y="0"/>
                  </a:lnTo>
                  <a:lnTo>
                    <a:pt x="0" y="3"/>
                  </a:lnTo>
                  <a:lnTo>
                    <a:pt x="13" y="17"/>
                  </a:lnTo>
                  <a:lnTo>
                    <a:pt x="0" y="32"/>
                  </a:lnTo>
                  <a:lnTo>
                    <a:pt x="2" y="35"/>
                  </a:lnTo>
                  <a:lnTo>
                    <a:pt x="2"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7" name="Google Shape;517;p8"/>
            <p:cNvSpPr/>
            <p:nvPr/>
          </p:nvSpPr>
          <p:spPr>
            <a:xfrm>
              <a:off x="3755867"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8" name="Google Shape;518;p8"/>
            <p:cNvSpPr/>
            <p:nvPr/>
          </p:nvSpPr>
          <p:spPr>
            <a:xfrm>
              <a:off x="3813410" y="2550931"/>
              <a:ext cx="44757" cy="74593"/>
            </a:xfrm>
            <a:custGeom>
              <a:rect b="b" l="l" r="r" t="t"/>
              <a:pathLst>
                <a:path extrusionOk="0" h="35" w="21">
                  <a:moveTo>
                    <a:pt x="4" y="35"/>
                  </a:moveTo>
                  <a:lnTo>
                    <a:pt x="21" y="17"/>
                  </a:lnTo>
                  <a:lnTo>
                    <a:pt x="4" y="0"/>
                  </a:lnTo>
                  <a:lnTo>
                    <a:pt x="0" y="3"/>
                  </a:lnTo>
                  <a:lnTo>
                    <a:pt x="15" y="17"/>
                  </a:lnTo>
                  <a:lnTo>
                    <a:pt x="0" y="32"/>
                  </a:lnTo>
                  <a:lnTo>
                    <a:pt x="4" y="35"/>
                  </a:lnTo>
                  <a:lnTo>
                    <a:pt x="4"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9" name="Shape 519"/>
        <p:cNvGrpSpPr/>
        <p:nvPr/>
      </p:nvGrpSpPr>
      <p:grpSpPr>
        <a:xfrm>
          <a:off x="0" y="0"/>
          <a:ext cx="0" cy="0"/>
          <a:chOff x="0" y="0"/>
          <a:chExt cx="0" cy="0"/>
        </a:xfrm>
      </p:grpSpPr>
      <p:pic>
        <p:nvPicPr>
          <p:cNvPr id="520" name="Google Shape;520;p9"/>
          <p:cNvPicPr preferRelativeResize="0"/>
          <p:nvPr/>
        </p:nvPicPr>
        <p:blipFill rotWithShape="1">
          <a:blip r:embed="rId2">
            <a:alphaModFix/>
          </a:blip>
          <a:srcRect b="901" l="0" r="990" t="0"/>
          <a:stretch/>
        </p:blipFill>
        <p:spPr>
          <a:xfrm>
            <a:off x="0" y="0"/>
            <a:ext cx="9144003" cy="5143500"/>
          </a:xfrm>
          <a:prstGeom prst="rect">
            <a:avLst/>
          </a:prstGeom>
          <a:noFill/>
          <a:ln>
            <a:noFill/>
          </a:ln>
        </p:spPr>
      </p:pic>
      <p:sp>
        <p:nvSpPr>
          <p:cNvPr id="521" name="Google Shape;521;p9"/>
          <p:cNvSpPr txBox="1"/>
          <p:nvPr>
            <p:ph type="title"/>
          </p:nvPr>
        </p:nvSpPr>
        <p:spPr>
          <a:xfrm>
            <a:off x="793025" y="1029000"/>
            <a:ext cx="3880500" cy="14940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522" name="Google Shape;522;p9"/>
          <p:cNvSpPr txBox="1"/>
          <p:nvPr>
            <p:ph idx="1" type="subTitle"/>
          </p:nvPr>
        </p:nvSpPr>
        <p:spPr>
          <a:xfrm>
            <a:off x="793025" y="2558700"/>
            <a:ext cx="3880500" cy="14034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Clr>
                <a:srgbClr val="999999"/>
              </a:buClr>
              <a:buSzPts val="800"/>
              <a:buFont typeface="Open Sans"/>
              <a:buChar char="●"/>
              <a:defRPr/>
            </a:lvl1pPr>
            <a:lvl2pPr lvl="1" rtl="0" algn="ctr">
              <a:lnSpc>
                <a:spcPct val="115000"/>
              </a:lnSpc>
              <a:spcBef>
                <a:spcPts val="0"/>
              </a:spcBef>
              <a:spcAft>
                <a:spcPts val="0"/>
              </a:spcAft>
              <a:buClr>
                <a:srgbClr val="999999"/>
              </a:buClr>
              <a:buSzPts val="800"/>
              <a:buFont typeface="Open Sans"/>
              <a:buChar char="○"/>
              <a:defRPr/>
            </a:lvl2pPr>
            <a:lvl3pPr lvl="2" rtl="0" algn="ctr">
              <a:lnSpc>
                <a:spcPct val="115000"/>
              </a:lnSpc>
              <a:spcBef>
                <a:spcPts val="0"/>
              </a:spcBef>
              <a:spcAft>
                <a:spcPts val="0"/>
              </a:spcAft>
              <a:buClr>
                <a:srgbClr val="999999"/>
              </a:buClr>
              <a:buSzPts val="800"/>
              <a:buFont typeface="Open Sans"/>
              <a:buChar char="■"/>
              <a:defRPr/>
            </a:lvl3pPr>
            <a:lvl4pPr lvl="3" rtl="0" algn="ctr">
              <a:lnSpc>
                <a:spcPct val="115000"/>
              </a:lnSpc>
              <a:spcBef>
                <a:spcPts val="0"/>
              </a:spcBef>
              <a:spcAft>
                <a:spcPts val="0"/>
              </a:spcAft>
              <a:buClr>
                <a:srgbClr val="999999"/>
              </a:buClr>
              <a:buSzPts val="800"/>
              <a:buFont typeface="Open Sans"/>
              <a:buChar char="●"/>
              <a:defRPr/>
            </a:lvl4pPr>
            <a:lvl5pPr lvl="4" rtl="0" algn="ctr">
              <a:lnSpc>
                <a:spcPct val="115000"/>
              </a:lnSpc>
              <a:spcBef>
                <a:spcPts val="0"/>
              </a:spcBef>
              <a:spcAft>
                <a:spcPts val="0"/>
              </a:spcAft>
              <a:buClr>
                <a:srgbClr val="999999"/>
              </a:buClr>
              <a:buSzPts val="1200"/>
              <a:buFont typeface="Open Sans"/>
              <a:buChar char="○"/>
              <a:defRPr/>
            </a:lvl5pPr>
            <a:lvl6pPr lvl="5" rtl="0" algn="ctr">
              <a:lnSpc>
                <a:spcPct val="115000"/>
              </a:lnSpc>
              <a:spcBef>
                <a:spcPts val="0"/>
              </a:spcBef>
              <a:spcAft>
                <a:spcPts val="0"/>
              </a:spcAft>
              <a:buClr>
                <a:srgbClr val="999999"/>
              </a:buClr>
              <a:buSzPts val="1200"/>
              <a:buFont typeface="Open Sans"/>
              <a:buChar char="■"/>
              <a:defRPr/>
            </a:lvl6pPr>
            <a:lvl7pPr lvl="6" rtl="0" algn="ctr">
              <a:lnSpc>
                <a:spcPct val="115000"/>
              </a:lnSpc>
              <a:spcBef>
                <a:spcPts val="0"/>
              </a:spcBef>
              <a:spcAft>
                <a:spcPts val="0"/>
              </a:spcAft>
              <a:buClr>
                <a:srgbClr val="999999"/>
              </a:buClr>
              <a:buSzPts val="700"/>
              <a:buFont typeface="Open Sans"/>
              <a:buChar char="●"/>
              <a:defRPr/>
            </a:lvl7pPr>
            <a:lvl8pPr lvl="7" rtl="0" algn="ctr">
              <a:lnSpc>
                <a:spcPct val="115000"/>
              </a:lnSpc>
              <a:spcBef>
                <a:spcPts val="0"/>
              </a:spcBef>
              <a:spcAft>
                <a:spcPts val="0"/>
              </a:spcAft>
              <a:buClr>
                <a:srgbClr val="999999"/>
              </a:buClr>
              <a:buSzPts val="700"/>
              <a:buFont typeface="Open Sans"/>
              <a:buChar char="○"/>
              <a:defRPr/>
            </a:lvl8pPr>
            <a:lvl9pPr lvl="8" rtl="0" algn="ctr">
              <a:lnSpc>
                <a:spcPct val="115000"/>
              </a:lnSpc>
              <a:spcBef>
                <a:spcPts val="0"/>
              </a:spcBef>
              <a:spcAft>
                <a:spcPts val="0"/>
              </a:spcAft>
              <a:buClr>
                <a:srgbClr val="999999"/>
              </a:buClr>
              <a:buSzPts val="600"/>
              <a:buFont typeface="Open Sans"/>
              <a:buChar char="■"/>
              <a:defRPr/>
            </a:lvl9pPr>
          </a:lstStyle>
          <a:p/>
        </p:txBody>
      </p:sp>
      <p:sp>
        <p:nvSpPr>
          <p:cNvPr id="523" name="Google Shape;523;p9"/>
          <p:cNvSpPr/>
          <p:nvPr>
            <p:ph idx="2" type="pic"/>
          </p:nvPr>
        </p:nvSpPr>
        <p:spPr>
          <a:xfrm>
            <a:off x="5346671" y="601950"/>
            <a:ext cx="3025200" cy="3939600"/>
          </a:xfrm>
          <a:prstGeom prst="rect">
            <a:avLst/>
          </a:prstGeom>
          <a:noFill/>
          <a:ln>
            <a:noFill/>
          </a:ln>
        </p:spPr>
      </p:sp>
      <p:grpSp>
        <p:nvGrpSpPr>
          <p:cNvPr id="524" name="Google Shape;524;p9"/>
          <p:cNvGrpSpPr/>
          <p:nvPr/>
        </p:nvGrpSpPr>
        <p:grpSpPr>
          <a:xfrm flipH="1">
            <a:off x="-198360" y="-451253"/>
            <a:ext cx="10173789" cy="5650844"/>
            <a:chOff x="-900429" y="-451253"/>
            <a:chExt cx="10173789" cy="5650844"/>
          </a:xfrm>
        </p:grpSpPr>
        <p:grpSp>
          <p:nvGrpSpPr>
            <p:cNvPr id="525" name="Google Shape;525;p9"/>
            <p:cNvGrpSpPr/>
            <p:nvPr/>
          </p:nvGrpSpPr>
          <p:grpSpPr>
            <a:xfrm rot="-5400000">
              <a:off x="-444554" y="2420972"/>
              <a:ext cx="204128" cy="1115878"/>
              <a:chOff x="6135602" y="7311"/>
              <a:chExt cx="127876" cy="699040"/>
            </a:xfrm>
          </p:grpSpPr>
          <p:sp>
            <p:nvSpPr>
              <p:cNvPr id="526" name="Google Shape;526;p9"/>
              <p:cNvSpPr/>
              <p:nvPr/>
            </p:nvSpPr>
            <p:spPr>
              <a:xfrm>
                <a:off x="6231508" y="674382"/>
                <a:ext cx="31969" cy="31969"/>
              </a:xfrm>
              <a:custGeom>
                <a:rect b="b" l="l" r="r" t="t"/>
                <a:pathLst>
                  <a:path extrusionOk="0" h="14" w="15">
                    <a:moveTo>
                      <a:pt x="13" y="7"/>
                    </a:moveTo>
                    <a:cubicBezTo>
                      <a:pt x="11" y="7"/>
                      <a:pt x="11" y="7"/>
                      <a:pt x="11" y="7"/>
                    </a:cubicBezTo>
                    <a:cubicBezTo>
                      <a:pt x="11" y="9"/>
                      <a:pt x="9" y="10"/>
                      <a:pt x="7" y="10"/>
                    </a:cubicBezTo>
                    <a:cubicBezTo>
                      <a:pt x="6" y="10"/>
                      <a:pt x="4" y="9"/>
                      <a:pt x="4" y="7"/>
                    </a:cubicBezTo>
                    <a:cubicBezTo>
                      <a:pt x="4" y="5"/>
                      <a:pt x="6" y="4"/>
                      <a:pt x="7" y="4"/>
                    </a:cubicBezTo>
                    <a:cubicBezTo>
                      <a:pt x="9" y="4"/>
                      <a:pt x="11" y="5"/>
                      <a:pt x="11" y="7"/>
                    </a:cubicBezTo>
                    <a:cubicBezTo>
                      <a:pt x="13" y="7"/>
                      <a:pt x="13" y="7"/>
                      <a:pt x="13" y="7"/>
                    </a:cubicBezTo>
                    <a:cubicBezTo>
                      <a:pt x="15" y="7"/>
                      <a:pt x="15" y="7"/>
                      <a:pt x="15" y="7"/>
                    </a:cubicBezTo>
                    <a:cubicBezTo>
                      <a:pt x="15" y="3"/>
                      <a:pt x="11" y="0"/>
                      <a:pt x="7" y="0"/>
                    </a:cubicBezTo>
                    <a:cubicBezTo>
                      <a:pt x="3" y="0"/>
                      <a:pt x="0" y="3"/>
                      <a:pt x="0" y="7"/>
                    </a:cubicBezTo>
                    <a:cubicBezTo>
                      <a:pt x="0" y="11"/>
                      <a:pt x="3" y="14"/>
                      <a:pt x="7" y="14"/>
                    </a:cubicBezTo>
                    <a:cubicBezTo>
                      <a:pt x="11" y="14"/>
                      <a:pt x="15" y="11"/>
                      <a:pt x="15" y="7"/>
                    </a:cubicBezTo>
                    <a:lnTo>
                      <a:pt x="13"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7" name="Google Shape;527;p9"/>
              <p:cNvSpPr/>
              <p:nvPr/>
            </p:nvSpPr>
            <p:spPr>
              <a:xfrm>
                <a:off x="6135602" y="7311"/>
                <a:ext cx="115087" cy="671334"/>
              </a:xfrm>
              <a:custGeom>
                <a:rect b="b" l="l" r="r" t="t"/>
                <a:pathLst>
                  <a:path extrusionOk="0" h="315" w="54">
                    <a:moveTo>
                      <a:pt x="0" y="0"/>
                    </a:moveTo>
                    <a:lnTo>
                      <a:pt x="0" y="167"/>
                    </a:lnTo>
                    <a:lnTo>
                      <a:pt x="50" y="217"/>
                    </a:lnTo>
                    <a:lnTo>
                      <a:pt x="50" y="315"/>
                    </a:lnTo>
                    <a:lnTo>
                      <a:pt x="54" y="315"/>
                    </a:lnTo>
                    <a:lnTo>
                      <a:pt x="54" y="215"/>
                    </a:lnTo>
                    <a:lnTo>
                      <a:pt x="5" y="165"/>
                    </a:lnTo>
                    <a:lnTo>
                      <a:pt x="5" y="0"/>
                    </a:lnTo>
                    <a:lnTo>
                      <a:pt x="0" y="0"/>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28" name="Google Shape;528;p9"/>
            <p:cNvGrpSpPr/>
            <p:nvPr/>
          </p:nvGrpSpPr>
          <p:grpSpPr>
            <a:xfrm>
              <a:off x="4045668" y="-451253"/>
              <a:ext cx="1614046" cy="857229"/>
              <a:chOff x="1009718" y="191672"/>
              <a:chExt cx="1614046" cy="857229"/>
            </a:xfrm>
          </p:grpSpPr>
          <p:grpSp>
            <p:nvGrpSpPr>
              <p:cNvPr id="529" name="Google Shape;529;p9"/>
              <p:cNvGrpSpPr/>
              <p:nvPr/>
            </p:nvGrpSpPr>
            <p:grpSpPr>
              <a:xfrm>
                <a:off x="1558908" y="235807"/>
                <a:ext cx="1064856" cy="813093"/>
                <a:chOff x="3843246" y="357910"/>
                <a:chExt cx="667078" cy="509361"/>
              </a:xfrm>
            </p:grpSpPr>
            <p:sp>
              <p:nvSpPr>
                <p:cNvPr id="530" name="Google Shape;530;p9"/>
                <p:cNvSpPr/>
                <p:nvPr/>
              </p:nvSpPr>
              <p:spPr>
                <a:xfrm>
                  <a:off x="3870952" y="385616"/>
                  <a:ext cx="626584" cy="471000"/>
                </a:xfrm>
                <a:custGeom>
                  <a:rect b="b" l="l" r="r" t="t"/>
                  <a:pathLst>
                    <a:path extrusionOk="0" h="221" w="294">
                      <a:moveTo>
                        <a:pt x="290" y="0"/>
                      </a:moveTo>
                      <a:lnTo>
                        <a:pt x="290" y="78"/>
                      </a:lnTo>
                      <a:lnTo>
                        <a:pt x="151" y="217"/>
                      </a:lnTo>
                      <a:lnTo>
                        <a:pt x="0" y="217"/>
                      </a:lnTo>
                      <a:lnTo>
                        <a:pt x="0" y="221"/>
                      </a:lnTo>
                      <a:lnTo>
                        <a:pt x="153" y="221"/>
                      </a:lnTo>
                      <a:lnTo>
                        <a:pt x="294" y="80"/>
                      </a:lnTo>
                      <a:lnTo>
                        <a:pt x="294" y="0"/>
                      </a:lnTo>
                      <a:lnTo>
                        <a:pt x="290" y="0"/>
                      </a:lnTo>
                      <a:lnTo>
                        <a:pt x="29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1" name="Google Shape;531;p9"/>
                <p:cNvSpPr/>
                <p:nvPr/>
              </p:nvSpPr>
              <p:spPr>
                <a:xfrm>
                  <a:off x="3843246" y="835302"/>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5"/>
                        <a:pt x="5"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2" name="Google Shape;532;p9"/>
                <p:cNvSpPr/>
                <p:nvPr/>
              </p:nvSpPr>
              <p:spPr>
                <a:xfrm>
                  <a:off x="4478354" y="357910"/>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6"/>
                        <a:pt x="5" y="4"/>
                        <a:pt x="7" y="4"/>
                      </a:cubicBezTo>
                      <a:cubicBezTo>
                        <a:pt x="9" y="4"/>
                        <a:pt x="10" y="6"/>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33" name="Google Shape;533;p9"/>
              <p:cNvGrpSpPr/>
              <p:nvPr/>
            </p:nvGrpSpPr>
            <p:grpSpPr>
              <a:xfrm>
                <a:off x="1009718" y="191672"/>
                <a:ext cx="1337026" cy="826702"/>
                <a:chOff x="3421261" y="191675"/>
                <a:chExt cx="837578" cy="517886"/>
              </a:xfrm>
            </p:grpSpPr>
            <p:sp>
              <p:nvSpPr>
                <p:cNvPr id="534" name="Google Shape;534;p9"/>
                <p:cNvSpPr/>
                <p:nvPr/>
              </p:nvSpPr>
              <p:spPr>
                <a:xfrm>
                  <a:off x="3421261" y="679724"/>
                  <a:ext cx="31969" cy="29837"/>
                </a:xfrm>
                <a:custGeom>
                  <a:rect b="b" l="l" r="r" t="t"/>
                  <a:pathLst>
                    <a:path extrusionOk="0" h="14" w="14">
                      <a:moveTo>
                        <a:pt x="12" y="7"/>
                      </a:moveTo>
                      <a:cubicBezTo>
                        <a:pt x="10" y="7"/>
                        <a:pt x="10" y="7"/>
                        <a:pt x="10" y="7"/>
                      </a:cubicBezTo>
                      <a:cubicBezTo>
                        <a:pt x="10" y="8"/>
                        <a:pt x="9" y="10"/>
                        <a:pt x="7" y="10"/>
                      </a:cubicBezTo>
                      <a:cubicBezTo>
                        <a:pt x="5" y="10"/>
                        <a:pt x="4" y="8"/>
                        <a:pt x="4" y="7"/>
                      </a:cubicBezTo>
                      <a:cubicBezTo>
                        <a:pt x="4" y="5"/>
                        <a:pt x="5"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5" name="Google Shape;535;p9"/>
                <p:cNvSpPr/>
                <p:nvPr/>
              </p:nvSpPr>
              <p:spPr>
                <a:xfrm>
                  <a:off x="3442573" y="191675"/>
                  <a:ext cx="816266" cy="498704"/>
                </a:xfrm>
                <a:custGeom>
                  <a:rect b="b" l="l" r="r" t="t"/>
                  <a:pathLst>
                    <a:path extrusionOk="0" h="234" w="383">
                      <a:moveTo>
                        <a:pt x="379" y="0"/>
                      </a:moveTo>
                      <a:lnTo>
                        <a:pt x="379" y="106"/>
                      </a:lnTo>
                      <a:lnTo>
                        <a:pt x="301" y="185"/>
                      </a:lnTo>
                      <a:lnTo>
                        <a:pt x="46" y="185"/>
                      </a:lnTo>
                      <a:lnTo>
                        <a:pt x="0" y="231"/>
                      </a:lnTo>
                      <a:lnTo>
                        <a:pt x="3" y="234"/>
                      </a:lnTo>
                      <a:lnTo>
                        <a:pt x="47" y="190"/>
                      </a:lnTo>
                      <a:lnTo>
                        <a:pt x="302" y="190"/>
                      </a:lnTo>
                      <a:lnTo>
                        <a:pt x="383" y="108"/>
                      </a:lnTo>
                      <a:lnTo>
                        <a:pt x="383" y="0"/>
                      </a:lnTo>
                      <a:lnTo>
                        <a:pt x="379" y="0"/>
                      </a:lnTo>
                      <a:lnTo>
                        <a:pt x="379"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536" name="Google Shape;536;p9"/>
            <p:cNvGrpSpPr/>
            <p:nvPr/>
          </p:nvGrpSpPr>
          <p:grpSpPr>
            <a:xfrm>
              <a:off x="3493530" y="4692683"/>
              <a:ext cx="2156910" cy="506908"/>
              <a:chOff x="4891825" y="3495059"/>
              <a:chExt cx="1351193" cy="317552"/>
            </a:xfrm>
          </p:grpSpPr>
          <p:sp>
            <p:nvSpPr>
              <p:cNvPr id="537" name="Google Shape;537;p9"/>
              <p:cNvSpPr/>
              <p:nvPr/>
            </p:nvSpPr>
            <p:spPr>
              <a:xfrm>
                <a:off x="6208918" y="3706050"/>
                <a:ext cx="34100" cy="31969"/>
              </a:xfrm>
              <a:custGeom>
                <a:rect b="b" l="l" r="r" t="t"/>
                <a:pathLst>
                  <a:path extrusionOk="0" h="15" w="15">
                    <a:moveTo>
                      <a:pt x="2" y="7"/>
                    </a:moveTo>
                    <a:cubicBezTo>
                      <a:pt x="4" y="7"/>
                      <a:pt x="4" y="7"/>
                      <a:pt x="4" y="7"/>
                    </a:cubicBezTo>
                    <a:cubicBezTo>
                      <a:pt x="4" y="6"/>
                      <a:pt x="6" y="4"/>
                      <a:pt x="8" y="4"/>
                    </a:cubicBezTo>
                    <a:cubicBezTo>
                      <a:pt x="9" y="4"/>
                      <a:pt x="11" y="6"/>
                      <a:pt x="11" y="7"/>
                    </a:cubicBezTo>
                    <a:cubicBezTo>
                      <a:pt x="11" y="9"/>
                      <a:pt x="9" y="11"/>
                      <a:pt x="8" y="11"/>
                    </a:cubicBezTo>
                    <a:cubicBezTo>
                      <a:pt x="6" y="11"/>
                      <a:pt x="4" y="9"/>
                      <a:pt x="4" y="7"/>
                    </a:cubicBezTo>
                    <a:cubicBezTo>
                      <a:pt x="2" y="7"/>
                      <a:pt x="2" y="7"/>
                      <a:pt x="2" y="7"/>
                    </a:cubicBezTo>
                    <a:cubicBezTo>
                      <a:pt x="0" y="7"/>
                      <a:pt x="0" y="7"/>
                      <a:pt x="0" y="7"/>
                    </a:cubicBezTo>
                    <a:cubicBezTo>
                      <a:pt x="0" y="11"/>
                      <a:pt x="4" y="15"/>
                      <a:pt x="8" y="15"/>
                    </a:cubicBezTo>
                    <a:cubicBezTo>
                      <a:pt x="12" y="15"/>
                      <a:pt x="15" y="11"/>
                      <a:pt x="15" y="7"/>
                    </a:cubicBezTo>
                    <a:cubicBezTo>
                      <a:pt x="15" y="3"/>
                      <a:pt x="12" y="0"/>
                      <a:pt x="8" y="0"/>
                    </a:cubicBezTo>
                    <a:cubicBezTo>
                      <a:pt x="4" y="0"/>
                      <a:pt x="0" y="3"/>
                      <a:pt x="0" y="7"/>
                    </a:cubicBezTo>
                    <a:lnTo>
                      <a:pt x="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8" name="Google Shape;538;p9"/>
              <p:cNvSpPr/>
              <p:nvPr/>
            </p:nvSpPr>
            <p:spPr>
              <a:xfrm>
                <a:off x="4891825" y="3584575"/>
                <a:ext cx="29825" cy="29825"/>
              </a:xfrm>
              <a:custGeom>
                <a:rect b="b" l="l" r="r" t="t"/>
                <a:pathLst>
                  <a:path extrusionOk="0" h="14" w="15">
                    <a:moveTo>
                      <a:pt x="2" y="7"/>
                    </a:moveTo>
                    <a:cubicBezTo>
                      <a:pt x="4" y="7"/>
                      <a:pt x="4" y="7"/>
                      <a:pt x="4" y="7"/>
                    </a:cubicBezTo>
                    <a:cubicBezTo>
                      <a:pt x="4" y="5"/>
                      <a:pt x="6" y="4"/>
                      <a:pt x="7" y="4"/>
                    </a:cubicBezTo>
                    <a:cubicBezTo>
                      <a:pt x="9" y="4"/>
                      <a:pt x="11" y="5"/>
                      <a:pt x="11" y="7"/>
                    </a:cubicBezTo>
                    <a:cubicBezTo>
                      <a:pt x="11" y="9"/>
                      <a:pt x="9" y="10"/>
                      <a:pt x="7" y="10"/>
                    </a:cubicBezTo>
                    <a:cubicBezTo>
                      <a:pt x="6" y="10"/>
                      <a:pt x="4" y="9"/>
                      <a:pt x="4" y="7"/>
                    </a:cubicBezTo>
                    <a:cubicBezTo>
                      <a:pt x="2" y="7"/>
                      <a:pt x="2" y="7"/>
                      <a:pt x="2" y="7"/>
                    </a:cubicBezTo>
                    <a:cubicBezTo>
                      <a:pt x="0" y="7"/>
                      <a:pt x="0" y="7"/>
                      <a:pt x="0" y="7"/>
                    </a:cubicBezTo>
                    <a:cubicBezTo>
                      <a:pt x="0" y="11"/>
                      <a:pt x="3" y="14"/>
                      <a:pt x="7" y="14"/>
                    </a:cubicBezTo>
                    <a:cubicBezTo>
                      <a:pt x="11" y="14"/>
                      <a:pt x="15" y="11"/>
                      <a:pt x="15" y="7"/>
                    </a:cubicBezTo>
                    <a:cubicBezTo>
                      <a:pt x="15" y="3"/>
                      <a:pt x="11" y="0"/>
                      <a:pt x="7" y="0"/>
                    </a:cubicBezTo>
                    <a:cubicBezTo>
                      <a:pt x="3" y="0"/>
                      <a:pt x="0" y="3"/>
                      <a:pt x="0" y="7"/>
                    </a:cubicBezTo>
                    <a:lnTo>
                      <a:pt x="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9" name="Google Shape;539;p9"/>
              <p:cNvSpPr/>
              <p:nvPr/>
            </p:nvSpPr>
            <p:spPr>
              <a:xfrm>
                <a:off x="4917389" y="3595227"/>
                <a:ext cx="1295792" cy="217384"/>
              </a:xfrm>
              <a:custGeom>
                <a:rect b="b" l="l" r="r" t="t"/>
                <a:pathLst>
                  <a:path extrusionOk="0" h="102" w="608">
                    <a:moveTo>
                      <a:pt x="0" y="4"/>
                    </a:moveTo>
                    <a:lnTo>
                      <a:pt x="207" y="4"/>
                    </a:lnTo>
                    <a:lnTo>
                      <a:pt x="305" y="102"/>
                    </a:lnTo>
                    <a:lnTo>
                      <a:pt x="498" y="102"/>
                    </a:lnTo>
                    <a:lnTo>
                      <a:pt x="539" y="61"/>
                    </a:lnTo>
                    <a:lnTo>
                      <a:pt x="608" y="61"/>
                    </a:lnTo>
                    <a:lnTo>
                      <a:pt x="608" y="57"/>
                    </a:lnTo>
                    <a:lnTo>
                      <a:pt x="537" y="57"/>
                    </a:lnTo>
                    <a:lnTo>
                      <a:pt x="497" y="98"/>
                    </a:lnTo>
                    <a:lnTo>
                      <a:pt x="307" y="98"/>
                    </a:lnTo>
                    <a:lnTo>
                      <a:pt x="210" y="0"/>
                    </a:lnTo>
                    <a:lnTo>
                      <a:pt x="0" y="0"/>
                    </a:lnTo>
                    <a:lnTo>
                      <a:pt x="0" y="4"/>
                    </a:lnTo>
                    <a:lnTo>
                      <a:pt x="0" y="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0" name="Google Shape;540;p9"/>
              <p:cNvSpPr/>
              <p:nvPr/>
            </p:nvSpPr>
            <p:spPr>
              <a:xfrm>
                <a:off x="5933990" y="3716706"/>
                <a:ext cx="31969" cy="34099"/>
              </a:xfrm>
              <a:custGeom>
                <a:rect b="b" l="l" r="r" t="t"/>
                <a:pathLst>
                  <a:path extrusionOk="0" h="15" w="14">
                    <a:moveTo>
                      <a:pt x="2" y="8"/>
                    </a:moveTo>
                    <a:cubicBezTo>
                      <a:pt x="4" y="8"/>
                      <a:pt x="4" y="8"/>
                      <a:pt x="4" y="8"/>
                    </a:cubicBezTo>
                    <a:cubicBezTo>
                      <a:pt x="4" y="6"/>
                      <a:pt x="5" y="4"/>
                      <a:pt x="7" y="4"/>
                    </a:cubicBezTo>
                    <a:cubicBezTo>
                      <a:pt x="8" y="4"/>
                      <a:pt x="10" y="6"/>
                      <a:pt x="10" y="8"/>
                    </a:cubicBezTo>
                    <a:cubicBezTo>
                      <a:pt x="10" y="9"/>
                      <a:pt x="8" y="11"/>
                      <a:pt x="7" y="11"/>
                    </a:cubicBezTo>
                    <a:cubicBezTo>
                      <a:pt x="5" y="11"/>
                      <a:pt x="4" y="9"/>
                      <a:pt x="4" y="8"/>
                    </a:cubicBezTo>
                    <a:cubicBezTo>
                      <a:pt x="2" y="8"/>
                      <a:pt x="2" y="8"/>
                      <a:pt x="2" y="8"/>
                    </a:cubicBezTo>
                    <a:cubicBezTo>
                      <a:pt x="0" y="8"/>
                      <a:pt x="0" y="8"/>
                      <a:pt x="0" y="8"/>
                    </a:cubicBezTo>
                    <a:cubicBezTo>
                      <a:pt x="0" y="11"/>
                      <a:pt x="3" y="15"/>
                      <a:pt x="7" y="15"/>
                    </a:cubicBezTo>
                    <a:cubicBezTo>
                      <a:pt x="11" y="15"/>
                      <a:pt x="14" y="11"/>
                      <a:pt x="14" y="8"/>
                    </a:cubicBezTo>
                    <a:cubicBezTo>
                      <a:pt x="14" y="4"/>
                      <a:pt x="11" y="0"/>
                      <a:pt x="7" y="0"/>
                    </a:cubicBezTo>
                    <a:cubicBezTo>
                      <a:pt x="3" y="0"/>
                      <a:pt x="0" y="4"/>
                      <a:pt x="0" y="8"/>
                    </a:cubicBezTo>
                    <a:lnTo>
                      <a:pt x="2"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1" name="Google Shape;541;p9"/>
              <p:cNvSpPr/>
              <p:nvPr/>
            </p:nvSpPr>
            <p:spPr>
              <a:xfrm>
                <a:off x="5286094" y="3495059"/>
                <a:ext cx="29837" cy="31969"/>
              </a:xfrm>
              <a:custGeom>
                <a:rect b="b" l="l" r="r" t="t"/>
                <a:pathLst>
                  <a:path extrusionOk="0" h="15" w="14">
                    <a:moveTo>
                      <a:pt x="2" y="8"/>
                    </a:moveTo>
                    <a:cubicBezTo>
                      <a:pt x="4" y="8"/>
                      <a:pt x="4" y="8"/>
                      <a:pt x="4" y="8"/>
                    </a:cubicBezTo>
                    <a:cubicBezTo>
                      <a:pt x="4" y="6"/>
                      <a:pt x="5" y="4"/>
                      <a:pt x="7" y="4"/>
                    </a:cubicBezTo>
                    <a:cubicBezTo>
                      <a:pt x="9" y="4"/>
                      <a:pt x="10" y="6"/>
                      <a:pt x="10" y="8"/>
                    </a:cubicBezTo>
                    <a:cubicBezTo>
                      <a:pt x="10" y="9"/>
                      <a:pt x="9" y="11"/>
                      <a:pt x="7" y="11"/>
                    </a:cubicBezTo>
                    <a:cubicBezTo>
                      <a:pt x="5" y="11"/>
                      <a:pt x="4" y="9"/>
                      <a:pt x="4" y="8"/>
                    </a:cubicBezTo>
                    <a:cubicBezTo>
                      <a:pt x="2" y="8"/>
                      <a:pt x="2" y="8"/>
                      <a:pt x="2" y="8"/>
                    </a:cubicBezTo>
                    <a:cubicBezTo>
                      <a:pt x="0" y="8"/>
                      <a:pt x="0" y="8"/>
                      <a:pt x="0" y="8"/>
                    </a:cubicBezTo>
                    <a:cubicBezTo>
                      <a:pt x="0" y="11"/>
                      <a:pt x="3" y="15"/>
                      <a:pt x="7" y="15"/>
                    </a:cubicBezTo>
                    <a:cubicBezTo>
                      <a:pt x="11" y="15"/>
                      <a:pt x="14" y="11"/>
                      <a:pt x="14" y="8"/>
                    </a:cubicBezTo>
                    <a:cubicBezTo>
                      <a:pt x="14" y="4"/>
                      <a:pt x="11" y="0"/>
                      <a:pt x="7" y="0"/>
                    </a:cubicBezTo>
                    <a:cubicBezTo>
                      <a:pt x="3" y="0"/>
                      <a:pt x="0" y="4"/>
                      <a:pt x="0" y="8"/>
                    </a:cubicBezTo>
                    <a:lnTo>
                      <a:pt x="2"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2" name="Google Shape;542;p9"/>
              <p:cNvSpPr/>
              <p:nvPr/>
            </p:nvSpPr>
            <p:spPr>
              <a:xfrm>
                <a:off x="5311668" y="3507847"/>
                <a:ext cx="632979" cy="219516"/>
              </a:xfrm>
              <a:custGeom>
                <a:rect b="b" l="l" r="r" t="t"/>
                <a:pathLst>
                  <a:path extrusionOk="0" h="103" w="297">
                    <a:moveTo>
                      <a:pt x="0" y="4"/>
                    </a:moveTo>
                    <a:lnTo>
                      <a:pt x="39" y="4"/>
                    </a:lnTo>
                    <a:lnTo>
                      <a:pt x="115" y="79"/>
                    </a:lnTo>
                    <a:lnTo>
                      <a:pt x="270" y="79"/>
                    </a:lnTo>
                    <a:lnTo>
                      <a:pt x="294" y="103"/>
                    </a:lnTo>
                    <a:lnTo>
                      <a:pt x="297" y="100"/>
                    </a:lnTo>
                    <a:lnTo>
                      <a:pt x="272" y="75"/>
                    </a:lnTo>
                    <a:lnTo>
                      <a:pt x="117" y="75"/>
                    </a:lnTo>
                    <a:lnTo>
                      <a:pt x="41" y="0"/>
                    </a:lnTo>
                    <a:lnTo>
                      <a:pt x="0" y="0"/>
                    </a:lnTo>
                    <a:lnTo>
                      <a:pt x="0" y="4"/>
                    </a:lnTo>
                    <a:lnTo>
                      <a:pt x="0" y="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43" name="Google Shape;543;p9"/>
            <p:cNvGrpSpPr/>
            <p:nvPr/>
          </p:nvGrpSpPr>
          <p:grpSpPr>
            <a:xfrm>
              <a:off x="8654028" y="-358165"/>
              <a:ext cx="619332" cy="1338013"/>
              <a:chOff x="6850421" y="775628"/>
              <a:chExt cx="398541" cy="861012"/>
            </a:xfrm>
          </p:grpSpPr>
          <p:sp>
            <p:nvSpPr>
              <p:cNvPr id="544" name="Google Shape;544;p9"/>
              <p:cNvSpPr/>
              <p:nvPr/>
            </p:nvSpPr>
            <p:spPr>
              <a:xfrm>
                <a:off x="6850421" y="1604672"/>
                <a:ext cx="34100" cy="31969"/>
              </a:xfrm>
              <a:custGeom>
                <a:rect b="b" l="l" r="r" t="t"/>
                <a:pathLst>
                  <a:path extrusionOk="0" h="15" w="15">
                    <a:moveTo>
                      <a:pt x="13" y="8"/>
                    </a:moveTo>
                    <a:cubicBezTo>
                      <a:pt x="11" y="8"/>
                      <a:pt x="11" y="8"/>
                      <a:pt x="11" y="8"/>
                    </a:cubicBezTo>
                    <a:cubicBezTo>
                      <a:pt x="11" y="9"/>
                      <a:pt x="9" y="11"/>
                      <a:pt x="7" y="11"/>
                    </a:cubicBezTo>
                    <a:cubicBezTo>
                      <a:pt x="6" y="11"/>
                      <a:pt x="4" y="9"/>
                      <a:pt x="4" y="8"/>
                    </a:cubicBezTo>
                    <a:cubicBezTo>
                      <a:pt x="4" y="6"/>
                      <a:pt x="6" y="4"/>
                      <a:pt x="7" y="4"/>
                    </a:cubicBezTo>
                    <a:cubicBezTo>
                      <a:pt x="9" y="4"/>
                      <a:pt x="11" y="6"/>
                      <a:pt x="11" y="8"/>
                    </a:cubicBezTo>
                    <a:cubicBezTo>
                      <a:pt x="13" y="8"/>
                      <a:pt x="13" y="8"/>
                      <a:pt x="13" y="8"/>
                    </a:cubicBezTo>
                    <a:cubicBezTo>
                      <a:pt x="15" y="8"/>
                      <a:pt x="15" y="8"/>
                      <a:pt x="15" y="8"/>
                    </a:cubicBezTo>
                    <a:cubicBezTo>
                      <a:pt x="15" y="4"/>
                      <a:pt x="11" y="0"/>
                      <a:pt x="7" y="0"/>
                    </a:cubicBezTo>
                    <a:cubicBezTo>
                      <a:pt x="3" y="0"/>
                      <a:pt x="0" y="4"/>
                      <a:pt x="0" y="8"/>
                    </a:cubicBezTo>
                    <a:cubicBezTo>
                      <a:pt x="0" y="12"/>
                      <a:pt x="3" y="15"/>
                      <a:pt x="7" y="15"/>
                    </a:cubicBezTo>
                    <a:cubicBezTo>
                      <a:pt x="11" y="15"/>
                      <a:pt x="15" y="12"/>
                      <a:pt x="15" y="8"/>
                    </a:cubicBezTo>
                    <a:lnTo>
                      <a:pt x="13"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5" name="Google Shape;545;p9"/>
              <p:cNvSpPr/>
              <p:nvPr/>
            </p:nvSpPr>
            <p:spPr>
              <a:xfrm>
                <a:off x="7138138" y="775628"/>
                <a:ext cx="31969" cy="31969"/>
              </a:xfrm>
              <a:custGeom>
                <a:rect b="b" l="l" r="r" t="t"/>
                <a:pathLst>
                  <a:path extrusionOk="0" h="14" w="14">
                    <a:moveTo>
                      <a:pt x="12" y="7"/>
                    </a:moveTo>
                    <a:cubicBezTo>
                      <a:pt x="10" y="7"/>
                      <a:pt x="10" y="7"/>
                      <a:pt x="10" y="7"/>
                    </a:cubicBezTo>
                    <a:cubicBezTo>
                      <a:pt x="10" y="9"/>
                      <a:pt x="9" y="10"/>
                      <a:pt x="7" y="10"/>
                    </a:cubicBezTo>
                    <a:cubicBezTo>
                      <a:pt x="6" y="10"/>
                      <a:pt x="4" y="9"/>
                      <a:pt x="4" y="7"/>
                    </a:cubicBezTo>
                    <a:cubicBezTo>
                      <a:pt x="4" y="5"/>
                      <a:pt x="6"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6" name="Google Shape;546;p9"/>
              <p:cNvSpPr/>
              <p:nvPr/>
            </p:nvSpPr>
            <p:spPr>
              <a:xfrm>
                <a:off x="6861077" y="794810"/>
                <a:ext cx="387885" cy="814124"/>
              </a:xfrm>
              <a:custGeom>
                <a:rect b="b" l="l" r="r" t="t"/>
                <a:pathLst>
                  <a:path extrusionOk="0" h="382" w="182">
                    <a:moveTo>
                      <a:pt x="5" y="382"/>
                    </a:moveTo>
                    <a:lnTo>
                      <a:pt x="5" y="306"/>
                    </a:lnTo>
                    <a:lnTo>
                      <a:pt x="79" y="231"/>
                    </a:lnTo>
                    <a:lnTo>
                      <a:pt x="146" y="231"/>
                    </a:lnTo>
                    <a:lnTo>
                      <a:pt x="182" y="194"/>
                    </a:lnTo>
                    <a:lnTo>
                      <a:pt x="182" y="40"/>
                    </a:lnTo>
                    <a:lnTo>
                      <a:pt x="142" y="0"/>
                    </a:lnTo>
                    <a:lnTo>
                      <a:pt x="140" y="3"/>
                    </a:lnTo>
                    <a:lnTo>
                      <a:pt x="178" y="42"/>
                    </a:lnTo>
                    <a:lnTo>
                      <a:pt x="178" y="192"/>
                    </a:lnTo>
                    <a:lnTo>
                      <a:pt x="143" y="227"/>
                    </a:lnTo>
                    <a:lnTo>
                      <a:pt x="78" y="227"/>
                    </a:lnTo>
                    <a:lnTo>
                      <a:pt x="0" y="304"/>
                    </a:lnTo>
                    <a:lnTo>
                      <a:pt x="0" y="382"/>
                    </a:lnTo>
                    <a:lnTo>
                      <a:pt x="5" y="382"/>
                    </a:lnTo>
                    <a:lnTo>
                      <a:pt x="5" y="38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547" name="Google Shape;547;p9"/>
          <p:cNvGrpSpPr/>
          <p:nvPr/>
        </p:nvGrpSpPr>
        <p:grpSpPr>
          <a:xfrm rot="10800000">
            <a:off x="-1203475" y="-972164"/>
            <a:ext cx="11678150" cy="7153825"/>
            <a:chOff x="-1203475" y="-1124125"/>
            <a:chExt cx="11678150" cy="7153825"/>
          </a:xfrm>
        </p:grpSpPr>
        <p:sp>
          <p:nvSpPr>
            <p:cNvPr id="548" name="Google Shape;548;p9"/>
            <p:cNvSpPr/>
            <p:nvPr/>
          </p:nvSpPr>
          <p:spPr>
            <a:xfrm>
              <a:off x="-850925" y="723600"/>
              <a:ext cx="1417200" cy="10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549" name="Google Shape;549;p9"/>
            <p:cNvSpPr/>
            <p:nvPr/>
          </p:nvSpPr>
          <p:spPr>
            <a:xfrm>
              <a:off x="-1203475" y="970035"/>
              <a:ext cx="1417200" cy="10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550" name="Google Shape;550;p9"/>
            <p:cNvSpPr/>
            <p:nvPr/>
          </p:nvSpPr>
          <p:spPr>
            <a:xfrm rot="5400000">
              <a:off x="-314675" y="5268000"/>
              <a:ext cx="1417200" cy="10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551" name="Google Shape;551;p9"/>
            <p:cNvSpPr/>
            <p:nvPr/>
          </p:nvSpPr>
          <p:spPr>
            <a:xfrm rot="5400000">
              <a:off x="5531450" y="-468625"/>
              <a:ext cx="1417200" cy="10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552" name="Google Shape;552;p9"/>
            <p:cNvSpPr/>
            <p:nvPr/>
          </p:nvSpPr>
          <p:spPr>
            <a:xfrm rot="10800000">
              <a:off x="8793375" y="2523174"/>
              <a:ext cx="1417200" cy="106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553" name="Google Shape;553;p9"/>
            <p:cNvSpPr/>
            <p:nvPr/>
          </p:nvSpPr>
          <p:spPr>
            <a:xfrm rot="10800000">
              <a:off x="9057475" y="2275925"/>
              <a:ext cx="1417200" cy="106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554" name="Google Shape;554;p9"/>
          <p:cNvGrpSpPr/>
          <p:nvPr/>
        </p:nvGrpSpPr>
        <p:grpSpPr>
          <a:xfrm flipH="1">
            <a:off x="477825" y="140988"/>
            <a:ext cx="8320055" cy="4774098"/>
            <a:chOff x="473320" y="140988"/>
            <a:chExt cx="8320055" cy="4774098"/>
          </a:xfrm>
        </p:grpSpPr>
        <p:grpSp>
          <p:nvGrpSpPr>
            <p:cNvPr id="555" name="Google Shape;555;p9"/>
            <p:cNvGrpSpPr/>
            <p:nvPr/>
          </p:nvGrpSpPr>
          <p:grpSpPr>
            <a:xfrm>
              <a:off x="8663175" y="4220925"/>
              <a:ext cx="130200" cy="126125"/>
              <a:chOff x="3809600" y="987450"/>
              <a:chExt cx="130200" cy="126125"/>
            </a:xfrm>
          </p:grpSpPr>
          <p:sp>
            <p:nvSpPr>
              <p:cNvPr id="556" name="Google Shape;556;p9"/>
              <p:cNvSpPr/>
              <p:nvPr/>
            </p:nvSpPr>
            <p:spPr>
              <a:xfrm>
                <a:off x="3809600" y="987450"/>
                <a:ext cx="65100" cy="56400"/>
              </a:xfrm>
              <a:prstGeom prst="hexagon">
                <a:avLst>
                  <a:gd fmla="val 25000" name="adj"/>
                  <a:gd fmla="val 115470" name="vf"/>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557" name="Google Shape;557;p9"/>
              <p:cNvSpPr/>
              <p:nvPr/>
            </p:nvSpPr>
            <p:spPr>
              <a:xfrm>
                <a:off x="3874700" y="1021650"/>
                <a:ext cx="65100" cy="56400"/>
              </a:xfrm>
              <a:prstGeom prst="hexagon">
                <a:avLst>
                  <a:gd fmla="val 25000" name="adj"/>
                  <a:gd fmla="val 115470" name="vf"/>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558" name="Google Shape;558;p9"/>
              <p:cNvSpPr/>
              <p:nvPr/>
            </p:nvSpPr>
            <p:spPr>
              <a:xfrm>
                <a:off x="3809600" y="1057175"/>
                <a:ext cx="65100" cy="56400"/>
              </a:xfrm>
              <a:prstGeom prst="hexagon">
                <a:avLst>
                  <a:gd fmla="val 25000" name="adj"/>
                  <a:gd fmla="val 115470" name="vf"/>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559" name="Google Shape;559;p9"/>
            <p:cNvGrpSpPr/>
            <p:nvPr/>
          </p:nvGrpSpPr>
          <p:grpSpPr>
            <a:xfrm>
              <a:off x="473320" y="663929"/>
              <a:ext cx="101875" cy="134875"/>
              <a:chOff x="3928495" y="333391"/>
              <a:chExt cx="101875" cy="134875"/>
            </a:xfrm>
          </p:grpSpPr>
          <p:grpSp>
            <p:nvGrpSpPr>
              <p:cNvPr id="560" name="Google Shape;560;p9"/>
              <p:cNvGrpSpPr/>
              <p:nvPr/>
            </p:nvGrpSpPr>
            <p:grpSpPr>
              <a:xfrm>
                <a:off x="3928495" y="379241"/>
                <a:ext cx="44700" cy="42600"/>
                <a:chOff x="3928495" y="379241"/>
                <a:chExt cx="44700" cy="42600"/>
              </a:xfrm>
            </p:grpSpPr>
            <p:sp>
              <p:nvSpPr>
                <p:cNvPr id="561" name="Google Shape;561;p9"/>
                <p:cNvSpPr/>
                <p:nvPr/>
              </p:nvSpPr>
              <p:spPr>
                <a:xfrm>
                  <a:off x="3928495" y="396272"/>
                  <a:ext cx="44700" cy="81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2" name="Google Shape;562;p9"/>
                <p:cNvSpPr/>
                <p:nvPr/>
              </p:nvSpPr>
              <p:spPr>
                <a:xfrm>
                  <a:off x="3946802" y="379241"/>
                  <a:ext cx="8100" cy="426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63" name="Google Shape;563;p9"/>
              <p:cNvGrpSpPr/>
              <p:nvPr/>
            </p:nvGrpSpPr>
            <p:grpSpPr>
              <a:xfrm>
                <a:off x="3985670" y="425666"/>
                <a:ext cx="44700" cy="42600"/>
                <a:chOff x="3928495" y="379241"/>
                <a:chExt cx="44700" cy="42600"/>
              </a:xfrm>
            </p:grpSpPr>
            <p:sp>
              <p:nvSpPr>
                <p:cNvPr id="564" name="Google Shape;564;p9"/>
                <p:cNvSpPr/>
                <p:nvPr/>
              </p:nvSpPr>
              <p:spPr>
                <a:xfrm>
                  <a:off x="3928495" y="396272"/>
                  <a:ext cx="44700" cy="81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5" name="Google Shape;565;p9"/>
                <p:cNvSpPr/>
                <p:nvPr/>
              </p:nvSpPr>
              <p:spPr>
                <a:xfrm>
                  <a:off x="3946802" y="379241"/>
                  <a:ext cx="8100" cy="426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66" name="Google Shape;566;p9"/>
              <p:cNvGrpSpPr/>
              <p:nvPr/>
            </p:nvGrpSpPr>
            <p:grpSpPr>
              <a:xfrm>
                <a:off x="3985670" y="333391"/>
                <a:ext cx="44700" cy="42600"/>
                <a:chOff x="3928495" y="379241"/>
                <a:chExt cx="44700" cy="42600"/>
              </a:xfrm>
            </p:grpSpPr>
            <p:sp>
              <p:nvSpPr>
                <p:cNvPr id="567" name="Google Shape;567;p9"/>
                <p:cNvSpPr/>
                <p:nvPr/>
              </p:nvSpPr>
              <p:spPr>
                <a:xfrm>
                  <a:off x="3928495" y="396272"/>
                  <a:ext cx="44700" cy="81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8" name="Google Shape;568;p9"/>
                <p:cNvSpPr/>
                <p:nvPr/>
              </p:nvSpPr>
              <p:spPr>
                <a:xfrm>
                  <a:off x="3946802" y="379241"/>
                  <a:ext cx="8100" cy="426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569" name="Google Shape;569;p9"/>
            <p:cNvGrpSpPr/>
            <p:nvPr/>
          </p:nvGrpSpPr>
          <p:grpSpPr>
            <a:xfrm>
              <a:off x="1598700" y="4796012"/>
              <a:ext cx="445675" cy="119073"/>
              <a:chOff x="3578973" y="2550931"/>
              <a:chExt cx="279193" cy="74593"/>
            </a:xfrm>
          </p:grpSpPr>
          <p:sp>
            <p:nvSpPr>
              <p:cNvPr id="570" name="Google Shape;570;p9"/>
              <p:cNvSpPr/>
              <p:nvPr/>
            </p:nvSpPr>
            <p:spPr>
              <a:xfrm>
                <a:off x="3578973" y="2550931"/>
                <a:ext cx="42625" cy="74593"/>
              </a:xfrm>
              <a:custGeom>
                <a:rect b="b" l="l" r="r" t="t"/>
                <a:pathLst>
                  <a:path extrusionOk="0" h="35" w="20">
                    <a:moveTo>
                      <a:pt x="3" y="35"/>
                    </a:moveTo>
                    <a:lnTo>
                      <a:pt x="20" y="17"/>
                    </a:lnTo>
                    <a:lnTo>
                      <a:pt x="3" y="0"/>
                    </a:lnTo>
                    <a:lnTo>
                      <a:pt x="0" y="3"/>
                    </a:lnTo>
                    <a:lnTo>
                      <a:pt x="14"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1" name="Google Shape;571;p9"/>
              <p:cNvSpPr/>
              <p:nvPr/>
            </p:nvSpPr>
            <p:spPr>
              <a:xfrm>
                <a:off x="3636518"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2" name="Google Shape;572;p9"/>
              <p:cNvSpPr/>
              <p:nvPr/>
            </p:nvSpPr>
            <p:spPr>
              <a:xfrm>
                <a:off x="3698323" y="2550931"/>
                <a:ext cx="42625" cy="74593"/>
              </a:xfrm>
              <a:custGeom>
                <a:rect b="b" l="l" r="r" t="t"/>
                <a:pathLst>
                  <a:path extrusionOk="0" h="35" w="20">
                    <a:moveTo>
                      <a:pt x="2" y="35"/>
                    </a:moveTo>
                    <a:lnTo>
                      <a:pt x="20" y="17"/>
                    </a:lnTo>
                    <a:lnTo>
                      <a:pt x="2" y="0"/>
                    </a:lnTo>
                    <a:lnTo>
                      <a:pt x="0" y="3"/>
                    </a:lnTo>
                    <a:lnTo>
                      <a:pt x="13" y="17"/>
                    </a:lnTo>
                    <a:lnTo>
                      <a:pt x="0" y="32"/>
                    </a:lnTo>
                    <a:lnTo>
                      <a:pt x="2" y="35"/>
                    </a:lnTo>
                    <a:lnTo>
                      <a:pt x="2"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3" name="Google Shape;573;p9"/>
              <p:cNvSpPr/>
              <p:nvPr/>
            </p:nvSpPr>
            <p:spPr>
              <a:xfrm>
                <a:off x="3755867"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4" name="Google Shape;574;p9"/>
              <p:cNvSpPr/>
              <p:nvPr/>
            </p:nvSpPr>
            <p:spPr>
              <a:xfrm>
                <a:off x="3813410" y="2550931"/>
                <a:ext cx="44757" cy="74593"/>
              </a:xfrm>
              <a:custGeom>
                <a:rect b="b" l="l" r="r" t="t"/>
                <a:pathLst>
                  <a:path extrusionOk="0" h="35" w="21">
                    <a:moveTo>
                      <a:pt x="4" y="35"/>
                    </a:moveTo>
                    <a:lnTo>
                      <a:pt x="21" y="17"/>
                    </a:lnTo>
                    <a:lnTo>
                      <a:pt x="4" y="0"/>
                    </a:lnTo>
                    <a:lnTo>
                      <a:pt x="0" y="3"/>
                    </a:lnTo>
                    <a:lnTo>
                      <a:pt x="15" y="17"/>
                    </a:lnTo>
                    <a:lnTo>
                      <a:pt x="0" y="32"/>
                    </a:lnTo>
                    <a:lnTo>
                      <a:pt x="4" y="35"/>
                    </a:lnTo>
                    <a:lnTo>
                      <a:pt x="4"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5" name="Google Shape;575;p9"/>
              <p:cNvSpPr/>
              <p:nvPr/>
            </p:nvSpPr>
            <p:spPr>
              <a:xfrm>
                <a:off x="3578973" y="2550931"/>
                <a:ext cx="42625" cy="74593"/>
              </a:xfrm>
              <a:custGeom>
                <a:rect b="b" l="l" r="r" t="t"/>
                <a:pathLst>
                  <a:path extrusionOk="0" h="35" w="20">
                    <a:moveTo>
                      <a:pt x="3" y="35"/>
                    </a:moveTo>
                    <a:lnTo>
                      <a:pt x="20" y="17"/>
                    </a:lnTo>
                    <a:lnTo>
                      <a:pt x="3" y="0"/>
                    </a:lnTo>
                    <a:lnTo>
                      <a:pt x="0" y="3"/>
                    </a:lnTo>
                    <a:lnTo>
                      <a:pt x="14"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6" name="Google Shape;576;p9"/>
              <p:cNvSpPr/>
              <p:nvPr/>
            </p:nvSpPr>
            <p:spPr>
              <a:xfrm>
                <a:off x="3636518"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7" name="Google Shape;577;p9"/>
              <p:cNvSpPr/>
              <p:nvPr/>
            </p:nvSpPr>
            <p:spPr>
              <a:xfrm>
                <a:off x="3698323" y="2550931"/>
                <a:ext cx="42625" cy="74593"/>
              </a:xfrm>
              <a:custGeom>
                <a:rect b="b" l="l" r="r" t="t"/>
                <a:pathLst>
                  <a:path extrusionOk="0" h="35" w="20">
                    <a:moveTo>
                      <a:pt x="2" y="35"/>
                    </a:moveTo>
                    <a:lnTo>
                      <a:pt x="20" y="17"/>
                    </a:lnTo>
                    <a:lnTo>
                      <a:pt x="2" y="0"/>
                    </a:lnTo>
                    <a:lnTo>
                      <a:pt x="0" y="3"/>
                    </a:lnTo>
                    <a:lnTo>
                      <a:pt x="13" y="17"/>
                    </a:lnTo>
                    <a:lnTo>
                      <a:pt x="0" y="32"/>
                    </a:lnTo>
                    <a:lnTo>
                      <a:pt x="2" y="35"/>
                    </a:lnTo>
                    <a:lnTo>
                      <a:pt x="2"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8" name="Google Shape;578;p9"/>
              <p:cNvSpPr/>
              <p:nvPr/>
            </p:nvSpPr>
            <p:spPr>
              <a:xfrm>
                <a:off x="3755867"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9" name="Google Shape;579;p9"/>
              <p:cNvSpPr/>
              <p:nvPr/>
            </p:nvSpPr>
            <p:spPr>
              <a:xfrm>
                <a:off x="3813410" y="2550931"/>
                <a:ext cx="44757" cy="74593"/>
              </a:xfrm>
              <a:custGeom>
                <a:rect b="b" l="l" r="r" t="t"/>
                <a:pathLst>
                  <a:path extrusionOk="0" h="35" w="21">
                    <a:moveTo>
                      <a:pt x="4" y="35"/>
                    </a:moveTo>
                    <a:lnTo>
                      <a:pt x="21" y="17"/>
                    </a:lnTo>
                    <a:lnTo>
                      <a:pt x="4" y="0"/>
                    </a:lnTo>
                    <a:lnTo>
                      <a:pt x="0" y="3"/>
                    </a:lnTo>
                    <a:lnTo>
                      <a:pt x="15" y="17"/>
                    </a:lnTo>
                    <a:lnTo>
                      <a:pt x="0" y="32"/>
                    </a:lnTo>
                    <a:lnTo>
                      <a:pt x="4" y="35"/>
                    </a:lnTo>
                    <a:lnTo>
                      <a:pt x="4"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80" name="Google Shape;580;p9"/>
            <p:cNvGrpSpPr/>
            <p:nvPr/>
          </p:nvGrpSpPr>
          <p:grpSpPr>
            <a:xfrm>
              <a:off x="7562650" y="140988"/>
              <a:ext cx="130200" cy="126125"/>
              <a:chOff x="3935725" y="167575"/>
              <a:chExt cx="130200" cy="126125"/>
            </a:xfrm>
          </p:grpSpPr>
          <p:sp>
            <p:nvSpPr>
              <p:cNvPr id="581" name="Google Shape;581;p9"/>
              <p:cNvSpPr/>
              <p:nvPr/>
            </p:nvSpPr>
            <p:spPr>
              <a:xfrm>
                <a:off x="3935725" y="167575"/>
                <a:ext cx="65100" cy="56400"/>
              </a:xfrm>
              <a:prstGeom prst="hexagon">
                <a:avLst>
                  <a:gd fmla="val 25000" name="adj"/>
                  <a:gd fmla="val 115470" name="vf"/>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582" name="Google Shape;582;p9"/>
              <p:cNvSpPr/>
              <p:nvPr/>
            </p:nvSpPr>
            <p:spPr>
              <a:xfrm>
                <a:off x="4000825" y="201775"/>
                <a:ext cx="65100" cy="56400"/>
              </a:xfrm>
              <a:prstGeom prst="hexagon">
                <a:avLst>
                  <a:gd fmla="val 25000" name="adj"/>
                  <a:gd fmla="val 115470" name="vf"/>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583" name="Google Shape;583;p9"/>
              <p:cNvSpPr/>
              <p:nvPr/>
            </p:nvSpPr>
            <p:spPr>
              <a:xfrm>
                <a:off x="3935725" y="237300"/>
                <a:ext cx="65100" cy="56400"/>
              </a:xfrm>
              <a:prstGeom prst="hexagon">
                <a:avLst>
                  <a:gd fmla="val 25000" name="adj"/>
                  <a:gd fmla="val 115470" name="vf"/>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584" name="Google Shape;584;p9"/>
            <p:cNvGrpSpPr/>
            <p:nvPr/>
          </p:nvGrpSpPr>
          <p:grpSpPr>
            <a:xfrm flipH="1">
              <a:off x="1561096" y="234934"/>
              <a:ext cx="445675" cy="80822"/>
              <a:chOff x="6468929" y="3844579"/>
              <a:chExt cx="411329" cy="74593"/>
            </a:xfrm>
          </p:grpSpPr>
          <p:sp>
            <p:nvSpPr>
              <p:cNvPr id="585" name="Google Shape;585;p9"/>
              <p:cNvSpPr/>
              <p:nvPr/>
            </p:nvSpPr>
            <p:spPr>
              <a:xfrm>
                <a:off x="6814190" y="3848841"/>
                <a:ext cx="66069" cy="66068"/>
              </a:xfrm>
              <a:custGeom>
                <a:rect b="b" l="l" r="r" t="t"/>
                <a:pathLst>
                  <a:path extrusionOk="0" h="29" w="29">
                    <a:moveTo>
                      <a:pt x="2" y="14"/>
                    </a:moveTo>
                    <a:cubicBezTo>
                      <a:pt x="0" y="14"/>
                      <a:pt x="0" y="14"/>
                      <a:pt x="0" y="14"/>
                    </a:cubicBezTo>
                    <a:cubicBezTo>
                      <a:pt x="0" y="22"/>
                      <a:pt x="7" y="29"/>
                      <a:pt x="14" y="29"/>
                    </a:cubicBezTo>
                    <a:cubicBezTo>
                      <a:pt x="22" y="29"/>
                      <a:pt x="29" y="22"/>
                      <a:pt x="29" y="14"/>
                    </a:cubicBezTo>
                    <a:cubicBezTo>
                      <a:pt x="29" y="6"/>
                      <a:pt x="22" y="0"/>
                      <a:pt x="14" y="0"/>
                    </a:cubicBezTo>
                    <a:cubicBezTo>
                      <a:pt x="7" y="0"/>
                      <a:pt x="0" y="6"/>
                      <a:pt x="0" y="14"/>
                    </a:cubicBezTo>
                    <a:cubicBezTo>
                      <a:pt x="2" y="14"/>
                      <a:pt x="2" y="14"/>
                      <a:pt x="2" y="14"/>
                    </a:cubicBezTo>
                    <a:cubicBezTo>
                      <a:pt x="4" y="14"/>
                      <a:pt x="4" y="14"/>
                      <a:pt x="4" y="14"/>
                    </a:cubicBezTo>
                    <a:cubicBezTo>
                      <a:pt x="4" y="9"/>
                      <a:pt x="9" y="4"/>
                      <a:pt x="14" y="4"/>
                    </a:cubicBezTo>
                    <a:cubicBezTo>
                      <a:pt x="20" y="4"/>
                      <a:pt x="25" y="9"/>
                      <a:pt x="25" y="14"/>
                    </a:cubicBezTo>
                    <a:cubicBezTo>
                      <a:pt x="25" y="20"/>
                      <a:pt x="20" y="25"/>
                      <a:pt x="14" y="25"/>
                    </a:cubicBezTo>
                    <a:cubicBezTo>
                      <a:pt x="9" y="25"/>
                      <a:pt x="4" y="20"/>
                      <a:pt x="4" y="14"/>
                    </a:cubicBezTo>
                    <a:lnTo>
                      <a:pt x="2" y="1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6" name="Google Shape;586;p9"/>
              <p:cNvSpPr/>
              <p:nvPr/>
            </p:nvSpPr>
            <p:spPr>
              <a:xfrm>
                <a:off x="6475324" y="3876548"/>
                <a:ext cx="343130" cy="8525"/>
              </a:xfrm>
              <a:custGeom>
                <a:rect b="b" l="l" r="r" t="t"/>
                <a:pathLst>
                  <a:path extrusionOk="0" h="4" w="161">
                    <a:moveTo>
                      <a:pt x="161" y="0"/>
                    </a:moveTo>
                    <a:lnTo>
                      <a:pt x="0" y="0"/>
                    </a:lnTo>
                    <a:lnTo>
                      <a:pt x="0" y="4"/>
                    </a:lnTo>
                    <a:lnTo>
                      <a:pt x="161" y="4"/>
                    </a:lnTo>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7" name="Google Shape;587;p9"/>
              <p:cNvSpPr/>
              <p:nvPr/>
            </p:nvSpPr>
            <p:spPr>
              <a:xfrm>
                <a:off x="6468929" y="3844579"/>
                <a:ext cx="42625" cy="74593"/>
              </a:xfrm>
              <a:custGeom>
                <a:rect b="b" l="l" r="r" t="t"/>
                <a:pathLst>
                  <a:path extrusionOk="0" h="35" w="2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88" name="Shape 588"/>
        <p:cNvGrpSpPr/>
        <p:nvPr/>
      </p:nvGrpSpPr>
      <p:grpSpPr>
        <a:xfrm>
          <a:off x="0" y="0"/>
          <a:ext cx="0" cy="0"/>
          <a:chOff x="0" y="0"/>
          <a:chExt cx="0" cy="0"/>
        </a:xfrm>
      </p:grpSpPr>
      <p:sp>
        <p:nvSpPr>
          <p:cNvPr id="589" name="Google Shape;589;p10"/>
          <p:cNvSpPr/>
          <p:nvPr>
            <p:ph idx="2" type="pic"/>
          </p:nvPr>
        </p:nvSpPr>
        <p:spPr>
          <a:xfrm>
            <a:off x="0" y="0"/>
            <a:ext cx="9144000" cy="5143500"/>
          </a:xfrm>
          <a:prstGeom prst="rect">
            <a:avLst/>
          </a:prstGeom>
          <a:noFill/>
          <a:ln>
            <a:noFill/>
          </a:ln>
        </p:spPr>
      </p:sp>
      <p:sp>
        <p:nvSpPr>
          <p:cNvPr id="590" name="Google Shape;590;p10"/>
          <p:cNvSpPr txBox="1"/>
          <p:nvPr>
            <p:ph type="title"/>
          </p:nvPr>
        </p:nvSpPr>
        <p:spPr>
          <a:xfrm>
            <a:off x="1390200" y="4033975"/>
            <a:ext cx="6363600" cy="494400"/>
          </a:xfrm>
          <a:prstGeom prst="rect">
            <a:avLst/>
          </a:prstGeom>
          <a:solidFill>
            <a:schemeClr val="lt1"/>
          </a:solidFill>
        </p:spPr>
        <p:txBody>
          <a:bodyPr anchorCtr="0" anchor="ctr" bIns="91425" lIns="91425" spcFirstLastPara="1" rIns="91425" wrap="square" tIns="91425">
            <a:noAutofit/>
          </a:bodyPr>
          <a:lstStyle>
            <a:lvl1pPr lvl="0" rtl="0" algn="ctr">
              <a:lnSpc>
                <a:spcPct val="115000"/>
              </a:lnSpc>
              <a:spcBef>
                <a:spcPts val="0"/>
              </a:spcBef>
              <a:spcAft>
                <a:spcPts val="0"/>
              </a:spcAft>
              <a:buSzPts val="3000"/>
              <a:buNone/>
              <a:defRPr sz="2000"/>
            </a:lvl1pPr>
            <a:lvl2pPr lvl="1" rtl="0" algn="ctr">
              <a:lnSpc>
                <a:spcPct val="115000"/>
              </a:lnSpc>
              <a:spcBef>
                <a:spcPts val="0"/>
              </a:spcBef>
              <a:spcAft>
                <a:spcPts val="0"/>
              </a:spcAft>
              <a:buSzPts val="3000"/>
              <a:buNone/>
              <a:defRPr/>
            </a:lvl2pPr>
            <a:lvl3pPr lvl="2" rtl="0" algn="ctr">
              <a:lnSpc>
                <a:spcPct val="115000"/>
              </a:lnSpc>
              <a:spcBef>
                <a:spcPts val="0"/>
              </a:spcBef>
              <a:spcAft>
                <a:spcPts val="0"/>
              </a:spcAft>
              <a:buSzPts val="3000"/>
              <a:buNone/>
              <a:defRPr/>
            </a:lvl3pPr>
            <a:lvl4pPr lvl="3" rtl="0" algn="ctr">
              <a:lnSpc>
                <a:spcPct val="115000"/>
              </a:lnSpc>
              <a:spcBef>
                <a:spcPts val="0"/>
              </a:spcBef>
              <a:spcAft>
                <a:spcPts val="0"/>
              </a:spcAft>
              <a:buSzPts val="3000"/>
              <a:buNone/>
              <a:defRPr/>
            </a:lvl4pPr>
            <a:lvl5pPr lvl="4" rtl="0" algn="ctr">
              <a:lnSpc>
                <a:spcPct val="115000"/>
              </a:lnSpc>
              <a:spcBef>
                <a:spcPts val="0"/>
              </a:spcBef>
              <a:spcAft>
                <a:spcPts val="0"/>
              </a:spcAft>
              <a:buSzPts val="3000"/>
              <a:buNone/>
              <a:defRPr/>
            </a:lvl5pPr>
            <a:lvl6pPr lvl="5" rtl="0" algn="ctr">
              <a:lnSpc>
                <a:spcPct val="115000"/>
              </a:lnSpc>
              <a:spcBef>
                <a:spcPts val="0"/>
              </a:spcBef>
              <a:spcAft>
                <a:spcPts val="0"/>
              </a:spcAft>
              <a:buSzPts val="3000"/>
              <a:buNone/>
              <a:defRPr/>
            </a:lvl6pPr>
            <a:lvl7pPr lvl="6" rtl="0" algn="ctr">
              <a:lnSpc>
                <a:spcPct val="115000"/>
              </a:lnSpc>
              <a:spcBef>
                <a:spcPts val="0"/>
              </a:spcBef>
              <a:spcAft>
                <a:spcPts val="0"/>
              </a:spcAft>
              <a:buSzPts val="3000"/>
              <a:buNone/>
              <a:defRPr/>
            </a:lvl7pPr>
            <a:lvl8pPr lvl="7" rtl="0" algn="ctr">
              <a:lnSpc>
                <a:spcPct val="115000"/>
              </a:lnSpc>
              <a:spcBef>
                <a:spcPts val="0"/>
              </a:spcBef>
              <a:spcAft>
                <a:spcPts val="0"/>
              </a:spcAft>
              <a:buSzPts val="3000"/>
              <a:buNone/>
              <a:defRPr/>
            </a:lvl8pPr>
            <a:lvl9pPr lvl="8" rtl="0" algn="ctr">
              <a:lnSpc>
                <a:spcPct val="115000"/>
              </a:lnSpc>
              <a:spcBef>
                <a:spcPts val="0"/>
              </a:spcBef>
              <a:spcAft>
                <a:spcPts val="0"/>
              </a:spcAft>
              <a:buSzPts val="30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91" name="Shape 591"/>
        <p:cNvGrpSpPr/>
        <p:nvPr/>
      </p:nvGrpSpPr>
      <p:grpSpPr>
        <a:xfrm>
          <a:off x="0" y="0"/>
          <a:ext cx="0" cy="0"/>
          <a:chOff x="0" y="0"/>
          <a:chExt cx="0" cy="0"/>
        </a:xfrm>
      </p:grpSpPr>
      <p:pic>
        <p:nvPicPr>
          <p:cNvPr id="592" name="Google Shape;592;p11"/>
          <p:cNvPicPr preferRelativeResize="0"/>
          <p:nvPr/>
        </p:nvPicPr>
        <p:blipFill rotWithShape="1">
          <a:blip r:embed="rId2">
            <a:alphaModFix/>
          </a:blip>
          <a:srcRect b="901" l="0" r="990" t="0"/>
          <a:stretch/>
        </p:blipFill>
        <p:spPr>
          <a:xfrm>
            <a:off x="0" y="0"/>
            <a:ext cx="9144003" cy="5143500"/>
          </a:xfrm>
          <a:prstGeom prst="rect">
            <a:avLst/>
          </a:prstGeom>
          <a:noFill/>
          <a:ln>
            <a:noFill/>
          </a:ln>
        </p:spPr>
      </p:pic>
      <p:sp>
        <p:nvSpPr>
          <p:cNvPr id="593" name="Google Shape;593;p11"/>
          <p:cNvSpPr txBox="1"/>
          <p:nvPr>
            <p:ph hasCustomPrompt="1" type="title"/>
          </p:nvPr>
        </p:nvSpPr>
        <p:spPr>
          <a:xfrm>
            <a:off x="1284000" y="1601548"/>
            <a:ext cx="6576000" cy="1144800"/>
          </a:xfrm>
          <a:prstGeom prst="rect">
            <a:avLst/>
          </a:prstGeom>
          <a:solidFill>
            <a:schemeClr val="lt1"/>
          </a:solidFill>
        </p:spPr>
        <p:txBody>
          <a:bodyPr anchorCtr="0" anchor="ctr" bIns="91425" lIns="91425" spcFirstLastPara="1" rIns="91425" wrap="square" tIns="91425">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594" name="Google Shape;594;p11"/>
          <p:cNvSpPr txBox="1"/>
          <p:nvPr>
            <p:ph idx="1" type="subTitle"/>
          </p:nvPr>
        </p:nvSpPr>
        <p:spPr>
          <a:xfrm>
            <a:off x="1284000" y="2948038"/>
            <a:ext cx="6576000" cy="4971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grpSp>
        <p:nvGrpSpPr>
          <p:cNvPr id="595" name="Google Shape;595;p11"/>
          <p:cNvGrpSpPr/>
          <p:nvPr/>
        </p:nvGrpSpPr>
        <p:grpSpPr>
          <a:xfrm flipH="1" rot="10800000">
            <a:off x="-871550" y="-484364"/>
            <a:ext cx="11081975" cy="6703400"/>
            <a:chOff x="-871550" y="-1016375"/>
            <a:chExt cx="11081975" cy="6703400"/>
          </a:xfrm>
        </p:grpSpPr>
        <p:sp>
          <p:nvSpPr>
            <p:cNvPr id="596" name="Google Shape;596;p11"/>
            <p:cNvSpPr/>
            <p:nvPr/>
          </p:nvSpPr>
          <p:spPr>
            <a:xfrm>
              <a:off x="-387625" y="1914175"/>
              <a:ext cx="1417200" cy="10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597" name="Google Shape;597;p11"/>
            <p:cNvSpPr/>
            <p:nvPr/>
          </p:nvSpPr>
          <p:spPr>
            <a:xfrm>
              <a:off x="-871550" y="2160610"/>
              <a:ext cx="1417200" cy="10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598" name="Google Shape;598;p11"/>
            <p:cNvSpPr/>
            <p:nvPr/>
          </p:nvSpPr>
          <p:spPr>
            <a:xfrm rot="5400000">
              <a:off x="-109850" y="4925325"/>
              <a:ext cx="1417200" cy="10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599" name="Google Shape;599;p11"/>
            <p:cNvSpPr/>
            <p:nvPr/>
          </p:nvSpPr>
          <p:spPr>
            <a:xfrm rot="5400000">
              <a:off x="5393950" y="-360875"/>
              <a:ext cx="1417200" cy="10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600" name="Google Shape;600;p11"/>
            <p:cNvSpPr/>
            <p:nvPr/>
          </p:nvSpPr>
          <p:spPr>
            <a:xfrm rot="10800000">
              <a:off x="8309300" y="3531835"/>
              <a:ext cx="1417200" cy="10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601" name="Google Shape;601;p11"/>
            <p:cNvSpPr/>
            <p:nvPr/>
          </p:nvSpPr>
          <p:spPr>
            <a:xfrm rot="10800000">
              <a:off x="8793225" y="3285400"/>
              <a:ext cx="1417200" cy="10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602" name="Google Shape;602;p11"/>
          <p:cNvGrpSpPr/>
          <p:nvPr/>
        </p:nvGrpSpPr>
        <p:grpSpPr>
          <a:xfrm flipH="1" rot="10800000">
            <a:off x="744821" y="-484375"/>
            <a:ext cx="8262669" cy="6318414"/>
            <a:chOff x="744821" y="-576378"/>
            <a:chExt cx="8262669" cy="6318414"/>
          </a:xfrm>
        </p:grpSpPr>
        <p:grpSp>
          <p:nvGrpSpPr>
            <p:cNvPr id="603" name="Google Shape;603;p11"/>
            <p:cNvGrpSpPr/>
            <p:nvPr/>
          </p:nvGrpSpPr>
          <p:grpSpPr>
            <a:xfrm>
              <a:off x="6850580" y="4492208"/>
              <a:ext cx="2156910" cy="506908"/>
              <a:chOff x="4891825" y="3495059"/>
              <a:chExt cx="1351193" cy="317552"/>
            </a:xfrm>
          </p:grpSpPr>
          <p:sp>
            <p:nvSpPr>
              <p:cNvPr id="604" name="Google Shape;604;p11"/>
              <p:cNvSpPr/>
              <p:nvPr/>
            </p:nvSpPr>
            <p:spPr>
              <a:xfrm>
                <a:off x="6208918" y="3706050"/>
                <a:ext cx="34100" cy="31969"/>
              </a:xfrm>
              <a:custGeom>
                <a:rect b="b" l="l" r="r" t="t"/>
                <a:pathLst>
                  <a:path extrusionOk="0" h="15" w="15">
                    <a:moveTo>
                      <a:pt x="2" y="7"/>
                    </a:moveTo>
                    <a:cubicBezTo>
                      <a:pt x="4" y="7"/>
                      <a:pt x="4" y="7"/>
                      <a:pt x="4" y="7"/>
                    </a:cubicBezTo>
                    <a:cubicBezTo>
                      <a:pt x="4" y="6"/>
                      <a:pt x="6" y="4"/>
                      <a:pt x="8" y="4"/>
                    </a:cubicBezTo>
                    <a:cubicBezTo>
                      <a:pt x="9" y="4"/>
                      <a:pt x="11" y="6"/>
                      <a:pt x="11" y="7"/>
                    </a:cubicBezTo>
                    <a:cubicBezTo>
                      <a:pt x="11" y="9"/>
                      <a:pt x="9" y="11"/>
                      <a:pt x="8" y="11"/>
                    </a:cubicBezTo>
                    <a:cubicBezTo>
                      <a:pt x="6" y="11"/>
                      <a:pt x="4" y="9"/>
                      <a:pt x="4" y="7"/>
                    </a:cubicBezTo>
                    <a:cubicBezTo>
                      <a:pt x="2" y="7"/>
                      <a:pt x="2" y="7"/>
                      <a:pt x="2" y="7"/>
                    </a:cubicBezTo>
                    <a:cubicBezTo>
                      <a:pt x="0" y="7"/>
                      <a:pt x="0" y="7"/>
                      <a:pt x="0" y="7"/>
                    </a:cubicBezTo>
                    <a:cubicBezTo>
                      <a:pt x="0" y="11"/>
                      <a:pt x="4" y="15"/>
                      <a:pt x="8" y="15"/>
                    </a:cubicBezTo>
                    <a:cubicBezTo>
                      <a:pt x="12" y="15"/>
                      <a:pt x="15" y="11"/>
                      <a:pt x="15" y="7"/>
                    </a:cubicBezTo>
                    <a:cubicBezTo>
                      <a:pt x="15" y="3"/>
                      <a:pt x="12" y="0"/>
                      <a:pt x="8" y="0"/>
                    </a:cubicBezTo>
                    <a:cubicBezTo>
                      <a:pt x="4" y="0"/>
                      <a:pt x="0" y="3"/>
                      <a:pt x="0" y="7"/>
                    </a:cubicBezTo>
                    <a:lnTo>
                      <a:pt x="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5" name="Google Shape;605;p11"/>
              <p:cNvSpPr/>
              <p:nvPr/>
            </p:nvSpPr>
            <p:spPr>
              <a:xfrm>
                <a:off x="4891825" y="3584575"/>
                <a:ext cx="29825" cy="29825"/>
              </a:xfrm>
              <a:custGeom>
                <a:rect b="b" l="l" r="r" t="t"/>
                <a:pathLst>
                  <a:path extrusionOk="0" h="14" w="15">
                    <a:moveTo>
                      <a:pt x="2" y="7"/>
                    </a:moveTo>
                    <a:cubicBezTo>
                      <a:pt x="4" y="7"/>
                      <a:pt x="4" y="7"/>
                      <a:pt x="4" y="7"/>
                    </a:cubicBezTo>
                    <a:cubicBezTo>
                      <a:pt x="4" y="5"/>
                      <a:pt x="6" y="4"/>
                      <a:pt x="7" y="4"/>
                    </a:cubicBezTo>
                    <a:cubicBezTo>
                      <a:pt x="9" y="4"/>
                      <a:pt x="11" y="5"/>
                      <a:pt x="11" y="7"/>
                    </a:cubicBezTo>
                    <a:cubicBezTo>
                      <a:pt x="11" y="9"/>
                      <a:pt x="9" y="10"/>
                      <a:pt x="7" y="10"/>
                    </a:cubicBezTo>
                    <a:cubicBezTo>
                      <a:pt x="6" y="10"/>
                      <a:pt x="4" y="9"/>
                      <a:pt x="4" y="7"/>
                    </a:cubicBezTo>
                    <a:cubicBezTo>
                      <a:pt x="2" y="7"/>
                      <a:pt x="2" y="7"/>
                      <a:pt x="2" y="7"/>
                    </a:cubicBezTo>
                    <a:cubicBezTo>
                      <a:pt x="0" y="7"/>
                      <a:pt x="0" y="7"/>
                      <a:pt x="0" y="7"/>
                    </a:cubicBezTo>
                    <a:cubicBezTo>
                      <a:pt x="0" y="11"/>
                      <a:pt x="3" y="14"/>
                      <a:pt x="7" y="14"/>
                    </a:cubicBezTo>
                    <a:cubicBezTo>
                      <a:pt x="11" y="14"/>
                      <a:pt x="15" y="11"/>
                      <a:pt x="15" y="7"/>
                    </a:cubicBezTo>
                    <a:cubicBezTo>
                      <a:pt x="15" y="3"/>
                      <a:pt x="11" y="0"/>
                      <a:pt x="7" y="0"/>
                    </a:cubicBezTo>
                    <a:cubicBezTo>
                      <a:pt x="3" y="0"/>
                      <a:pt x="0" y="3"/>
                      <a:pt x="0" y="7"/>
                    </a:cubicBezTo>
                    <a:lnTo>
                      <a:pt x="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6" name="Google Shape;606;p11"/>
              <p:cNvSpPr/>
              <p:nvPr/>
            </p:nvSpPr>
            <p:spPr>
              <a:xfrm>
                <a:off x="4917389" y="3595227"/>
                <a:ext cx="1295792" cy="217384"/>
              </a:xfrm>
              <a:custGeom>
                <a:rect b="b" l="l" r="r" t="t"/>
                <a:pathLst>
                  <a:path extrusionOk="0" h="102" w="608">
                    <a:moveTo>
                      <a:pt x="0" y="4"/>
                    </a:moveTo>
                    <a:lnTo>
                      <a:pt x="207" y="4"/>
                    </a:lnTo>
                    <a:lnTo>
                      <a:pt x="305" y="102"/>
                    </a:lnTo>
                    <a:lnTo>
                      <a:pt x="498" y="102"/>
                    </a:lnTo>
                    <a:lnTo>
                      <a:pt x="539" y="61"/>
                    </a:lnTo>
                    <a:lnTo>
                      <a:pt x="608" y="61"/>
                    </a:lnTo>
                    <a:lnTo>
                      <a:pt x="608" y="57"/>
                    </a:lnTo>
                    <a:lnTo>
                      <a:pt x="537" y="57"/>
                    </a:lnTo>
                    <a:lnTo>
                      <a:pt x="497" y="98"/>
                    </a:lnTo>
                    <a:lnTo>
                      <a:pt x="307" y="98"/>
                    </a:lnTo>
                    <a:lnTo>
                      <a:pt x="210" y="0"/>
                    </a:lnTo>
                    <a:lnTo>
                      <a:pt x="0" y="0"/>
                    </a:lnTo>
                    <a:lnTo>
                      <a:pt x="0" y="4"/>
                    </a:lnTo>
                    <a:lnTo>
                      <a:pt x="0" y="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7" name="Google Shape;607;p11"/>
              <p:cNvSpPr/>
              <p:nvPr/>
            </p:nvSpPr>
            <p:spPr>
              <a:xfrm>
                <a:off x="5933990" y="3716706"/>
                <a:ext cx="31969" cy="34099"/>
              </a:xfrm>
              <a:custGeom>
                <a:rect b="b" l="l" r="r" t="t"/>
                <a:pathLst>
                  <a:path extrusionOk="0" h="15" w="14">
                    <a:moveTo>
                      <a:pt x="2" y="8"/>
                    </a:moveTo>
                    <a:cubicBezTo>
                      <a:pt x="4" y="8"/>
                      <a:pt x="4" y="8"/>
                      <a:pt x="4" y="8"/>
                    </a:cubicBezTo>
                    <a:cubicBezTo>
                      <a:pt x="4" y="6"/>
                      <a:pt x="5" y="4"/>
                      <a:pt x="7" y="4"/>
                    </a:cubicBezTo>
                    <a:cubicBezTo>
                      <a:pt x="8" y="4"/>
                      <a:pt x="10" y="6"/>
                      <a:pt x="10" y="8"/>
                    </a:cubicBezTo>
                    <a:cubicBezTo>
                      <a:pt x="10" y="9"/>
                      <a:pt x="8" y="11"/>
                      <a:pt x="7" y="11"/>
                    </a:cubicBezTo>
                    <a:cubicBezTo>
                      <a:pt x="5" y="11"/>
                      <a:pt x="4" y="9"/>
                      <a:pt x="4" y="8"/>
                    </a:cubicBezTo>
                    <a:cubicBezTo>
                      <a:pt x="2" y="8"/>
                      <a:pt x="2" y="8"/>
                      <a:pt x="2" y="8"/>
                    </a:cubicBezTo>
                    <a:cubicBezTo>
                      <a:pt x="0" y="8"/>
                      <a:pt x="0" y="8"/>
                      <a:pt x="0" y="8"/>
                    </a:cubicBezTo>
                    <a:cubicBezTo>
                      <a:pt x="0" y="11"/>
                      <a:pt x="3" y="15"/>
                      <a:pt x="7" y="15"/>
                    </a:cubicBezTo>
                    <a:cubicBezTo>
                      <a:pt x="11" y="15"/>
                      <a:pt x="14" y="11"/>
                      <a:pt x="14" y="8"/>
                    </a:cubicBezTo>
                    <a:cubicBezTo>
                      <a:pt x="14" y="4"/>
                      <a:pt x="11" y="0"/>
                      <a:pt x="7" y="0"/>
                    </a:cubicBezTo>
                    <a:cubicBezTo>
                      <a:pt x="3" y="0"/>
                      <a:pt x="0" y="4"/>
                      <a:pt x="0" y="8"/>
                    </a:cubicBezTo>
                    <a:lnTo>
                      <a:pt x="2"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8" name="Google Shape;608;p11"/>
              <p:cNvSpPr/>
              <p:nvPr/>
            </p:nvSpPr>
            <p:spPr>
              <a:xfrm>
                <a:off x="5286094" y="3495059"/>
                <a:ext cx="29837" cy="31969"/>
              </a:xfrm>
              <a:custGeom>
                <a:rect b="b" l="l" r="r" t="t"/>
                <a:pathLst>
                  <a:path extrusionOk="0" h="15" w="14">
                    <a:moveTo>
                      <a:pt x="2" y="8"/>
                    </a:moveTo>
                    <a:cubicBezTo>
                      <a:pt x="4" y="8"/>
                      <a:pt x="4" y="8"/>
                      <a:pt x="4" y="8"/>
                    </a:cubicBezTo>
                    <a:cubicBezTo>
                      <a:pt x="4" y="6"/>
                      <a:pt x="5" y="4"/>
                      <a:pt x="7" y="4"/>
                    </a:cubicBezTo>
                    <a:cubicBezTo>
                      <a:pt x="9" y="4"/>
                      <a:pt x="10" y="6"/>
                      <a:pt x="10" y="8"/>
                    </a:cubicBezTo>
                    <a:cubicBezTo>
                      <a:pt x="10" y="9"/>
                      <a:pt x="9" y="11"/>
                      <a:pt x="7" y="11"/>
                    </a:cubicBezTo>
                    <a:cubicBezTo>
                      <a:pt x="5" y="11"/>
                      <a:pt x="4" y="9"/>
                      <a:pt x="4" y="8"/>
                    </a:cubicBezTo>
                    <a:cubicBezTo>
                      <a:pt x="2" y="8"/>
                      <a:pt x="2" y="8"/>
                      <a:pt x="2" y="8"/>
                    </a:cubicBezTo>
                    <a:cubicBezTo>
                      <a:pt x="0" y="8"/>
                      <a:pt x="0" y="8"/>
                      <a:pt x="0" y="8"/>
                    </a:cubicBezTo>
                    <a:cubicBezTo>
                      <a:pt x="0" y="11"/>
                      <a:pt x="3" y="15"/>
                      <a:pt x="7" y="15"/>
                    </a:cubicBezTo>
                    <a:cubicBezTo>
                      <a:pt x="11" y="15"/>
                      <a:pt x="14" y="11"/>
                      <a:pt x="14" y="8"/>
                    </a:cubicBezTo>
                    <a:cubicBezTo>
                      <a:pt x="14" y="4"/>
                      <a:pt x="11" y="0"/>
                      <a:pt x="7" y="0"/>
                    </a:cubicBezTo>
                    <a:cubicBezTo>
                      <a:pt x="3" y="0"/>
                      <a:pt x="0" y="4"/>
                      <a:pt x="0" y="8"/>
                    </a:cubicBezTo>
                    <a:lnTo>
                      <a:pt x="2"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9" name="Google Shape;609;p11"/>
              <p:cNvSpPr/>
              <p:nvPr/>
            </p:nvSpPr>
            <p:spPr>
              <a:xfrm>
                <a:off x="5311668" y="3507847"/>
                <a:ext cx="632979" cy="219516"/>
              </a:xfrm>
              <a:custGeom>
                <a:rect b="b" l="l" r="r" t="t"/>
                <a:pathLst>
                  <a:path extrusionOk="0" h="103" w="297">
                    <a:moveTo>
                      <a:pt x="0" y="4"/>
                    </a:moveTo>
                    <a:lnTo>
                      <a:pt x="39" y="4"/>
                    </a:lnTo>
                    <a:lnTo>
                      <a:pt x="115" y="79"/>
                    </a:lnTo>
                    <a:lnTo>
                      <a:pt x="270" y="79"/>
                    </a:lnTo>
                    <a:lnTo>
                      <a:pt x="294" y="103"/>
                    </a:lnTo>
                    <a:lnTo>
                      <a:pt x="297" y="100"/>
                    </a:lnTo>
                    <a:lnTo>
                      <a:pt x="272" y="75"/>
                    </a:lnTo>
                    <a:lnTo>
                      <a:pt x="117" y="75"/>
                    </a:lnTo>
                    <a:lnTo>
                      <a:pt x="41" y="0"/>
                    </a:lnTo>
                    <a:lnTo>
                      <a:pt x="0" y="0"/>
                    </a:lnTo>
                    <a:lnTo>
                      <a:pt x="0" y="4"/>
                    </a:lnTo>
                    <a:lnTo>
                      <a:pt x="0" y="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610" name="Google Shape;610;p11"/>
            <p:cNvGrpSpPr/>
            <p:nvPr/>
          </p:nvGrpSpPr>
          <p:grpSpPr>
            <a:xfrm>
              <a:off x="744821" y="-576378"/>
              <a:ext cx="204128" cy="1115878"/>
              <a:chOff x="6605329" y="191675"/>
              <a:chExt cx="127876" cy="699040"/>
            </a:xfrm>
          </p:grpSpPr>
          <p:sp>
            <p:nvSpPr>
              <p:cNvPr id="611" name="Google Shape;611;p11"/>
              <p:cNvSpPr/>
              <p:nvPr/>
            </p:nvSpPr>
            <p:spPr>
              <a:xfrm>
                <a:off x="6701235" y="858746"/>
                <a:ext cx="31969" cy="31969"/>
              </a:xfrm>
              <a:custGeom>
                <a:rect b="b" l="l" r="r" t="t"/>
                <a:pathLst>
                  <a:path extrusionOk="0" h="14" w="15">
                    <a:moveTo>
                      <a:pt x="13" y="7"/>
                    </a:moveTo>
                    <a:cubicBezTo>
                      <a:pt x="11" y="7"/>
                      <a:pt x="11" y="7"/>
                      <a:pt x="11" y="7"/>
                    </a:cubicBezTo>
                    <a:cubicBezTo>
                      <a:pt x="11" y="9"/>
                      <a:pt x="9" y="10"/>
                      <a:pt x="7" y="10"/>
                    </a:cubicBezTo>
                    <a:cubicBezTo>
                      <a:pt x="6" y="10"/>
                      <a:pt x="4" y="9"/>
                      <a:pt x="4" y="7"/>
                    </a:cubicBezTo>
                    <a:cubicBezTo>
                      <a:pt x="4" y="5"/>
                      <a:pt x="6" y="4"/>
                      <a:pt x="7" y="4"/>
                    </a:cubicBezTo>
                    <a:cubicBezTo>
                      <a:pt x="9" y="4"/>
                      <a:pt x="11" y="5"/>
                      <a:pt x="11" y="7"/>
                    </a:cubicBezTo>
                    <a:cubicBezTo>
                      <a:pt x="13" y="7"/>
                      <a:pt x="13" y="7"/>
                      <a:pt x="13" y="7"/>
                    </a:cubicBezTo>
                    <a:cubicBezTo>
                      <a:pt x="15" y="7"/>
                      <a:pt x="15" y="7"/>
                      <a:pt x="15" y="7"/>
                    </a:cubicBezTo>
                    <a:cubicBezTo>
                      <a:pt x="15" y="3"/>
                      <a:pt x="11" y="0"/>
                      <a:pt x="7" y="0"/>
                    </a:cubicBezTo>
                    <a:cubicBezTo>
                      <a:pt x="3" y="0"/>
                      <a:pt x="0" y="3"/>
                      <a:pt x="0" y="7"/>
                    </a:cubicBezTo>
                    <a:cubicBezTo>
                      <a:pt x="0" y="11"/>
                      <a:pt x="3" y="14"/>
                      <a:pt x="7" y="14"/>
                    </a:cubicBezTo>
                    <a:cubicBezTo>
                      <a:pt x="11" y="14"/>
                      <a:pt x="15" y="11"/>
                      <a:pt x="15" y="7"/>
                    </a:cubicBezTo>
                    <a:lnTo>
                      <a:pt x="13"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2" name="Google Shape;612;p11"/>
              <p:cNvSpPr/>
              <p:nvPr/>
            </p:nvSpPr>
            <p:spPr>
              <a:xfrm>
                <a:off x="6605329" y="191675"/>
                <a:ext cx="115087" cy="671334"/>
              </a:xfrm>
              <a:custGeom>
                <a:rect b="b" l="l" r="r" t="t"/>
                <a:pathLst>
                  <a:path extrusionOk="0" h="315" w="54">
                    <a:moveTo>
                      <a:pt x="0" y="0"/>
                    </a:moveTo>
                    <a:lnTo>
                      <a:pt x="0" y="167"/>
                    </a:lnTo>
                    <a:lnTo>
                      <a:pt x="50" y="217"/>
                    </a:lnTo>
                    <a:lnTo>
                      <a:pt x="50" y="315"/>
                    </a:lnTo>
                    <a:lnTo>
                      <a:pt x="54" y="315"/>
                    </a:lnTo>
                    <a:lnTo>
                      <a:pt x="54" y="215"/>
                    </a:lnTo>
                    <a:lnTo>
                      <a:pt x="5" y="165"/>
                    </a:lnTo>
                    <a:lnTo>
                      <a:pt x="5" y="0"/>
                    </a:lnTo>
                    <a:lnTo>
                      <a:pt x="0" y="0"/>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613" name="Google Shape;613;p11"/>
            <p:cNvGrpSpPr/>
            <p:nvPr/>
          </p:nvGrpSpPr>
          <p:grpSpPr>
            <a:xfrm>
              <a:off x="1204715" y="-158755"/>
              <a:ext cx="1493520" cy="615774"/>
              <a:chOff x="5301012" y="396272"/>
              <a:chExt cx="935614" cy="385751"/>
            </a:xfrm>
          </p:grpSpPr>
          <p:sp>
            <p:nvSpPr>
              <p:cNvPr id="614" name="Google Shape;614;p11"/>
              <p:cNvSpPr/>
              <p:nvPr/>
            </p:nvSpPr>
            <p:spPr>
              <a:xfrm>
                <a:off x="6202525" y="396272"/>
                <a:ext cx="34100" cy="34099"/>
              </a:xfrm>
              <a:custGeom>
                <a:rect b="b" l="l" r="r" t="t"/>
                <a:pathLst>
                  <a:path extrusionOk="0" h="15" w="15">
                    <a:moveTo>
                      <a:pt x="13" y="8"/>
                    </a:moveTo>
                    <a:cubicBezTo>
                      <a:pt x="11" y="8"/>
                      <a:pt x="11" y="8"/>
                      <a:pt x="11" y="8"/>
                    </a:cubicBezTo>
                    <a:cubicBezTo>
                      <a:pt x="11" y="9"/>
                      <a:pt x="9" y="11"/>
                      <a:pt x="8" y="11"/>
                    </a:cubicBezTo>
                    <a:cubicBezTo>
                      <a:pt x="6" y="11"/>
                      <a:pt x="4" y="9"/>
                      <a:pt x="4" y="8"/>
                    </a:cubicBezTo>
                    <a:cubicBezTo>
                      <a:pt x="4" y="6"/>
                      <a:pt x="6" y="4"/>
                      <a:pt x="8" y="4"/>
                    </a:cubicBezTo>
                    <a:cubicBezTo>
                      <a:pt x="9" y="4"/>
                      <a:pt x="11" y="6"/>
                      <a:pt x="11" y="8"/>
                    </a:cubicBezTo>
                    <a:cubicBezTo>
                      <a:pt x="13" y="8"/>
                      <a:pt x="13" y="8"/>
                      <a:pt x="13" y="8"/>
                    </a:cubicBezTo>
                    <a:cubicBezTo>
                      <a:pt x="15" y="8"/>
                      <a:pt x="15" y="8"/>
                      <a:pt x="15" y="8"/>
                    </a:cubicBezTo>
                    <a:cubicBezTo>
                      <a:pt x="15" y="4"/>
                      <a:pt x="12" y="0"/>
                      <a:pt x="8" y="0"/>
                    </a:cubicBezTo>
                    <a:cubicBezTo>
                      <a:pt x="4" y="0"/>
                      <a:pt x="0" y="4"/>
                      <a:pt x="0" y="8"/>
                    </a:cubicBezTo>
                    <a:cubicBezTo>
                      <a:pt x="0" y="12"/>
                      <a:pt x="4" y="15"/>
                      <a:pt x="8" y="15"/>
                    </a:cubicBezTo>
                    <a:cubicBezTo>
                      <a:pt x="12" y="15"/>
                      <a:pt x="15" y="12"/>
                      <a:pt x="15" y="8"/>
                    </a:cubicBezTo>
                    <a:lnTo>
                      <a:pt x="13"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5" name="Google Shape;615;p11"/>
              <p:cNvSpPr/>
              <p:nvPr/>
            </p:nvSpPr>
            <p:spPr>
              <a:xfrm>
                <a:off x="5301012" y="750054"/>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6"/>
                      <a:pt x="5" y="4"/>
                      <a:pt x="7" y="4"/>
                    </a:cubicBezTo>
                    <a:cubicBezTo>
                      <a:pt x="9" y="4"/>
                      <a:pt x="10" y="6"/>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6" name="Google Shape;616;p11"/>
              <p:cNvSpPr/>
              <p:nvPr/>
            </p:nvSpPr>
            <p:spPr>
              <a:xfrm>
                <a:off x="5322324" y="426109"/>
                <a:ext cx="903645" cy="336732"/>
              </a:xfrm>
              <a:custGeom>
                <a:rect b="b" l="l" r="r" t="t"/>
                <a:pathLst>
                  <a:path extrusionOk="0" h="158" w="424">
                    <a:moveTo>
                      <a:pt x="419" y="0"/>
                    </a:moveTo>
                    <a:lnTo>
                      <a:pt x="419" y="51"/>
                    </a:lnTo>
                    <a:lnTo>
                      <a:pt x="388" y="82"/>
                    </a:lnTo>
                    <a:lnTo>
                      <a:pt x="72" y="82"/>
                    </a:lnTo>
                    <a:lnTo>
                      <a:pt x="0" y="154"/>
                    </a:lnTo>
                    <a:lnTo>
                      <a:pt x="3" y="158"/>
                    </a:lnTo>
                    <a:lnTo>
                      <a:pt x="74" y="86"/>
                    </a:lnTo>
                    <a:lnTo>
                      <a:pt x="390" y="86"/>
                    </a:lnTo>
                    <a:lnTo>
                      <a:pt x="424" y="53"/>
                    </a:lnTo>
                    <a:lnTo>
                      <a:pt x="424" y="0"/>
                    </a:lnTo>
                    <a:lnTo>
                      <a:pt x="419" y="0"/>
                    </a:lnTo>
                    <a:lnTo>
                      <a:pt x="419"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617" name="Google Shape;617;p11"/>
            <p:cNvGrpSpPr/>
            <p:nvPr/>
          </p:nvGrpSpPr>
          <p:grpSpPr>
            <a:xfrm>
              <a:off x="7838933" y="159032"/>
              <a:ext cx="1064856" cy="813093"/>
              <a:chOff x="3843246" y="357910"/>
              <a:chExt cx="667078" cy="509361"/>
            </a:xfrm>
          </p:grpSpPr>
          <p:sp>
            <p:nvSpPr>
              <p:cNvPr id="618" name="Google Shape;618;p11"/>
              <p:cNvSpPr/>
              <p:nvPr/>
            </p:nvSpPr>
            <p:spPr>
              <a:xfrm>
                <a:off x="3870952" y="385616"/>
                <a:ext cx="626584" cy="471000"/>
              </a:xfrm>
              <a:custGeom>
                <a:rect b="b" l="l" r="r" t="t"/>
                <a:pathLst>
                  <a:path extrusionOk="0" h="221" w="294">
                    <a:moveTo>
                      <a:pt x="290" y="0"/>
                    </a:moveTo>
                    <a:lnTo>
                      <a:pt x="290" y="78"/>
                    </a:lnTo>
                    <a:lnTo>
                      <a:pt x="151" y="217"/>
                    </a:lnTo>
                    <a:lnTo>
                      <a:pt x="0" y="217"/>
                    </a:lnTo>
                    <a:lnTo>
                      <a:pt x="0" y="221"/>
                    </a:lnTo>
                    <a:lnTo>
                      <a:pt x="153" y="221"/>
                    </a:lnTo>
                    <a:lnTo>
                      <a:pt x="294" y="80"/>
                    </a:lnTo>
                    <a:lnTo>
                      <a:pt x="294" y="0"/>
                    </a:lnTo>
                    <a:lnTo>
                      <a:pt x="290" y="0"/>
                    </a:lnTo>
                    <a:lnTo>
                      <a:pt x="29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9" name="Google Shape;619;p11"/>
              <p:cNvSpPr/>
              <p:nvPr/>
            </p:nvSpPr>
            <p:spPr>
              <a:xfrm>
                <a:off x="3843246" y="835302"/>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5"/>
                      <a:pt x="5"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0" name="Google Shape;620;p11"/>
              <p:cNvSpPr/>
              <p:nvPr/>
            </p:nvSpPr>
            <p:spPr>
              <a:xfrm>
                <a:off x="4478354" y="357910"/>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6"/>
                      <a:pt x="5" y="4"/>
                      <a:pt x="7" y="4"/>
                    </a:cubicBezTo>
                    <a:cubicBezTo>
                      <a:pt x="9" y="4"/>
                      <a:pt x="10" y="6"/>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621" name="Google Shape;621;p11"/>
            <p:cNvGrpSpPr/>
            <p:nvPr/>
          </p:nvGrpSpPr>
          <p:grpSpPr>
            <a:xfrm>
              <a:off x="7099018" y="-57203"/>
              <a:ext cx="1337026" cy="826702"/>
              <a:chOff x="3421261" y="191675"/>
              <a:chExt cx="837578" cy="517886"/>
            </a:xfrm>
          </p:grpSpPr>
          <p:sp>
            <p:nvSpPr>
              <p:cNvPr id="622" name="Google Shape;622;p11"/>
              <p:cNvSpPr/>
              <p:nvPr/>
            </p:nvSpPr>
            <p:spPr>
              <a:xfrm>
                <a:off x="3421261" y="679724"/>
                <a:ext cx="31969" cy="29837"/>
              </a:xfrm>
              <a:custGeom>
                <a:rect b="b" l="l" r="r" t="t"/>
                <a:pathLst>
                  <a:path extrusionOk="0" h="14" w="14">
                    <a:moveTo>
                      <a:pt x="12" y="7"/>
                    </a:moveTo>
                    <a:cubicBezTo>
                      <a:pt x="10" y="7"/>
                      <a:pt x="10" y="7"/>
                      <a:pt x="10" y="7"/>
                    </a:cubicBezTo>
                    <a:cubicBezTo>
                      <a:pt x="10" y="8"/>
                      <a:pt x="9" y="10"/>
                      <a:pt x="7" y="10"/>
                    </a:cubicBezTo>
                    <a:cubicBezTo>
                      <a:pt x="5" y="10"/>
                      <a:pt x="4" y="8"/>
                      <a:pt x="4" y="7"/>
                    </a:cubicBezTo>
                    <a:cubicBezTo>
                      <a:pt x="4" y="5"/>
                      <a:pt x="5"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3" name="Google Shape;623;p11"/>
              <p:cNvSpPr/>
              <p:nvPr/>
            </p:nvSpPr>
            <p:spPr>
              <a:xfrm>
                <a:off x="3442573" y="191675"/>
                <a:ext cx="816266" cy="498704"/>
              </a:xfrm>
              <a:custGeom>
                <a:rect b="b" l="l" r="r" t="t"/>
                <a:pathLst>
                  <a:path extrusionOk="0" h="234" w="383">
                    <a:moveTo>
                      <a:pt x="379" y="0"/>
                    </a:moveTo>
                    <a:lnTo>
                      <a:pt x="379" y="106"/>
                    </a:lnTo>
                    <a:lnTo>
                      <a:pt x="301" y="185"/>
                    </a:lnTo>
                    <a:lnTo>
                      <a:pt x="46" y="185"/>
                    </a:lnTo>
                    <a:lnTo>
                      <a:pt x="0" y="231"/>
                    </a:lnTo>
                    <a:lnTo>
                      <a:pt x="3" y="234"/>
                    </a:lnTo>
                    <a:lnTo>
                      <a:pt x="47" y="190"/>
                    </a:lnTo>
                    <a:lnTo>
                      <a:pt x="302" y="190"/>
                    </a:lnTo>
                    <a:lnTo>
                      <a:pt x="383" y="108"/>
                    </a:lnTo>
                    <a:lnTo>
                      <a:pt x="383" y="0"/>
                    </a:lnTo>
                    <a:lnTo>
                      <a:pt x="379" y="0"/>
                    </a:lnTo>
                    <a:lnTo>
                      <a:pt x="379"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624" name="Google Shape;624;p11"/>
            <p:cNvGrpSpPr/>
            <p:nvPr/>
          </p:nvGrpSpPr>
          <p:grpSpPr>
            <a:xfrm flipH="1">
              <a:off x="1029578" y="4404023"/>
              <a:ext cx="619332" cy="1338013"/>
              <a:chOff x="6850421" y="775628"/>
              <a:chExt cx="398541" cy="861012"/>
            </a:xfrm>
          </p:grpSpPr>
          <p:sp>
            <p:nvSpPr>
              <p:cNvPr id="625" name="Google Shape;625;p11"/>
              <p:cNvSpPr/>
              <p:nvPr/>
            </p:nvSpPr>
            <p:spPr>
              <a:xfrm>
                <a:off x="6850421" y="1604672"/>
                <a:ext cx="34100" cy="31969"/>
              </a:xfrm>
              <a:custGeom>
                <a:rect b="b" l="l" r="r" t="t"/>
                <a:pathLst>
                  <a:path extrusionOk="0" h="15" w="15">
                    <a:moveTo>
                      <a:pt x="13" y="8"/>
                    </a:moveTo>
                    <a:cubicBezTo>
                      <a:pt x="11" y="8"/>
                      <a:pt x="11" y="8"/>
                      <a:pt x="11" y="8"/>
                    </a:cubicBezTo>
                    <a:cubicBezTo>
                      <a:pt x="11" y="9"/>
                      <a:pt x="9" y="11"/>
                      <a:pt x="7" y="11"/>
                    </a:cubicBezTo>
                    <a:cubicBezTo>
                      <a:pt x="6" y="11"/>
                      <a:pt x="4" y="9"/>
                      <a:pt x="4" y="8"/>
                    </a:cubicBezTo>
                    <a:cubicBezTo>
                      <a:pt x="4" y="6"/>
                      <a:pt x="6" y="4"/>
                      <a:pt x="7" y="4"/>
                    </a:cubicBezTo>
                    <a:cubicBezTo>
                      <a:pt x="9" y="4"/>
                      <a:pt x="11" y="6"/>
                      <a:pt x="11" y="8"/>
                    </a:cubicBezTo>
                    <a:cubicBezTo>
                      <a:pt x="13" y="8"/>
                      <a:pt x="13" y="8"/>
                      <a:pt x="13" y="8"/>
                    </a:cubicBezTo>
                    <a:cubicBezTo>
                      <a:pt x="15" y="8"/>
                      <a:pt x="15" y="8"/>
                      <a:pt x="15" y="8"/>
                    </a:cubicBezTo>
                    <a:cubicBezTo>
                      <a:pt x="15" y="4"/>
                      <a:pt x="11" y="0"/>
                      <a:pt x="7" y="0"/>
                    </a:cubicBezTo>
                    <a:cubicBezTo>
                      <a:pt x="3" y="0"/>
                      <a:pt x="0" y="4"/>
                      <a:pt x="0" y="8"/>
                    </a:cubicBezTo>
                    <a:cubicBezTo>
                      <a:pt x="0" y="12"/>
                      <a:pt x="3" y="15"/>
                      <a:pt x="7" y="15"/>
                    </a:cubicBezTo>
                    <a:cubicBezTo>
                      <a:pt x="11" y="15"/>
                      <a:pt x="15" y="12"/>
                      <a:pt x="15" y="8"/>
                    </a:cubicBezTo>
                    <a:lnTo>
                      <a:pt x="13"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6" name="Google Shape;626;p11"/>
              <p:cNvSpPr/>
              <p:nvPr/>
            </p:nvSpPr>
            <p:spPr>
              <a:xfrm>
                <a:off x="7138138" y="775628"/>
                <a:ext cx="31969" cy="31969"/>
              </a:xfrm>
              <a:custGeom>
                <a:rect b="b" l="l" r="r" t="t"/>
                <a:pathLst>
                  <a:path extrusionOk="0" h="14" w="14">
                    <a:moveTo>
                      <a:pt x="12" y="7"/>
                    </a:moveTo>
                    <a:cubicBezTo>
                      <a:pt x="10" y="7"/>
                      <a:pt x="10" y="7"/>
                      <a:pt x="10" y="7"/>
                    </a:cubicBezTo>
                    <a:cubicBezTo>
                      <a:pt x="10" y="9"/>
                      <a:pt x="9" y="10"/>
                      <a:pt x="7" y="10"/>
                    </a:cubicBezTo>
                    <a:cubicBezTo>
                      <a:pt x="6" y="10"/>
                      <a:pt x="4" y="9"/>
                      <a:pt x="4" y="7"/>
                    </a:cubicBezTo>
                    <a:cubicBezTo>
                      <a:pt x="4" y="5"/>
                      <a:pt x="6"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7" name="Google Shape;627;p11"/>
              <p:cNvSpPr/>
              <p:nvPr/>
            </p:nvSpPr>
            <p:spPr>
              <a:xfrm>
                <a:off x="6861077" y="794810"/>
                <a:ext cx="387885" cy="814124"/>
              </a:xfrm>
              <a:custGeom>
                <a:rect b="b" l="l" r="r" t="t"/>
                <a:pathLst>
                  <a:path extrusionOk="0" h="382" w="182">
                    <a:moveTo>
                      <a:pt x="5" y="382"/>
                    </a:moveTo>
                    <a:lnTo>
                      <a:pt x="5" y="306"/>
                    </a:lnTo>
                    <a:lnTo>
                      <a:pt x="79" y="231"/>
                    </a:lnTo>
                    <a:lnTo>
                      <a:pt x="146" y="231"/>
                    </a:lnTo>
                    <a:lnTo>
                      <a:pt x="182" y="194"/>
                    </a:lnTo>
                    <a:lnTo>
                      <a:pt x="182" y="40"/>
                    </a:lnTo>
                    <a:lnTo>
                      <a:pt x="142" y="0"/>
                    </a:lnTo>
                    <a:lnTo>
                      <a:pt x="140" y="3"/>
                    </a:lnTo>
                    <a:lnTo>
                      <a:pt x="178" y="42"/>
                    </a:lnTo>
                    <a:lnTo>
                      <a:pt x="178" y="192"/>
                    </a:lnTo>
                    <a:lnTo>
                      <a:pt x="143" y="227"/>
                    </a:lnTo>
                    <a:lnTo>
                      <a:pt x="78" y="227"/>
                    </a:lnTo>
                    <a:lnTo>
                      <a:pt x="0" y="304"/>
                    </a:lnTo>
                    <a:lnTo>
                      <a:pt x="0" y="382"/>
                    </a:lnTo>
                    <a:lnTo>
                      <a:pt x="5" y="382"/>
                    </a:lnTo>
                    <a:lnTo>
                      <a:pt x="5" y="38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628" name="Google Shape;628;p11"/>
            <p:cNvGrpSpPr/>
            <p:nvPr/>
          </p:nvGrpSpPr>
          <p:grpSpPr>
            <a:xfrm>
              <a:off x="4984595" y="4666482"/>
              <a:ext cx="1064856" cy="813093"/>
              <a:chOff x="3843246" y="357910"/>
              <a:chExt cx="667078" cy="509361"/>
            </a:xfrm>
          </p:grpSpPr>
          <p:sp>
            <p:nvSpPr>
              <p:cNvPr id="629" name="Google Shape;629;p11"/>
              <p:cNvSpPr/>
              <p:nvPr/>
            </p:nvSpPr>
            <p:spPr>
              <a:xfrm>
                <a:off x="3870952" y="385616"/>
                <a:ext cx="626584" cy="471000"/>
              </a:xfrm>
              <a:custGeom>
                <a:rect b="b" l="l" r="r" t="t"/>
                <a:pathLst>
                  <a:path extrusionOk="0" h="221" w="294">
                    <a:moveTo>
                      <a:pt x="290" y="0"/>
                    </a:moveTo>
                    <a:lnTo>
                      <a:pt x="290" y="78"/>
                    </a:lnTo>
                    <a:lnTo>
                      <a:pt x="151" y="217"/>
                    </a:lnTo>
                    <a:lnTo>
                      <a:pt x="0" y="217"/>
                    </a:lnTo>
                    <a:lnTo>
                      <a:pt x="0" y="221"/>
                    </a:lnTo>
                    <a:lnTo>
                      <a:pt x="153" y="221"/>
                    </a:lnTo>
                    <a:lnTo>
                      <a:pt x="294" y="80"/>
                    </a:lnTo>
                    <a:lnTo>
                      <a:pt x="294" y="0"/>
                    </a:lnTo>
                    <a:lnTo>
                      <a:pt x="290" y="0"/>
                    </a:lnTo>
                    <a:lnTo>
                      <a:pt x="29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0" name="Google Shape;630;p11"/>
              <p:cNvSpPr/>
              <p:nvPr/>
            </p:nvSpPr>
            <p:spPr>
              <a:xfrm>
                <a:off x="3843246" y="835302"/>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5"/>
                      <a:pt x="5"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1" name="Google Shape;631;p11"/>
              <p:cNvSpPr/>
              <p:nvPr/>
            </p:nvSpPr>
            <p:spPr>
              <a:xfrm>
                <a:off x="4478354" y="357910"/>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6"/>
                      <a:pt x="5" y="4"/>
                      <a:pt x="7" y="4"/>
                    </a:cubicBezTo>
                    <a:cubicBezTo>
                      <a:pt x="9" y="4"/>
                      <a:pt x="10" y="6"/>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632" name="Google Shape;632;p11"/>
          <p:cNvGrpSpPr/>
          <p:nvPr/>
        </p:nvGrpSpPr>
        <p:grpSpPr>
          <a:xfrm>
            <a:off x="380020" y="153613"/>
            <a:ext cx="7382905" cy="4774098"/>
            <a:chOff x="380020" y="153613"/>
            <a:chExt cx="7382905" cy="4774098"/>
          </a:xfrm>
        </p:grpSpPr>
        <p:grpSp>
          <p:nvGrpSpPr>
            <p:cNvPr id="633" name="Google Shape;633;p11"/>
            <p:cNvGrpSpPr/>
            <p:nvPr/>
          </p:nvGrpSpPr>
          <p:grpSpPr>
            <a:xfrm flipH="1" rot="10800000">
              <a:off x="481900" y="1674649"/>
              <a:ext cx="130200" cy="126125"/>
              <a:chOff x="-4441750" y="34450"/>
              <a:chExt cx="130200" cy="126125"/>
            </a:xfrm>
          </p:grpSpPr>
          <p:sp>
            <p:nvSpPr>
              <p:cNvPr id="634" name="Google Shape;634;p11"/>
              <p:cNvSpPr/>
              <p:nvPr/>
            </p:nvSpPr>
            <p:spPr>
              <a:xfrm>
                <a:off x="-4441750" y="34450"/>
                <a:ext cx="65100" cy="56400"/>
              </a:xfrm>
              <a:prstGeom prst="hexagon">
                <a:avLst>
                  <a:gd fmla="val 25000" name="adj"/>
                  <a:gd fmla="val 115470" name="vf"/>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635" name="Google Shape;635;p11"/>
              <p:cNvSpPr/>
              <p:nvPr/>
            </p:nvSpPr>
            <p:spPr>
              <a:xfrm>
                <a:off x="-4376650" y="68650"/>
                <a:ext cx="65100" cy="56400"/>
              </a:xfrm>
              <a:prstGeom prst="hexagon">
                <a:avLst>
                  <a:gd fmla="val 25000" name="adj"/>
                  <a:gd fmla="val 115470" name="vf"/>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636" name="Google Shape;636;p11"/>
              <p:cNvSpPr/>
              <p:nvPr/>
            </p:nvSpPr>
            <p:spPr>
              <a:xfrm>
                <a:off x="-4441750" y="104175"/>
                <a:ext cx="65100" cy="56400"/>
              </a:xfrm>
              <a:prstGeom prst="hexagon">
                <a:avLst>
                  <a:gd fmla="val 25000" name="adj"/>
                  <a:gd fmla="val 115470" name="vf"/>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637" name="Google Shape;637;p11"/>
            <p:cNvGrpSpPr/>
            <p:nvPr/>
          </p:nvGrpSpPr>
          <p:grpSpPr>
            <a:xfrm flipH="1" rot="10800000">
              <a:off x="380020" y="4375020"/>
              <a:ext cx="101875" cy="134875"/>
              <a:chOff x="3928495" y="333391"/>
              <a:chExt cx="101875" cy="134875"/>
            </a:xfrm>
          </p:grpSpPr>
          <p:grpSp>
            <p:nvGrpSpPr>
              <p:cNvPr id="638" name="Google Shape;638;p11"/>
              <p:cNvGrpSpPr/>
              <p:nvPr/>
            </p:nvGrpSpPr>
            <p:grpSpPr>
              <a:xfrm>
                <a:off x="3928495" y="379241"/>
                <a:ext cx="44700" cy="42600"/>
                <a:chOff x="3928495" y="379241"/>
                <a:chExt cx="44700" cy="42600"/>
              </a:xfrm>
            </p:grpSpPr>
            <p:sp>
              <p:nvSpPr>
                <p:cNvPr id="639" name="Google Shape;639;p11"/>
                <p:cNvSpPr/>
                <p:nvPr/>
              </p:nvSpPr>
              <p:spPr>
                <a:xfrm>
                  <a:off x="3928495" y="396272"/>
                  <a:ext cx="44700" cy="81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0" name="Google Shape;640;p11"/>
                <p:cNvSpPr/>
                <p:nvPr/>
              </p:nvSpPr>
              <p:spPr>
                <a:xfrm>
                  <a:off x="3946802" y="379241"/>
                  <a:ext cx="8100" cy="426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641" name="Google Shape;641;p11"/>
              <p:cNvGrpSpPr/>
              <p:nvPr/>
            </p:nvGrpSpPr>
            <p:grpSpPr>
              <a:xfrm>
                <a:off x="3985670" y="425666"/>
                <a:ext cx="44700" cy="42600"/>
                <a:chOff x="3928495" y="379241"/>
                <a:chExt cx="44700" cy="42600"/>
              </a:xfrm>
            </p:grpSpPr>
            <p:sp>
              <p:nvSpPr>
                <p:cNvPr id="642" name="Google Shape;642;p11"/>
                <p:cNvSpPr/>
                <p:nvPr/>
              </p:nvSpPr>
              <p:spPr>
                <a:xfrm>
                  <a:off x="3928495" y="396272"/>
                  <a:ext cx="44700" cy="81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3" name="Google Shape;643;p11"/>
                <p:cNvSpPr/>
                <p:nvPr/>
              </p:nvSpPr>
              <p:spPr>
                <a:xfrm>
                  <a:off x="3946802" y="379241"/>
                  <a:ext cx="8100" cy="426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644" name="Google Shape;644;p11"/>
              <p:cNvGrpSpPr/>
              <p:nvPr/>
            </p:nvGrpSpPr>
            <p:grpSpPr>
              <a:xfrm>
                <a:off x="3985670" y="333391"/>
                <a:ext cx="44700" cy="42600"/>
                <a:chOff x="3928495" y="379241"/>
                <a:chExt cx="44700" cy="42600"/>
              </a:xfrm>
            </p:grpSpPr>
            <p:sp>
              <p:nvSpPr>
                <p:cNvPr id="645" name="Google Shape;645;p11"/>
                <p:cNvSpPr/>
                <p:nvPr/>
              </p:nvSpPr>
              <p:spPr>
                <a:xfrm>
                  <a:off x="3928495" y="396272"/>
                  <a:ext cx="44700" cy="81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6" name="Google Shape;646;p11"/>
                <p:cNvSpPr/>
                <p:nvPr/>
              </p:nvSpPr>
              <p:spPr>
                <a:xfrm>
                  <a:off x="3946802" y="379241"/>
                  <a:ext cx="8100" cy="426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647" name="Google Shape;647;p11"/>
            <p:cNvGrpSpPr/>
            <p:nvPr/>
          </p:nvGrpSpPr>
          <p:grpSpPr>
            <a:xfrm flipH="1" rot="10800000">
              <a:off x="1668775" y="153613"/>
              <a:ext cx="445675" cy="119073"/>
              <a:chOff x="3578973" y="2550931"/>
              <a:chExt cx="279193" cy="74593"/>
            </a:xfrm>
          </p:grpSpPr>
          <p:sp>
            <p:nvSpPr>
              <p:cNvPr id="648" name="Google Shape;648;p11"/>
              <p:cNvSpPr/>
              <p:nvPr/>
            </p:nvSpPr>
            <p:spPr>
              <a:xfrm>
                <a:off x="3578973" y="2550931"/>
                <a:ext cx="42625" cy="74593"/>
              </a:xfrm>
              <a:custGeom>
                <a:rect b="b" l="l" r="r" t="t"/>
                <a:pathLst>
                  <a:path extrusionOk="0" h="35" w="20">
                    <a:moveTo>
                      <a:pt x="3" y="35"/>
                    </a:moveTo>
                    <a:lnTo>
                      <a:pt x="20" y="17"/>
                    </a:lnTo>
                    <a:lnTo>
                      <a:pt x="3" y="0"/>
                    </a:lnTo>
                    <a:lnTo>
                      <a:pt x="0" y="3"/>
                    </a:lnTo>
                    <a:lnTo>
                      <a:pt x="14"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9" name="Google Shape;649;p11"/>
              <p:cNvSpPr/>
              <p:nvPr/>
            </p:nvSpPr>
            <p:spPr>
              <a:xfrm>
                <a:off x="3636518"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50" name="Google Shape;650;p11"/>
              <p:cNvSpPr/>
              <p:nvPr/>
            </p:nvSpPr>
            <p:spPr>
              <a:xfrm>
                <a:off x="3698323" y="2550931"/>
                <a:ext cx="42625" cy="74593"/>
              </a:xfrm>
              <a:custGeom>
                <a:rect b="b" l="l" r="r" t="t"/>
                <a:pathLst>
                  <a:path extrusionOk="0" h="35" w="20">
                    <a:moveTo>
                      <a:pt x="2" y="35"/>
                    </a:moveTo>
                    <a:lnTo>
                      <a:pt x="20" y="17"/>
                    </a:lnTo>
                    <a:lnTo>
                      <a:pt x="2" y="0"/>
                    </a:lnTo>
                    <a:lnTo>
                      <a:pt x="0" y="3"/>
                    </a:lnTo>
                    <a:lnTo>
                      <a:pt x="13" y="17"/>
                    </a:lnTo>
                    <a:lnTo>
                      <a:pt x="0" y="32"/>
                    </a:lnTo>
                    <a:lnTo>
                      <a:pt x="2" y="35"/>
                    </a:lnTo>
                    <a:lnTo>
                      <a:pt x="2"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51" name="Google Shape;651;p11"/>
              <p:cNvSpPr/>
              <p:nvPr/>
            </p:nvSpPr>
            <p:spPr>
              <a:xfrm>
                <a:off x="3755867"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52" name="Google Shape;652;p11"/>
              <p:cNvSpPr/>
              <p:nvPr/>
            </p:nvSpPr>
            <p:spPr>
              <a:xfrm>
                <a:off x="3813410" y="2550931"/>
                <a:ext cx="44757" cy="74593"/>
              </a:xfrm>
              <a:custGeom>
                <a:rect b="b" l="l" r="r" t="t"/>
                <a:pathLst>
                  <a:path extrusionOk="0" h="35" w="21">
                    <a:moveTo>
                      <a:pt x="4" y="35"/>
                    </a:moveTo>
                    <a:lnTo>
                      <a:pt x="21" y="17"/>
                    </a:lnTo>
                    <a:lnTo>
                      <a:pt x="4" y="0"/>
                    </a:lnTo>
                    <a:lnTo>
                      <a:pt x="0" y="3"/>
                    </a:lnTo>
                    <a:lnTo>
                      <a:pt x="15" y="17"/>
                    </a:lnTo>
                    <a:lnTo>
                      <a:pt x="0" y="32"/>
                    </a:lnTo>
                    <a:lnTo>
                      <a:pt x="4" y="35"/>
                    </a:lnTo>
                    <a:lnTo>
                      <a:pt x="4"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53" name="Google Shape;653;p11"/>
              <p:cNvSpPr/>
              <p:nvPr/>
            </p:nvSpPr>
            <p:spPr>
              <a:xfrm>
                <a:off x="3578973" y="2550931"/>
                <a:ext cx="42625" cy="74593"/>
              </a:xfrm>
              <a:custGeom>
                <a:rect b="b" l="l" r="r" t="t"/>
                <a:pathLst>
                  <a:path extrusionOk="0" h="35" w="20">
                    <a:moveTo>
                      <a:pt x="3" y="35"/>
                    </a:moveTo>
                    <a:lnTo>
                      <a:pt x="20" y="17"/>
                    </a:lnTo>
                    <a:lnTo>
                      <a:pt x="3" y="0"/>
                    </a:lnTo>
                    <a:lnTo>
                      <a:pt x="0" y="3"/>
                    </a:lnTo>
                    <a:lnTo>
                      <a:pt x="14"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54" name="Google Shape;654;p11"/>
              <p:cNvSpPr/>
              <p:nvPr/>
            </p:nvSpPr>
            <p:spPr>
              <a:xfrm>
                <a:off x="3636518"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55" name="Google Shape;655;p11"/>
              <p:cNvSpPr/>
              <p:nvPr/>
            </p:nvSpPr>
            <p:spPr>
              <a:xfrm>
                <a:off x="3698323" y="2550931"/>
                <a:ext cx="42625" cy="74593"/>
              </a:xfrm>
              <a:custGeom>
                <a:rect b="b" l="l" r="r" t="t"/>
                <a:pathLst>
                  <a:path extrusionOk="0" h="35" w="20">
                    <a:moveTo>
                      <a:pt x="2" y="35"/>
                    </a:moveTo>
                    <a:lnTo>
                      <a:pt x="20" y="17"/>
                    </a:lnTo>
                    <a:lnTo>
                      <a:pt x="2" y="0"/>
                    </a:lnTo>
                    <a:lnTo>
                      <a:pt x="0" y="3"/>
                    </a:lnTo>
                    <a:lnTo>
                      <a:pt x="13" y="17"/>
                    </a:lnTo>
                    <a:lnTo>
                      <a:pt x="0" y="32"/>
                    </a:lnTo>
                    <a:lnTo>
                      <a:pt x="2" y="35"/>
                    </a:lnTo>
                    <a:lnTo>
                      <a:pt x="2"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56" name="Google Shape;656;p11"/>
              <p:cNvSpPr/>
              <p:nvPr/>
            </p:nvSpPr>
            <p:spPr>
              <a:xfrm>
                <a:off x="3755867"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57" name="Google Shape;657;p11"/>
              <p:cNvSpPr/>
              <p:nvPr/>
            </p:nvSpPr>
            <p:spPr>
              <a:xfrm>
                <a:off x="3813410" y="2550931"/>
                <a:ext cx="44757" cy="74593"/>
              </a:xfrm>
              <a:custGeom>
                <a:rect b="b" l="l" r="r" t="t"/>
                <a:pathLst>
                  <a:path extrusionOk="0" h="35" w="21">
                    <a:moveTo>
                      <a:pt x="4" y="35"/>
                    </a:moveTo>
                    <a:lnTo>
                      <a:pt x="21" y="17"/>
                    </a:lnTo>
                    <a:lnTo>
                      <a:pt x="4" y="0"/>
                    </a:lnTo>
                    <a:lnTo>
                      <a:pt x="0" y="3"/>
                    </a:lnTo>
                    <a:lnTo>
                      <a:pt x="15" y="17"/>
                    </a:lnTo>
                    <a:lnTo>
                      <a:pt x="0" y="32"/>
                    </a:lnTo>
                    <a:lnTo>
                      <a:pt x="4" y="35"/>
                    </a:lnTo>
                    <a:lnTo>
                      <a:pt x="4"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658" name="Google Shape;658;p11"/>
            <p:cNvGrpSpPr/>
            <p:nvPr/>
          </p:nvGrpSpPr>
          <p:grpSpPr>
            <a:xfrm flipH="1" rot="10800000">
              <a:off x="7632725" y="4801586"/>
              <a:ext cx="130200" cy="126125"/>
              <a:chOff x="3935725" y="167575"/>
              <a:chExt cx="130200" cy="126125"/>
            </a:xfrm>
          </p:grpSpPr>
          <p:sp>
            <p:nvSpPr>
              <p:cNvPr id="659" name="Google Shape;659;p11"/>
              <p:cNvSpPr/>
              <p:nvPr/>
            </p:nvSpPr>
            <p:spPr>
              <a:xfrm>
                <a:off x="3935725" y="167575"/>
                <a:ext cx="65100" cy="56400"/>
              </a:xfrm>
              <a:prstGeom prst="hexagon">
                <a:avLst>
                  <a:gd fmla="val 25000" name="adj"/>
                  <a:gd fmla="val 115470" name="vf"/>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660" name="Google Shape;660;p11"/>
              <p:cNvSpPr/>
              <p:nvPr/>
            </p:nvSpPr>
            <p:spPr>
              <a:xfrm>
                <a:off x="4000825" y="201775"/>
                <a:ext cx="65100" cy="56400"/>
              </a:xfrm>
              <a:prstGeom prst="hexagon">
                <a:avLst>
                  <a:gd fmla="val 25000" name="adj"/>
                  <a:gd fmla="val 115470" name="vf"/>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661" name="Google Shape;661;p11"/>
              <p:cNvSpPr/>
              <p:nvPr/>
            </p:nvSpPr>
            <p:spPr>
              <a:xfrm>
                <a:off x="3935725" y="237300"/>
                <a:ext cx="65100" cy="56400"/>
              </a:xfrm>
              <a:prstGeom prst="hexagon">
                <a:avLst>
                  <a:gd fmla="val 25000" name="adj"/>
                  <a:gd fmla="val 115470" name="vf"/>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662" name="Google Shape;662;p11"/>
            <p:cNvGrpSpPr/>
            <p:nvPr/>
          </p:nvGrpSpPr>
          <p:grpSpPr>
            <a:xfrm rot="10800000">
              <a:off x="1631171" y="4752943"/>
              <a:ext cx="445675" cy="80822"/>
              <a:chOff x="6468929" y="3844579"/>
              <a:chExt cx="411329" cy="74593"/>
            </a:xfrm>
          </p:grpSpPr>
          <p:sp>
            <p:nvSpPr>
              <p:cNvPr id="663" name="Google Shape;663;p11"/>
              <p:cNvSpPr/>
              <p:nvPr/>
            </p:nvSpPr>
            <p:spPr>
              <a:xfrm>
                <a:off x="6814190" y="3848841"/>
                <a:ext cx="66069" cy="66068"/>
              </a:xfrm>
              <a:custGeom>
                <a:rect b="b" l="l" r="r" t="t"/>
                <a:pathLst>
                  <a:path extrusionOk="0" h="29" w="29">
                    <a:moveTo>
                      <a:pt x="2" y="14"/>
                    </a:moveTo>
                    <a:cubicBezTo>
                      <a:pt x="0" y="14"/>
                      <a:pt x="0" y="14"/>
                      <a:pt x="0" y="14"/>
                    </a:cubicBezTo>
                    <a:cubicBezTo>
                      <a:pt x="0" y="22"/>
                      <a:pt x="7" y="29"/>
                      <a:pt x="14" y="29"/>
                    </a:cubicBezTo>
                    <a:cubicBezTo>
                      <a:pt x="22" y="29"/>
                      <a:pt x="29" y="22"/>
                      <a:pt x="29" y="14"/>
                    </a:cubicBezTo>
                    <a:cubicBezTo>
                      <a:pt x="29" y="6"/>
                      <a:pt x="22" y="0"/>
                      <a:pt x="14" y="0"/>
                    </a:cubicBezTo>
                    <a:cubicBezTo>
                      <a:pt x="7" y="0"/>
                      <a:pt x="0" y="6"/>
                      <a:pt x="0" y="14"/>
                    </a:cubicBezTo>
                    <a:cubicBezTo>
                      <a:pt x="2" y="14"/>
                      <a:pt x="2" y="14"/>
                      <a:pt x="2" y="14"/>
                    </a:cubicBezTo>
                    <a:cubicBezTo>
                      <a:pt x="4" y="14"/>
                      <a:pt x="4" y="14"/>
                      <a:pt x="4" y="14"/>
                    </a:cubicBezTo>
                    <a:cubicBezTo>
                      <a:pt x="4" y="9"/>
                      <a:pt x="9" y="4"/>
                      <a:pt x="14" y="4"/>
                    </a:cubicBezTo>
                    <a:cubicBezTo>
                      <a:pt x="20" y="4"/>
                      <a:pt x="25" y="9"/>
                      <a:pt x="25" y="14"/>
                    </a:cubicBezTo>
                    <a:cubicBezTo>
                      <a:pt x="25" y="20"/>
                      <a:pt x="20" y="25"/>
                      <a:pt x="14" y="25"/>
                    </a:cubicBezTo>
                    <a:cubicBezTo>
                      <a:pt x="9" y="25"/>
                      <a:pt x="4" y="20"/>
                      <a:pt x="4" y="14"/>
                    </a:cubicBezTo>
                    <a:lnTo>
                      <a:pt x="2" y="1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4" name="Google Shape;664;p11"/>
              <p:cNvSpPr/>
              <p:nvPr/>
            </p:nvSpPr>
            <p:spPr>
              <a:xfrm>
                <a:off x="6475324" y="3876548"/>
                <a:ext cx="343130" cy="8525"/>
              </a:xfrm>
              <a:custGeom>
                <a:rect b="b" l="l" r="r" t="t"/>
                <a:pathLst>
                  <a:path extrusionOk="0" h="4" w="161">
                    <a:moveTo>
                      <a:pt x="161" y="0"/>
                    </a:moveTo>
                    <a:lnTo>
                      <a:pt x="0" y="0"/>
                    </a:lnTo>
                    <a:lnTo>
                      <a:pt x="0" y="4"/>
                    </a:lnTo>
                    <a:lnTo>
                      <a:pt x="161" y="4"/>
                    </a:lnTo>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5" name="Google Shape;665;p11"/>
              <p:cNvSpPr/>
              <p:nvPr/>
            </p:nvSpPr>
            <p:spPr>
              <a:xfrm>
                <a:off x="6468929" y="3844579"/>
                <a:ext cx="42625" cy="74593"/>
              </a:xfrm>
              <a:custGeom>
                <a:rect b="b" l="l" r="r" t="t"/>
                <a:pathLst>
                  <a:path extrusionOk="0" h="35" w="2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666" name="Shape 666"/>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667" name="Shape 667"/>
        <p:cNvGrpSpPr/>
        <p:nvPr/>
      </p:nvGrpSpPr>
      <p:grpSpPr>
        <a:xfrm>
          <a:off x="0" y="0"/>
          <a:ext cx="0" cy="0"/>
          <a:chOff x="0" y="0"/>
          <a:chExt cx="0" cy="0"/>
        </a:xfrm>
      </p:grpSpPr>
      <p:pic>
        <p:nvPicPr>
          <p:cNvPr id="668" name="Google Shape;668;p13"/>
          <p:cNvPicPr preferRelativeResize="0"/>
          <p:nvPr/>
        </p:nvPicPr>
        <p:blipFill rotWithShape="1">
          <a:blip r:embed="rId2">
            <a:alphaModFix/>
          </a:blip>
          <a:srcRect b="901" l="0" r="990" t="0"/>
          <a:stretch/>
        </p:blipFill>
        <p:spPr>
          <a:xfrm>
            <a:off x="0" y="0"/>
            <a:ext cx="9144003" cy="5143500"/>
          </a:xfrm>
          <a:prstGeom prst="rect">
            <a:avLst/>
          </a:prstGeom>
          <a:noFill/>
          <a:ln>
            <a:noFill/>
          </a:ln>
        </p:spPr>
      </p:pic>
      <p:sp>
        <p:nvSpPr>
          <p:cNvPr id="669" name="Google Shape;669;p1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670" name="Google Shape;670;p13"/>
          <p:cNvSpPr txBox="1"/>
          <p:nvPr>
            <p:ph idx="1" type="subTitle"/>
          </p:nvPr>
        </p:nvSpPr>
        <p:spPr>
          <a:xfrm>
            <a:off x="1806625" y="1991288"/>
            <a:ext cx="2570100" cy="5727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671" name="Google Shape;671;p13"/>
          <p:cNvSpPr txBox="1"/>
          <p:nvPr>
            <p:ph idx="2" type="subTitle"/>
          </p:nvPr>
        </p:nvSpPr>
        <p:spPr>
          <a:xfrm>
            <a:off x="5665400" y="1991288"/>
            <a:ext cx="2570100" cy="5727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672" name="Google Shape;672;p13"/>
          <p:cNvSpPr txBox="1"/>
          <p:nvPr>
            <p:ph idx="3" type="subTitle"/>
          </p:nvPr>
        </p:nvSpPr>
        <p:spPr>
          <a:xfrm>
            <a:off x="1806625" y="3706238"/>
            <a:ext cx="2570100" cy="5727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673" name="Google Shape;673;p13"/>
          <p:cNvSpPr txBox="1"/>
          <p:nvPr>
            <p:ph idx="4" type="subTitle"/>
          </p:nvPr>
        </p:nvSpPr>
        <p:spPr>
          <a:xfrm>
            <a:off x="5665400" y="3706238"/>
            <a:ext cx="2570100" cy="5727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674" name="Google Shape;674;p13"/>
          <p:cNvSpPr txBox="1"/>
          <p:nvPr>
            <p:ph hasCustomPrompt="1" idx="5" type="title"/>
          </p:nvPr>
        </p:nvSpPr>
        <p:spPr>
          <a:xfrm>
            <a:off x="901087" y="1440375"/>
            <a:ext cx="820500" cy="640200"/>
          </a:xfrm>
          <a:prstGeom prst="rect">
            <a:avLst/>
          </a:prstGeom>
          <a:solidFill>
            <a:schemeClr val="lt1"/>
          </a:solidFill>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75" name="Google Shape;675;p13"/>
          <p:cNvSpPr txBox="1"/>
          <p:nvPr>
            <p:ph hasCustomPrompt="1" idx="6" type="title"/>
          </p:nvPr>
        </p:nvSpPr>
        <p:spPr>
          <a:xfrm>
            <a:off x="901087" y="3155327"/>
            <a:ext cx="820500" cy="640200"/>
          </a:xfrm>
          <a:prstGeom prst="rect">
            <a:avLst/>
          </a:prstGeom>
          <a:solidFill>
            <a:schemeClr val="lt1"/>
          </a:solidFill>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76" name="Google Shape;676;p13"/>
          <p:cNvSpPr txBox="1"/>
          <p:nvPr>
            <p:ph hasCustomPrompt="1" idx="7" type="title"/>
          </p:nvPr>
        </p:nvSpPr>
        <p:spPr>
          <a:xfrm>
            <a:off x="4759861" y="1440375"/>
            <a:ext cx="820500" cy="640200"/>
          </a:xfrm>
          <a:prstGeom prst="rect">
            <a:avLst/>
          </a:prstGeom>
          <a:solidFill>
            <a:schemeClr val="lt1"/>
          </a:solidFill>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77" name="Google Shape;677;p13"/>
          <p:cNvSpPr txBox="1"/>
          <p:nvPr>
            <p:ph hasCustomPrompt="1" idx="8" type="title"/>
          </p:nvPr>
        </p:nvSpPr>
        <p:spPr>
          <a:xfrm>
            <a:off x="4759861" y="3155331"/>
            <a:ext cx="820500" cy="640200"/>
          </a:xfrm>
          <a:prstGeom prst="rect">
            <a:avLst/>
          </a:prstGeom>
          <a:solidFill>
            <a:schemeClr val="lt1"/>
          </a:solidFill>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78" name="Google Shape;678;p13"/>
          <p:cNvSpPr txBox="1"/>
          <p:nvPr>
            <p:ph idx="9" type="subTitle"/>
          </p:nvPr>
        </p:nvSpPr>
        <p:spPr>
          <a:xfrm>
            <a:off x="1806638" y="1256675"/>
            <a:ext cx="2570100" cy="831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Lexend"/>
              <a:buNone/>
              <a:defRPr b="1" sz="2000">
                <a:latin typeface="Lexend"/>
                <a:ea typeface="Lexend"/>
                <a:cs typeface="Lexend"/>
                <a:sym typeface="Lexend"/>
              </a:defRPr>
            </a:lvl1pPr>
            <a:lvl2pPr lvl="1" rtl="0" algn="ctr">
              <a:lnSpc>
                <a:spcPct val="115000"/>
              </a:lnSpc>
              <a:spcBef>
                <a:spcPts val="0"/>
              </a:spcBef>
              <a:spcAft>
                <a:spcPts val="0"/>
              </a:spcAft>
              <a:buSzPts val="2400"/>
              <a:buFont typeface="Lexend"/>
              <a:buNone/>
              <a:defRPr b="1" sz="2400">
                <a:latin typeface="Lexend"/>
                <a:ea typeface="Lexend"/>
                <a:cs typeface="Lexend"/>
                <a:sym typeface="Lexend"/>
              </a:defRPr>
            </a:lvl2pPr>
            <a:lvl3pPr lvl="2" rtl="0" algn="ctr">
              <a:lnSpc>
                <a:spcPct val="115000"/>
              </a:lnSpc>
              <a:spcBef>
                <a:spcPts val="0"/>
              </a:spcBef>
              <a:spcAft>
                <a:spcPts val="0"/>
              </a:spcAft>
              <a:buSzPts val="2400"/>
              <a:buFont typeface="Lexend"/>
              <a:buNone/>
              <a:defRPr b="1" sz="2400">
                <a:latin typeface="Lexend"/>
                <a:ea typeface="Lexend"/>
                <a:cs typeface="Lexend"/>
                <a:sym typeface="Lexend"/>
              </a:defRPr>
            </a:lvl3pPr>
            <a:lvl4pPr lvl="3" rtl="0" algn="ctr">
              <a:lnSpc>
                <a:spcPct val="115000"/>
              </a:lnSpc>
              <a:spcBef>
                <a:spcPts val="0"/>
              </a:spcBef>
              <a:spcAft>
                <a:spcPts val="0"/>
              </a:spcAft>
              <a:buSzPts val="2400"/>
              <a:buFont typeface="Lexend"/>
              <a:buNone/>
              <a:defRPr b="1" sz="2400">
                <a:latin typeface="Lexend"/>
                <a:ea typeface="Lexend"/>
                <a:cs typeface="Lexend"/>
                <a:sym typeface="Lexend"/>
              </a:defRPr>
            </a:lvl4pPr>
            <a:lvl5pPr lvl="4" rtl="0" algn="ctr">
              <a:lnSpc>
                <a:spcPct val="115000"/>
              </a:lnSpc>
              <a:spcBef>
                <a:spcPts val="0"/>
              </a:spcBef>
              <a:spcAft>
                <a:spcPts val="0"/>
              </a:spcAft>
              <a:buSzPts val="2400"/>
              <a:buFont typeface="Lexend"/>
              <a:buNone/>
              <a:defRPr b="1" sz="2400">
                <a:latin typeface="Lexend"/>
                <a:ea typeface="Lexend"/>
                <a:cs typeface="Lexend"/>
                <a:sym typeface="Lexend"/>
              </a:defRPr>
            </a:lvl5pPr>
            <a:lvl6pPr lvl="5" rtl="0" algn="ctr">
              <a:lnSpc>
                <a:spcPct val="115000"/>
              </a:lnSpc>
              <a:spcBef>
                <a:spcPts val="0"/>
              </a:spcBef>
              <a:spcAft>
                <a:spcPts val="0"/>
              </a:spcAft>
              <a:buSzPts val="2400"/>
              <a:buFont typeface="Lexend"/>
              <a:buNone/>
              <a:defRPr b="1" sz="2400">
                <a:latin typeface="Lexend"/>
                <a:ea typeface="Lexend"/>
                <a:cs typeface="Lexend"/>
                <a:sym typeface="Lexend"/>
              </a:defRPr>
            </a:lvl6pPr>
            <a:lvl7pPr lvl="6" rtl="0" algn="ctr">
              <a:lnSpc>
                <a:spcPct val="115000"/>
              </a:lnSpc>
              <a:spcBef>
                <a:spcPts val="0"/>
              </a:spcBef>
              <a:spcAft>
                <a:spcPts val="0"/>
              </a:spcAft>
              <a:buSzPts val="2400"/>
              <a:buFont typeface="Lexend"/>
              <a:buNone/>
              <a:defRPr b="1" sz="2400">
                <a:latin typeface="Lexend"/>
                <a:ea typeface="Lexend"/>
                <a:cs typeface="Lexend"/>
                <a:sym typeface="Lexend"/>
              </a:defRPr>
            </a:lvl7pPr>
            <a:lvl8pPr lvl="7" rtl="0" algn="ctr">
              <a:lnSpc>
                <a:spcPct val="115000"/>
              </a:lnSpc>
              <a:spcBef>
                <a:spcPts val="0"/>
              </a:spcBef>
              <a:spcAft>
                <a:spcPts val="0"/>
              </a:spcAft>
              <a:buSzPts val="2400"/>
              <a:buFont typeface="Lexend"/>
              <a:buNone/>
              <a:defRPr b="1" sz="2400">
                <a:latin typeface="Lexend"/>
                <a:ea typeface="Lexend"/>
                <a:cs typeface="Lexend"/>
                <a:sym typeface="Lexend"/>
              </a:defRPr>
            </a:lvl8pPr>
            <a:lvl9pPr lvl="8" rtl="0" algn="ctr">
              <a:lnSpc>
                <a:spcPct val="115000"/>
              </a:lnSpc>
              <a:spcBef>
                <a:spcPts val="0"/>
              </a:spcBef>
              <a:spcAft>
                <a:spcPts val="0"/>
              </a:spcAft>
              <a:buSzPts val="2400"/>
              <a:buFont typeface="Lexend"/>
              <a:buNone/>
              <a:defRPr b="1" sz="2400">
                <a:latin typeface="Lexend"/>
                <a:ea typeface="Lexend"/>
                <a:cs typeface="Lexend"/>
                <a:sym typeface="Lexend"/>
              </a:defRPr>
            </a:lvl9pPr>
          </a:lstStyle>
          <a:p/>
        </p:txBody>
      </p:sp>
      <p:sp>
        <p:nvSpPr>
          <p:cNvPr id="679" name="Google Shape;679;p13"/>
          <p:cNvSpPr txBox="1"/>
          <p:nvPr>
            <p:ph idx="13" type="subTitle"/>
          </p:nvPr>
        </p:nvSpPr>
        <p:spPr>
          <a:xfrm>
            <a:off x="5665413" y="1256675"/>
            <a:ext cx="2570100" cy="831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Lexend"/>
              <a:buNone/>
              <a:defRPr b="1" sz="2000">
                <a:latin typeface="Lexend"/>
                <a:ea typeface="Lexend"/>
                <a:cs typeface="Lexend"/>
                <a:sym typeface="Lexend"/>
              </a:defRPr>
            </a:lvl1pPr>
            <a:lvl2pPr lvl="1" rtl="0" algn="ctr">
              <a:lnSpc>
                <a:spcPct val="115000"/>
              </a:lnSpc>
              <a:spcBef>
                <a:spcPts val="0"/>
              </a:spcBef>
              <a:spcAft>
                <a:spcPts val="0"/>
              </a:spcAft>
              <a:buSzPts val="2400"/>
              <a:buFont typeface="Lexend"/>
              <a:buNone/>
              <a:defRPr b="1" sz="2400">
                <a:latin typeface="Lexend"/>
                <a:ea typeface="Lexend"/>
                <a:cs typeface="Lexend"/>
                <a:sym typeface="Lexend"/>
              </a:defRPr>
            </a:lvl2pPr>
            <a:lvl3pPr lvl="2" rtl="0" algn="ctr">
              <a:lnSpc>
                <a:spcPct val="115000"/>
              </a:lnSpc>
              <a:spcBef>
                <a:spcPts val="0"/>
              </a:spcBef>
              <a:spcAft>
                <a:spcPts val="0"/>
              </a:spcAft>
              <a:buSzPts val="2400"/>
              <a:buFont typeface="Lexend"/>
              <a:buNone/>
              <a:defRPr b="1" sz="2400">
                <a:latin typeface="Lexend"/>
                <a:ea typeface="Lexend"/>
                <a:cs typeface="Lexend"/>
                <a:sym typeface="Lexend"/>
              </a:defRPr>
            </a:lvl3pPr>
            <a:lvl4pPr lvl="3" rtl="0" algn="ctr">
              <a:lnSpc>
                <a:spcPct val="115000"/>
              </a:lnSpc>
              <a:spcBef>
                <a:spcPts val="0"/>
              </a:spcBef>
              <a:spcAft>
                <a:spcPts val="0"/>
              </a:spcAft>
              <a:buSzPts val="2400"/>
              <a:buFont typeface="Lexend"/>
              <a:buNone/>
              <a:defRPr b="1" sz="2400">
                <a:latin typeface="Lexend"/>
                <a:ea typeface="Lexend"/>
                <a:cs typeface="Lexend"/>
                <a:sym typeface="Lexend"/>
              </a:defRPr>
            </a:lvl4pPr>
            <a:lvl5pPr lvl="4" rtl="0" algn="ctr">
              <a:lnSpc>
                <a:spcPct val="115000"/>
              </a:lnSpc>
              <a:spcBef>
                <a:spcPts val="0"/>
              </a:spcBef>
              <a:spcAft>
                <a:spcPts val="0"/>
              </a:spcAft>
              <a:buSzPts val="2400"/>
              <a:buFont typeface="Lexend"/>
              <a:buNone/>
              <a:defRPr b="1" sz="2400">
                <a:latin typeface="Lexend"/>
                <a:ea typeface="Lexend"/>
                <a:cs typeface="Lexend"/>
                <a:sym typeface="Lexend"/>
              </a:defRPr>
            </a:lvl5pPr>
            <a:lvl6pPr lvl="5" rtl="0" algn="ctr">
              <a:lnSpc>
                <a:spcPct val="115000"/>
              </a:lnSpc>
              <a:spcBef>
                <a:spcPts val="0"/>
              </a:spcBef>
              <a:spcAft>
                <a:spcPts val="0"/>
              </a:spcAft>
              <a:buSzPts val="2400"/>
              <a:buFont typeface="Lexend"/>
              <a:buNone/>
              <a:defRPr b="1" sz="2400">
                <a:latin typeface="Lexend"/>
                <a:ea typeface="Lexend"/>
                <a:cs typeface="Lexend"/>
                <a:sym typeface="Lexend"/>
              </a:defRPr>
            </a:lvl6pPr>
            <a:lvl7pPr lvl="6" rtl="0" algn="ctr">
              <a:lnSpc>
                <a:spcPct val="115000"/>
              </a:lnSpc>
              <a:spcBef>
                <a:spcPts val="0"/>
              </a:spcBef>
              <a:spcAft>
                <a:spcPts val="0"/>
              </a:spcAft>
              <a:buSzPts val="2400"/>
              <a:buFont typeface="Lexend"/>
              <a:buNone/>
              <a:defRPr b="1" sz="2400">
                <a:latin typeface="Lexend"/>
                <a:ea typeface="Lexend"/>
                <a:cs typeface="Lexend"/>
                <a:sym typeface="Lexend"/>
              </a:defRPr>
            </a:lvl7pPr>
            <a:lvl8pPr lvl="7" rtl="0" algn="ctr">
              <a:lnSpc>
                <a:spcPct val="115000"/>
              </a:lnSpc>
              <a:spcBef>
                <a:spcPts val="0"/>
              </a:spcBef>
              <a:spcAft>
                <a:spcPts val="0"/>
              </a:spcAft>
              <a:buSzPts val="2400"/>
              <a:buFont typeface="Lexend"/>
              <a:buNone/>
              <a:defRPr b="1" sz="2400">
                <a:latin typeface="Lexend"/>
                <a:ea typeface="Lexend"/>
                <a:cs typeface="Lexend"/>
                <a:sym typeface="Lexend"/>
              </a:defRPr>
            </a:lvl8pPr>
            <a:lvl9pPr lvl="8" rtl="0" algn="ctr">
              <a:lnSpc>
                <a:spcPct val="115000"/>
              </a:lnSpc>
              <a:spcBef>
                <a:spcPts val="0"/>
              </a:spcBef>
              <a:spcAft>
                <a:spcPts val="0"/>
              </a:spcAft>
              <a:buSzPts val="2400"/>
              <a:buFont typeface="Lexend"/>
              <a:buNone/>
              <a:defRPr b="1" sz="2400">
                <a:latin typeface="Lexend"/>
                <a:ea typeface="Lexend"/>
                <a:cs typeface="Lexend"/>
                <a:sym typeface="Lexend"/>
              </a:defRPr>
            </a:lvl9pPr>
          </a:lstStyle>
          <a:p/>
        </p:txBody>
      </p:sp>
      <p:sp>
        <p:nvSpPr>
          <p:cNvPr id="680" name="Google Shape;680;p13"/>
          <p:cNvSpPr txBox="1"/>
          <p:nvPr>
            <p:ph idx="14" type="subTitle"/>
          </p:nvPr>
        </p:nvSpPr>
        <p:spPr>
          <a:xfrm>
            <a:off x="1806638" y="2971525"/>
            <a:ext cx="2570100" cy="831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Lexend"/>
              <a:buNone/>
              <a:defRPr b="1" sz="2000">
                <a:latin typeface="Lexend"/>
                <a:ea typeface="Lexend"/>
                <a:cs typeface="Lexend"/>
                <a:sym typeface="Lexend"/>
              </a:defRPr>
            </a:lvl1pPr>
            <a:lvl2pPr lvl="1" rtl="0" algn="ctr">
              <a:lnSpc>
                <a:spcPct val="115000"/>
              </a:lnSpc>
              <a:spcBef>
                <a:spcPts val="0"/>
              </a:spcBef>
              <a:spcAft>
                <a:spcPts val="0"/>
              </a:spcAft>
              <a:buSzPts val="2400"/>
              <a:buFont typeface="Lexend"/>
              <a:buNone/>
              <a:defRPr b="1" sz="2400">
                <a:latin typeface="Lexend"/>
                <a:ea typeface="Lexend"/>
                <a:cs typeface="Lexend"/>
                <a:sym typeface="Lexend"/>
              </a:defRPr>
            </a:lvl2pPr>
            <a:lvl3pPr lvl="2" rtl="0" algn="ctr">
              <a:lnSpc>
                <a:spcPct val="115000"/>
              </a:lnSpc>
              <a:spcBef>
                <a:spcPts val="0"/>
              </a:spcBef>
              <a:spcAft>
                <a:spcPts val="0"/>
              </a:spcAft>
              <a:buSzPts val="2400"/>
              <a:buFont typeface="Lexend"/>
              <a:buNone/>
              <a:defRPr b="1" sz="2400">
                <a:latin typeface="Lexend"/>
                <a:ea typeface="Lexend"/>
                <a:cs typeface="Lexend"/>
                <a:sym typeface="Lexend"/>
              </a:defRPr>
            </a:lvl3pPr>
            <a:lvl4pPr lvl="3" rtl="0" algn="ctr">
              <a:lnSpc>
                <a:spcPct val="115000"/>
              </a:lnSpc>
              <a:spcBef>
                <a:spcPts val="0"/>
              </a:spcBef>
              <a:spcAft>
                <a:spcPts val="0"/>
              </a:spcAft>
              <a:buSzPts val="2400"/>
              <a:buFont typeface="Lexend"/>
              <a:buNone/>
              <a:defRPr b="1" sz="2400">
                <a:latin typeface="Lexend"/>
                <a:ea typeface="Lexend"/>
                <a:cs typeface="Lexend"/>
                <a:sym typeface="Lexend"/>
              </a:defRPr>
            </a:lvl4pPr>
            <a:lvl5pPr lvl="4" rtl="0" algn="ctr">
              <a:lnSpc>
                <a:spcPct val="115000"/>
              </a:lnSpc>
              <a:spcBef>
                <a:spcPts val="0"/>
              </a:spcBef>
              <a:spcAft>
                <a:spcPts val="0"/>
              </a:spcAft>
              <a:buSzPts val="2400"/>
              <a:buFont typeface="Lexend"/>
              <a:buNone/>
              <a:defRPr b="1" sz="2400">
                <a:latin typeface="Lexend"/>
                <a:ea typeface="Lexend"/>
                <a:cs typeface="Lexend"/>
                <a:sym typeface="Lexend"/>
              </a:defRPr>
            </a:lvl5pPr>
            <a:lvl6pPr lvl="5" rtl="0" algn="ctr">
              <a:lnSpc>
                <a:spcPct val="115000"/>
              </a:lnSpc>
              <a:spcBef>
                <a:spcPts val="0"/>
              </a:spcBef>
              <a:spcAft>
                <a:spcPts val="0"/>
              </a:spcAft>
              <a:buSzPts val="2400"/>
              <a:buFont typeface="Lexend"/>
              <a:buNone/>
              <a:defRPr b="1" sz="2400">
                <a:latin typeface="Lexend"/>
                <a:ea typeface="Lexend"/>
                <a:cs typeface="Lexend"/>
                <a:sym typeface="Lexend"/>
              </a:defRPr>
            </a:lvl6pPr>
            <a:lvl7pPr lvl="6" rtl="0" algn="ctr">
              <a:lnSpc>
                <a:spcPct val="115000"/>
              </a:lnSpc>
              <a:spcBef>
                <a:spcPts val="0"/>
              </a:spcBef>
              <a:spcAft>
                <a:spcPts val="0"/>
              </a:spcAft>
              <a:buSzPts val="2400"/>
              <a:buFont typeface="Lexend"/>
              <a:buNone/>
              <a:defRPr b="1" sz="2400">
                <a:latin typeface="Lexend"/>
                <a:ea typeface="Lexend"/>
                <a:cs typeface="Lexend"/>
                <a:sym typeface="Lexend"/>
              </a:defRPr>
            </a:lvl7pPr>
            <a:lvl8pPr lvl="7" rtl="0" algn="ctr">
              <a:lnSpc>
                <a:spcPct val="115000"/>
              </a:lnSpc>
              <a:spcBef>
                <a:spcPts val="0"/>
              </a:spcBef>
              <a:spcAft>
                <a:spcPts val="0"/>
              </a:spcAft>
              <a:buSzPts val="2400"/>
              <a:buFont typeface="Lexend"/>
              <a:buNone/>
              <a:defRPr b="1" sz="2400">
                <a:latin typeface="Lexend"/>
                <a:ea typeface="Lexend"/>
                <a:cs typeface="Lexend"/>
                <a:sym typeface="Lexend"/>
              </a:defRPr>
            </a:lvl8pPr>
            <a:lvl9pPr lvl="8" rtl="0" algn="ctr">
              <a:lnSpc>
                <a:spcPct val="115000"/>
              </a:lnSpc>
              <a:spcBef>
                <a:spcPts val="0"/>
              </a:spcBef>
              <a:spcAft>
                <a:spcPts val="0"/>
              </a:spcAft>
              <a:buSzPts val="2400"/>
              <a:buFont typeface="Lexend"/>
              <a:buNone/>
              <a:defRPr b="1" sz="2400">
                <a:latin typeface="Lexend"/>
                <a:ea typeface="Lexend"/>
                <a:cs typeface="Lexend"/>
                <a:sym typeface="Lexend"/>
              </a:defRPr>
            </a:lvl9pPr>
          </a:lstStyle>
          <a:p/>
        </p:txBody>
      </p:sp>
      <p:sp>
        <p:nvSpPr>
          <p:cNvPr id="681" name="Google Shape;681;p13"/>
          <p:cNvSpPr txBox="1"/>
          <p:nvPr>
            <p:ph idx="15" type="subTitle"/>
          </p:nvPr>
        </p:nvSpPr>
        <p:spPr>
          <a:xfrm>
            <a:off x="5665413" y="2971525"/>
            <a:ext cx="2570100" cy="831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Lexend"/>
              <a:buNone/>
              <a:defRPr b="1" sz="2000">
                <a:latin typeface="Lexend"/>
                <a:ea typeface="Lexend"/>
                <a:cs typeface="Lexend"/>
                <a:sym typeface="Lexend"/>
              </a:defRPr>
            </a:lvl1pPr>
            <a:lvl2pPr lvl="1" rtl="0" algn="ctr">
              <a:lnSpc>
                <a:spcPct val="115000"/>
              </a:lnSpc>
              <a:spcBef>
                <a:spcPts val="0"/>
              </a:spcBef>
              <a:spcAft>
                <a:spcPts val="0"/>
              </a:spcAft>
              <a:buSzPts val="2400"/>
              <a:buFont typeface="Lexend"/>
              <a:buNone/>
              <a:defRPr b="1" sz="2400">
                <a:latin typeface="Lexend"/>
                <a:ea typeface="Lexend"/>
                <a:cs typeface="Lexend"/>
                <a:sym typeface="Lexend"/>
              </a:defRPr>
            </a:lvl2pPr>
            <a:lvl3pPr lvl="2" rtl="0" algn="ctr">
              <a:lnSpc>
                <a:spcPct val="115000"/>
              </a:lnSpc>
              <a:spcBef>
                <a:spcPts val="0"/>
              </a:spcBef>
              <a:spcAft>
                <a:spcPts val="0"/>
              </a:spcAft>
              <a:buSzPts val="2400"/>
              <a:buFont typeface="Lexend"/>
              <a:buNone/>
              <a:defRPr b="1" sz="2400">
                <a:latin typeface="Lexend"/>
                <a:ea typeface="Lexend"/>
                <a:cs typeface="Lexend"/>
                <a:sym typeface="Lexend"/>
              </a:defRPr>
            </a:lvl3pPr>
            <a:lvl4pPr lvl="3" rtl="0" algn="ctr">
              <a:lnSpc>
                <a:spcPct val="115000"/>
              </a:lnSpc>
              <a:spcBef>
                <a:spcPts val="0"/>
              </a:spcBef>
              <a:spcAft>
                <a:spcPts val="0"/>
              </a:spcAft>
              <a:buSzPts val="2400"/>
              <a:buFont typeface="Lexend"/>
              <a:buNone/>
              <a:defRPr b="1" sz="2400">
                <a:latin typeface="Lexend"/>
                <a:ea typeface="Lexend"/>
                <a:cs typeface="Lexend"/>
                <a:sym typeface="Lexend"/>
              </a:defRPr>
            </a:lvl4pPr>
            <a:lvl5pPr lvl="4" rtl="0" algn="ctr">
              <a:lnSpc>
                <a:spcPct val="115000"/>
              </a:lnSpc>
              <a:spcBef>
                <a:spcPts val="0"/>
              </a:spcBef>
              <a:spcAft>
                <a:spcPts val="0"/>
              </a:spcAft>
              <a:buSzPts val="2400"/>
              <a:buFont typeface="Lexend"/>
              <a:buNone/>
              <a:defRPr b="1" sz="2400">
                <a:latin typeface="Lexend"/>
                <a:ea typeface="Lexend"/>
                <a:cs typeface="Lexend"/>
                <a:sym typeface="Lexend"/>
              </a:defRPr>
            </a:lvl5pPr>
            <a:lvl6pPr lvl="5" rtl="0" algn="ctr">
              <a:lnSpc>
                <a:spcPct val="115000"/>
              </a:lnSpc>
              <a:spcBef>
                <a:spcPts val="0"/>
              </a:spcBef>
              <a:spcAft>
                <a:spcPts val="0"/>
              </a:spcAft>
              <a:buSzPts val="2400"/>
              <a:buFont typeface="Lexend"/>
              <a:buNone/>
              <a:defRPr b="1" sz="2400">
                <a:latin typeface="Lexend"/>
                <a:ea typeface="Lexend"/>
                <a:cs typeface="Lexend"/>
                <a:sym typeface="Lexend"/>
              </a:defRPr>
            </a:lvl6pPr>
            <a:lvl7pPr lvl="6" rtl="0" algn="ctr">
              <a:lnSpc>
                <a:spcPct val="115000"/>
              </a:lnSpc>
              <a:spcBef>
                <a:spcPts val="0"/>
              </a:spcBef>
              <a:spcAft>
                <a:spcPts val="0"/>
              </a:spcAft>
              <a:buSzPts val="2400"/>
              <a:buFont typeface="Lexend"/>
              <a:buNone/>
              <a:defRPr b="1" sz="2400">
                <a:latin typeface="Lexend"/>
                <a:ea typeface="Lexend"/>
                <a:cs typeface="Lexend"/>
                <a:sym typeface="Lexend"/>
              </a:defRPr>
            </a:lvl7pPr>
            <a:lvl8pPr lvl="7" rtl="0" algn="ctr">
              <a:lnSpc>
                <a:spcPct val="115000"/>
              </a:lnSpc>
              <a:spcBef>
                <a:spcPts val="0"/>
              </a:spcBef>
              <a:spcAft>
                <a:spcPts val="0"/>
              </a:spcAft>
              <a:buSzPts val="2400"/>
              <a:buFont typeface="Lexend"/>
              <a:buNone/>
              <a:defRPr b="1" sz="2400">
                <a:latin typeface="Lexend"/>
                <a:ea typeface="Lexend"/>
                <a:cs typeface="Lexend"/>
                <a:sym typeface="Lexend"/>
              </a:defRPr>
            </a:lvl8pPr>
            <a:lvl9pPr lvl="8" rtl="0" algn="ctr">
              <a:lnSpc>
                <a:spcPct val="115000"/>
              </a:lnSpc>
              <a:spcBef>
                <a:spcPts val="0"/>
              </a:spcBef>
              <a:spcAft>
                <a:spcPts val="0"/>
              </a:spcAft>
              <a:buSzPts val="2400"/>
              <a:buFont typeface="Lexend"/>
              <a:buNone/>
              <a:defRPr b="1" sz="2400">
                <a:latin typeface="Lexend"/>
                <a:ea typeface="Lexend"/>
                <a:cs typeface="Lexend"/>
                <a:sym typeface="Lexend"/>
              </a:defRPr>
            </a:lvl9pPr>
          </a:lstStyle>
          <a:p/>
        </p:txBody>
      </p:sp>
      <p:grpSp>
        <p:nvGrpSpPr>
          <p:cNvPr id="682" name="Google Shape;682;p13"/>
          <p:cNvGrpSpPr/>
          <p:nvPr/>
        </p:nvGrpSpPr>
        <p:grpSpPr>
          <a:xfrm>
            <a:off x="362675" y="223138"/>
            <a:ext cx="8584545" cy="4702738"/>
            <a:chOff x="362675" y="223138"/>
            <a:chExt cx="8584545" cy="4702738"/>
          </a:xfrm>
        </p:grpSpPr>
        <p:grpSp>
          <p:nvGrpSpPr>
            <p:cNvPr id="683" name="Google Shape;683;p13"/>
            <p:cNvGrpSpPr/>
            <p:nvPr/>
          </p:nvGrpSpPr>
          <p:grpSpPr>
            <a:xfrm>
              <a:off x="362675" y="793000"/>
              <a:ext cx="130200" cy="126125"/>
              <a:chOff x="3935725" y="167575"/>
              <a:chExt cx="130200" cy="126125"/>
            </a:xfrm>
          </p:grpSpPr>
          <p:sp>
            <p:nvSpPr>
              <p:cNvPr id="684" name="Google Shape;684;p13"/>
              <p:cNvSpPr/>
              <p:nvPr/>
            </p:nvSpPr>
            <p:spPr>
              <a:xfrm>
                <a:off x="3935725" y="167575"/>
                <a:ext cx="65100" cy="56400"/>
              </a:xfrm>
              <a:prstGeom prst="hexagon">
                <a:avLst>
                  <a:gd fmla="val 25000" name="adj"/>
                  <a:gd fmla="val 115470" name="vf"/>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685" name="Google Shape;685;p13"/>
              <p:cNvSpPr/>
              <p:nvPr/>
            </p:nvSpPr>
            <p:spPr>
              <a:xfrm>
                <a:off x="4000825" y="201775"/>
                <a:ext cx="65100" cy="56400"/>
              </a:xfrm>
              <a:prstGeom prst="hexagon">
                <a:avLst>
                  <a:gd fmla="val 25000" name="adj"/>
                  <a:gd fmla="val 115470" name="vf"/>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686" name="Google Shape;686;p13"/>
              <p:cNvSpPr/>
              <p:nvPr/>
            </p:nvSpPr>
            <p:spPr>
              <a:xfrm>
                <a:off x="3935725" y="237300"/>
                <a:ext cx="65100" cy="56400"/>
              </a:xfrm>
              <a:prstGeom prst="hexagon">
                <a:avLst>
                  <a:gd fmla="val 25000" name="adj"/>
                  <a:gd fmla="val 115470" name="vf"/>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687" name="Google Shape;687;p13"/>
            <p:cNvGrpSpPr/>
            <p:nvPr/>
          </p:nvGrpSpPr>
          <p:grpSpPr>
            <a:xfrm>
              <a:off x="2046988" y="4799750"/>
              <a:ext cx="130200" cy="126125"/>
              <a:chOff x="3935725" y="167575"/>
              <a:chExt cx="130200" cy="126125"/>
            </a:xfrm>
          </p:grpSpPr>
          <p:sp>
            <p:nvSpPr>
              <p:cNvPr id="688" name="Google Shape;688;p13"/>
              <p:cNvSpPr/>
              <p:nvPr/>
            </p:nvSpPr>
            <p:spPr>
              <a:xfrm>
                <a:off x="3935725" y="167575"/>
                <a:ext cx="65100" cy="564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689" name="Google Shape;689;p13"/>
              <p:cNvSpPr/>
              <p:nvPr/>
            </p:nvSpPr>
            <p:spPr>
              <a:xfrm>
                <a:off x="4000825" y="201775"/>
                <a:ext cx="65100" cy="564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690" name="Google Shape;690;p13"/>
              <p:cNvSpPr/>
              <p:nvPr/>
            </p:nvSpPr>
            <p:spPr>
              <a:xfrm>
                <a:off x="3935725" y="237300"/>
                <a:ext cx="65100" cy="564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691" name="Google Shape;691;p13"/>
            <p:cNvGrpSpPr/>
            <p:nvPr/>
          </p:nvGrpSpPr>
          <p:grpSpPr>
            <a:xfrm>
              <a:off x="8845345" y="4235716"/>
              <a:ext cx="101875" cy="134875"/>
              <a:chOff x="3928495" y="333391"/>
              <a:chExt cx="101875" cy="134875"/>
            </a:xfrm>
          </p:grpSpPr>
          <p:grpSp>
            <p:nvGrpSpPr>
              <p:cNvPr id="692" name="Google Shape;692;p13"/>
              <p:cNvGrpSpPr/>
              <p:nvPr/>
            </p:nvGrpSpPr>
            <p:grpSpPr>
              <a:xfrm>
                <a:off x="3928495" y="379241"/>
                <a:ext cx="44700" cy="42600"/>
                <a:chOff x="3928495" y="379241"/>
                <a:chExt cx="44700" cy="42600"/>
              </a:xfrm>
            </p:grpSpPr>
            <p:sp>
              <p:nvSpPr>
                <p:cNvPr id="693" name="Google Shape;693;p13"/>
                <p:cNvSpPr/>
                <p:nvPr/>
              </p:nvSpPr>
              <p:spPr>
                <a:xfrm>
                  <a:off x="3928495" y="396272"/>
                  <a:ext cx="44700" cy="81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4" name="Google Shape;694;p13"/>
                <p:cNvSpPr/>
                <p:nvPr/>
              </p:nvSpPr>
              <p:spPr>
                <a:xfrm>
                  <a:off x="3946802" y="379241"/>
                  <a:ext cx="8100" cy="426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695" name="Google Shape;695;p13"/>
              <p:cNvGrpSpPr/>
              <p:nvPr/>
            </p:nvGrpSpPr>
            <p:grpSpPr>
              <a:xfrm>
                <a:off x="3985670" y="425666"/>
                <a:ext cx="44700" cy="42600"/>
                <a:chOff x="3928495" y="379241"/>
                <a:chExt cx="44700" cy="42600"/>
              </a:xfrm>
            </p:grpSpPr>
            <p:sp>
              <p:nvSpPr>
                <p:cNvPr id="696" name="Google Shape;696;p13"/>
                <p:cNvSpPr/>
                <p:nvPr/>
              </p:nvSpPr>
              <p:spPr>
                <a:xfrm>
                  <a:off x="3928495" y="396272"/>
                  <a:ext cx="44700" cy="81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7" name="Google Shape;697;p13"/>
                <p:cNvSpPr/>
                <p:nvPr/>
              </p:nvSpPr>
              <p:spPr>
                <a:xfrm>
                  <a:off x="3946802" y="379241"/>
                  <a:ext cx="8100" cy="426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698" name="Google Shape;698;p13"/>
              <p:cNvGrpSpPr/>
              <p:nvPr/>
            </p:nvGrpSpPr>
            <p:grpSpPr>
              <a:xfrm>
                <a:off x="3985670" y="333391"/>
                <a:ext cx="44700" cy="42600"/>
                <a:chOff x="3928495" y="379241"/>
                <a:chExt cx="44700" cy="42600"/>
              </a:xfrm>
            </p:grpSpPr>
            <p:sp>
              <p:nvSpPr>
                <p:cNvPr id="699" name="Google Shape;699;p13"/>
                <p:cNvSpPr/>
                <p:nvPr/>
              </p:nvSpPr>
              <p:spPr>
                <a:xfrm>
                  <a:off x="3928495" y="396272"/>
                  <a:ext cx="44700" cy="81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0" name="Google Shape;700;p13"/>
                <p:cNvSpPr/>
                <p:nvPr/>
              </p:nvSpPr>
              <p:spPr>
                <a:xfrm>
                  <a:off x="3946802" y="379241"/>
                  <a:ext cx="8100" cy="426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701" name="Google Shape;701;p13"/>
            <p:cNvGrpSpPr/>
            <p:nvPr/>
          </p:nvGrpSpPr>
          <p:grpSpPr>
            <a:xfrm>
              <a:off x="6507442" y="4803287"/>
              <a:ext cx="449076" cy="119073"/>
              <a:chOff x="7108302" y="2550931"/>
              <a:chExt cx="281323" cy="74593"/>
            </a:xfrm>
          </p:grpSpPr>
          <p:sp>
            <p:nvSpPr>
              <p:cNvPr id="702" name="Google Shape;702;p13"/>
              <p:cNvSpPr/>
              <p:nvPr/>
            </p:nvSpPr>
            <p:spPr>
              <a:xfrm>
                <a:off x="7347000" y="2550931"/>
                <a:ext cx="42625" cy="74593"/>
              </a:xfrm>
              <a:custGeom>
                <a:rect b="b" l="l" r="r" t="t"/>
                <a:pathLst>
                  <a:path extrusionOk="0" h="35" w="2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3" name="Google Shape;703;p13"/>
              <p:cNvSpPr/>
              <p:nvPr/>
            </p:nvSpPr>
            <p:spPr>
              <a:xfrm>
                <a:off x="7285195" y="2550931"/>
                <a:ext cx="44757" cy="74593"/>
              </a:xfrm>
              <a:custGeom>
                <a:rect b="b" l="l" r="r" t="t"/>
                <a:pathLst>
                  <a:path extrusionOk="0" h="35" w="21">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4" name="Google Shape;704;p13"/>
              <p:cNvSpPr/>
              <p:nvPr/>
            </p:nvSpPr>
            <p:spPr>
              <a:xfrm>
                <a:off x="7227651" y="2550931"/>
                <a:ext cx="42625" cy="74593"/>
              </a:xfrm>
              <a:custGeom>
                <a:rect b="b" l="l" r="r" t="t"/>
                <a:pathLst>
                  <a:path extrusionOk="0" h="35" w="2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5" name="Google Shape;705;p13"/>
              <p:cNvSpPr/>
              <p:nvPr/>
            </p:nvSpPr>
            <p:spPr>
              <a:xfrm>
                <a:off x="7170108" y="2550931"/>
                <a:ext cx="42625" cy="74593"/>
              </a:xfrm>
              <a:custGeom>
                <a:rect b="b" l="l" r="r" t="t"/>
                <a:pathLst>
                  <a:path extrusionOk="0" h="35" w="2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6" name="Google Shape;706;p13"/>
              <p:cNvSpPr/>
              <p:nvPr/>
            </p:nvSpPr>
            <p:spPr>
              <a:xfrm>
                <a:off x="7108302" y="2550931"/>
                <a:ext cx="42625" cy="74593"/>
              </a:xfrm>
              <a:custGeom>
                <a:rect b="b" l="l" r="r" t="t"/>
                <a:pathLst>
                  <a:path extrusionOk="0" h="35" w="2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7" name="Google Shape;707;p13"/>
              <p:cNvSpPr/>
              <p:nvPr/>
            </p:nvSpPr>
            <p:spPr>
              <a:xfrm>
                <a:off x="7347000" y="2550931"/>
                <a:ext cx="42625" cy="74593"/>
              </a:xfrm>
              <a:custGeom>
                <a:rect b="b" l="l" r="r" t="t"/>
                <a:pathLst>
                  <a:path extrusionOk="0" h="35" w="2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8" name="Google Shape;708;p13"/>
              <p:cNvSpPr/>
              <p:nvPr/>
            </p:nvSpPr>
            <p:spPr>
              <a:xfrm>
                <a:off x="7285195" y="2550931"/>
                <a:ext cx="44757" cy="74593"/>
              </a:xfrm>
              <a:custGeom>
                <a:rect b="b" l="l" r="r" t="t"/>
                <a:pathLst>
                  <a:path extrusionOk="0" h="35" w="21">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9" name="Google Shape;709;p13"/>
              <p:cNvSpPr/>
              <p:nvPr/>
            </p:nvSpPr>
            <p:spPr>
              <a:xfrm>
                <a:off x="7227651" y="2550931"/>
                <a:ext cx="42625" cy="74593"/>
              </a:xfrm>
              <a:custGeom>
                <a:rect b="b" l="l" r="r" t="t"/>
                <a:pathLst>
                  <a:path extrusionOk="0" h="35" w="2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0" name="Google Shape;710;p13"/>
              <p:cNvSpPr/>
              <p:nvPr/>
            </p:nvSpPr>
            <p:spPr>
              <a:xfrm>
                <a:off x="7170108" y="2550931"/>
                <a:ext cx="42625" cy="74593"/>
              </a:xfrm>
              <a:custGeom>
                <a:rect b="b" l="l" r="r" t="t"/>
                <a:pathLst>
                  <a:path extrusionOk="0" h="35" w="2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1" name="Google Shape;711;p13"/>
              <p:cNvSpPr/>
              <p:nvPr/>
            </p:nvSpPr>
            <p:spPr>
              <a:xfrm>
                <a:off x="7108302" y="2550931"/>
                <a:ext cx="42625" cy="74593"/>
              </a:xfrm>
              <a:custGeom>
                <a:rect b="b" l="l" r="r" t="t"/>
                <a:pathLst>
                  <a:path extrusionOk="0" h="35" w="2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712" name="Google Shape;712;p13"/>
            <p:cNvGrpSpPr/>
            <p:nvPr/>
          </p:nvGrpSpPr>
          <p:grpSpPr>
            <a:xfrm>
              <a:off x="1667825" y="233212"/>
              <a:ext cx="445675" cy="119073"/>
              <a:chOff x="3578973" y="2550931"/>
              <a:chExt cx="279193" cy="74593"/>
            </a:xfrm>
          </p:grpSpPr>
          <p:sp>
            <p:nvSpPr>
              <p:cNvPr id="713" name="Google Shape;713;p13"/>
              <p:cNvSpPr/>
              <p:nvPr/>
            </p:nvSpPr>
            <p:spPr>
              <a:xfrm>
                <a:off x="3578973" y="2550931"/>
                <a:ext cx="42625" cy="74593"/>
              </a:xfrm>
              <a:custGeom>
                <a:rect b="b" l="l" r="r" t="t"/>
                <a:pathLst>
                  <a:path extrusionOk="0" h="35" w="20">
                    <a:moveTo>
                      <a:pt x="3" y="35"/>
                    </a:moveTo>
                    <a:lnTo>
                      <a:pt x="20" y="17"/>
                    </a:lnTo>
                    <a:lnTo>
                      <a:pt x="3" y="0"/>
                    </a:lnTo>
                    <a:lnTo>
                      <a:pt x="0" y="3"/>
                    </a:lnTo>
                    <a:lnTo>
                      <a:pt x="14"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4" name="Google Shape;714;p13"/>
              <p:cNvSpPr/>
              <p:nvPr/>
            </p:nvSpPr>
            <p:spPr>
              <a:xfrm>
                <a:off x="3636518"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5" name="Google Shape;715;p13"/>
              <p:cNvSpPr/>
              <p:nvPr/>
            </p:nvSpPr>
            <p:spPr>
              <a:xfrm>
                <a:off x="3698323" y="2550931"/>
                <a:ext cx="42625" cy="74593"/>
              </a:xfrm>
              <a:custGeom>
                <a:rect b="b" l="l" r="r" t="t"/>
                <a:pathLst>
                  <a:path extrusionOk="0" h="35" w="20">
                    <a:moveTo>
                      <a:pt x="2" y="35"/>
                    </a:moveTo>
                    <a:lnTo>
                      <a:pt x="20" y="17"/>
                    </a:lnTo>
                    <a:lnTo>
                      <a:pt x="2" y="0"/>
                    </a:lnTo>
                    <a:lnTo>
                      <a:pt x="0" y="3"/>
                    </a:lnTo>
                    <a:lnTo>
                      <a:pt x="13" y="17"/>
                    </a:lnTo>
                    <a:lnTo>
                      <a:pt x="0" y="32"/>
                    </a:lnTo>
                    <a:lnTo>
                      <a:pt x="2" y="35"/>
                    </a:lnTo>
                    <a:lnTo>
                      <a:pt x="2"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6" name="Google Shape;716;p13"/>
              <p:cNvSpPr/>
              <p:nvPr/>
            </p:nvSpPr>
            <p:spPr>
              <a:xfrm>
                <a:off x="3755867"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7" name="Google Shape;717;p13"/>
              <p:cNvSpPr/>
              <p:nvPr/>
            </p:nvSpPr>
            <p:spPr>
              <a:xfrm>
                <a:off x="3813410" y="2550931"/>
                <a:ext cx="44757" cy="74593"/>
              </a:xfrm>
              <a:custGeom>
                <a:rect b="b" l="l" r="r" t="t"/>
                <a:pathLst>
                  <a:path extrusionOk="0" h="35" w="21">
                    <a:moveTo>
                      <a:pt x="4" y="35"/>
                    </a:moveTo>
                    <a:lnTo>
                      <a:pt x="21" y="17"/>
                    </a:lnTo>
                    <a:lnTo>
                      <a:pt x="4" y="0"/>
                    </a:lnTo>
                    <a:lnTo>
                      <a:pt x="0" y="3"/>
                    </a:lnTo>
                    <a:lnTo>
                      <a:pt x="15" y="17"/>
                    </a:lnTo>
                    <a:lnTo>
                      <a:pt x="0" y="32"/>
                    </a:lnTo>
                    <a:lnTo>
                      <a:pt x="4" y="35"/>
                    </a:lnTo>
                    <a:lnTo>
                      <a:pt x="4"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8" name="Google Shape;718;p13"/>
              <p:cNvSpPr/>
              <p:nvPr/>
            </p:nvSpPr>
            <p:spPr>
              <a:xfrm>
                <a:off x="3578973" y="2550931"/>
                <a:ext cx="42625" cy="74593"/>
              </a:xfrm>
              <a:custGeom>
                <a:rect b="b" l="l" r="r" t="t"/>
                <a:pathLst>
                  <a:path extrusionOk="0" h="35" w="20">
                    <a:moveTo>
                      <a:pt x="3" y="35"/>
                    </a:moveTo>
                    <a:lnTo>
                      <a:pt x="20" y="17"/>
                    </a:lnTo>
                    <a:lnTo>
                      <a:pt x="3" y="0"/>
                    </a:lnTo>
                    <a:lnTo>
                      <a:pt x="0" y="3"/>
                    </a:lnTo>
                    <a:lnTo>
                      <a:pt x="14"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9" name="Google Shape;719;p13"/>
              <p:cNvSpPr/>
              <p:nvPr/>
            </p:nvSpPr>
            <p:spPr>
              <a:xfrm>
                <a:off x="3636518"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20" name="Google Shape;720;p13"/>
              <p:cNvSpPr/>
              <p:nvPr/>
            </p:nvSpPr>
            <p:spPr>
              <a:xfrm>
                <a:off x="3698323" y="2550931"/>
                <a:ext cx="42625" cy="74593"/>
              </a:xfrm>
              <a:custGeom>
                <a:rect b="b" l="l" r="r" t="t"/>
                <a:pathLst>
                  <a:path extrusionOk="0" h="35" w="20">
                    <a:moveTo>
                      <a:pt x="2" y="35"/>
                    </a:moveTo>
                    <a:lnTo>
                      <a:pt x="20" y="17"/>
                    </a:lnTo>
                    <a:lnTo>
                      <a:pt x="2" y="0"/>
                    </a:lnTo>
                    <a:lnTo>
                      <a:pt x="0" y="3"/>
                    </a:lnTo>
                    <a:lnTo>
                      <a:pt x="13" y="17"/>
                    </a:lnTo>
                    <a:lnTo>
                      <a:pt x="0" y="32"/>
                    </a:lnTo>
                    <a:lnTo>
                      <a:pt x="2" y="35"/>
                    </a:lnTo>
                    <a:lnTo>
                      <a:pt x="2"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21" name="Google Shape;721;p13"/>
              <p:cNvSpPr/>
              <p:nvPr/>
            </p:nvSpPr>
            <p:spPr>
              <a:xfrm>
                <a:off x="3755867"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22" name="Google Shape;722;p13"/>
              <p:cNvSpPr/>
              <p:nvPr/>
            </p:nvSpPr>
            <p:spPr>
              <a:xfrm>
                <a:off x="3813410" y="2550931"/>
                <a:ext cx="44757" cy="74593"/>
              </a:xfrm>
              <a:custGeom>
                <a:rect b="b" l="l" r="r" t="t"/>
                <a:pathLst>
                  <a:path extrusionOk="0" h="35" w="21">
                    <a:moveTo>
                      <a:pt x="4" y="35"/>
                    </a:moveTo>
                    <a:lnTo>
                      <a:pt x="21" y="17"/>
                    </a:lnTo>
                    <a:lnTo>
                      <a:pt x="4" y="0"/>
                    </a:lnTo>
                    <a:lnTo>
                      <a:pt x="0" y="3"/>
                    </a:lnTo>
                    <a:lnTo>
                      <a:pt x="15" y="17"/>
                    </a:lnTo>
                    <a:lnTo>
                      <a:pt x="0" y="32"/>
                    </a:lnTo>
                    <a:lnTo>
                      <a:pt x="4" y="35"/>
                    </a:lnTo>
                    <a:lnTo>
                      <a:pt x="4"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723" name="Google Shape;723;p13"/>
            <p:cNvGrpSpPr/>
            <p:nvPr/>
          </p:nvGrpSpPr>
          <p:grpSpPr>
            <a:xfrm>
              <a:off x="8193600" y="223138"/>
              <a:ext cx="130200" cy="126125"/>
              <a:chOff x="3935725" y="167575"/>
              <a:chExt cx="130200" cy="126125"/>
            </a:xfrm>
          </p:grpSpPr>
          <p:sp>
            <p:nvSpPr>
              <p:cNvPr id="724" name="Google Shape;724;p13"/>
              <p:cNvSpPr/>
              <p:nvPr/>
            </p:nvSpPr>
            <p:spPr>
              <a:xfrm>
                <a:off x="3935725" y="167575"/>
                <a:ext cx="65100" cy="56400"/>
              </a:xfrm>
              <a:prstGeom prst="hexagon">
                <a:avLst>
                  <a:gd fmla="val 25000" name="adj"/>
                  <a:gd fmla="val 115470" name="vf"/>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725" name="Google Shape;725;p13"/>
              <p:cNvSpPr/>
              <p:nvPr/>
            </p:nvSpPr>
            <p:spPr>
              <a:xfrm>
                <a:off x="4000825" y="201775"/>
                <a:ext cx="65100" cy="56400"/>
              </a:xfrm>
              <a:prstGeom prst="hexagon">
                <a:avLst>
                  <a:gd fmla="val 25000" name="adj"/>
                  <a:gd fmla="val 115470" name="vf"/>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726" name="Google Shape;726;p13"/>
              <p:cNvSpPr/>
              <p:nvPr/>
            </p:nvSpPr>
            <p:spPr>
              <a:xfrm>
                <a:off x="3935725" y="237300"/>
                <a:ext cx="65100" cy="56400"/>
              </a:xfrm>
              <a:prstGeom prst="hexagon">
                <a:avLst>
                  <a:gd fmla="val 25000" name="adj"/>
                  <a:gd fmla="val 115470" name="vf"/>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grpSp>
        <p:nvGrpSpPr>
          <p:cNvPr id="727" name="Google Shape;727;p13"/>
          <p:cNvGrpSpPr/>
          <p:nvPr/>
        </p:nvGrpSpPr>
        <p:grpSpPr>
          <a:xfrm>
            <a:off x="-1125950" y="-1116990"/>
            <a:ext cx="11388500" cy="7417815"/>
            <a:chOff x="-1125950" y="-1116990"/>
            <a:chExt cx="11388500" cy="7417815"/>
          </a:xfrm>
        </p:grpSpPr>
        <p:sp>
          <p:nvSpPr>
            <p:cNvPr id="728" name="Google Shape;728;p13"/>
            <p:cNvSpPr/>
            <p:nvPr/>
          </p:nvSpPr>
          <p:spPr>
            <a:xfrm flipH="1" rot="10800000">
              <a:off x="-842500" y="4443535"/>
              <a:ext cx="1417200" cy="10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729" name="Google Shape;729;p13"/>
            <p:cNvSpPr/>
            <p:nvPr/>
          </p:nvSpPr>
          <p:spPr>
            <a:xfrm flipH="1" rot="10800000">
              <a:off x="-1125950" y="4197100"/>
              <a:ext cx="1417200" cy="10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730" name="Google Shape;730;p13"/>
            <p:cNvSpPr/>
            <p:nvPr/>
          </p:nvSpPr>
          <p:spPr>
            <a:xfrm rot="10800000">
              <a:off x="8565125" y="1326485"/>
              <a:ext cx="1417200" cy="10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731" name="Google Shape;731;p13"/>
            <p:cNvSpPr/>
            <p:nvPr/>
          </p:nvSpPr>
          <p:spPr>
            <a:xfrm rot="10800000">
              <a:off x="8845350" y="1080050"/>
              <a:ext cx="1417200" cy="10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732" name="Google Shape;732;p13"/>
            <p:cNvSpPr/>
            <p:nvPr/>
          </p:nvSpPr>
          <p:spPr>
            <a:xfrm rot="5400000">
              <a:off x="6518800" y="-461490"/>
              <a:ext cx="1417200" cy="10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733" name="Google Shape;733;p13"/>
            <p:cNvSpPr/>
            <p:nvPr/>
          </p:nvSpPr>
          <p:spPr>
            <a:xfrm rot="5400000">
              <a:off x="906125" y="5539125"/>
              <a:ext cx="1417200" cy="10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734" name="Google Shape;734;p13"/>
          <p:cNvGrpSpPr/>
          <p:nvPr/>
        </p:nvGrpSpPr>
        <p:grpSpPr>
          <a:xfrm>
            <a:off x="-918810" y="-954029"/>
            <a:ext cx="10760625" cy="7331170"/>
            <a:chOff x="-918810" y="-954029"/>
            <a:chExt cx="10760625" cy="7331170"/>
          </a:xfrm>
        </p:grpSpPr>
        <p:grpSp>
          <p:nvGrpSpPr>
            <p:cNvPr id="735" name="Google Shape;735;p13"/>
            <p:cNvGrpSpPr/>
            <p:nvPr/>
          </p:nvGrpSpPr>
          <p:grpSpPr>
            <a:xfrm>
              <a:off x="-918810" y="186420"/>
              <a:ext cx="1493520" cy="615774"/>
              <a:chOff x="5301012" y="396272"/>
              <a:chExt cx="935614" cy="385751"/>
            </a:xfrm>
          </p:grpSpPr>
          <p:sp>
            <p:nvSpPr>
              <p:cNvPr id="736" name="Google Shape;736;p13"/>
              <p:cNvSpPr/>
              <p:nvPr/>
            </p:nvSpPr>
            <p:spPr>
              <a:xfrm>
                <a:off x="6202525" y="396272"/>
                <a:ext cx="34100" cy="34099"/>
              </a:xfrm>
              <a:custGeom>
                <a:rect b="b" l="l" r="r" t="t"/>
                <a:pathLst>
                  <a:path extrusionOk="0" h="15" w="15">
                    <a:moveTo>
                      <a:pt x="13" y="8"/>
                    </a:moveTo>
                    <a:cubicBezTo>
                      <a:pt x="11" y="8"/>
                      <a:pt x="11" y="8"/>
                      <a:pt x="11" y="8"/>
                    </a:cubicBezTo>
                    <a:cubicBezTo>
                      <a:pt x="11" y="9"/>
                      <a:pt x="9" y="11"/>
                      <a:pt x="8" y="11"/>
                    </a:cubicBezTo>
                    <a:cubicBezTo>
                      <a:pt x="6" y="11"/>
                      <a:pt x="4" y="9"/>
                      <a:pt x="4" y="8"/>
                    </a:cubicBezTo>
                    <a:cubicBezTo>
                      <a:pt x="4" y="6"/>
                      <a:pt x="6" y="4"/>
                      <a:pt x="8" y="4"/>
                    </a:cubicBezTo>
                    <a:cubicBezTo>
                      <a:pt x="9" y="4"/>
                      <a:pt x="11" y="6"/>
                      <a:pt x="11" y="8"/>
                    </a:cubicBezTo>
                    <a:cubicBezTo>
                      <a:pt x="13" y="8"/>
                      <a:pt x="13" y="8"/>
                      <a:pt x="13" y="8"/>
                    </a:cubicBezTo>
                    <a:cubicBezTo>
                      <a:pt x="15" y="8"/>
                      <a:pt x="15" y="8"/>
                      <a:pt x="15" y="8"/>
                    </a:cubicBezTo>
                    <a:cubicBezTo>
                      <a:pt x="15" y="4"/>
                      <a:pt x="12" y="0"/>
                      <a:pt x="8" y="0"/>
                    </a:cubicBezTo>
                    <a:cubicBezTo>
                      <a:pt x="4" y="0"/>
                      <a:pt x="0" y="4"/>
                      <a:pt x="0" y="8"/>
                    </a:cubicBezTo>
                    <a:cubicBezTo>
                      <a:pt x="0" y="12"/>
                      <a:pt x="4" y="15"/>
                      <a:pt x="8" y="15"/>
                    </a:cubicBezTo>
                    <a:cubicBezTo>
                      <a:pt x="12" y="15"/>
                      <a:pt x="15" y="12"/>
                      <a:pt x="15" y="8"/>
                    </a:cubicBezTo>
                    <a:lnTo>
                      <a:pt x="13"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37" name="Google Shape;737;p13"/>
              <p:cNvSpPr/>
              <p:nvPr/>
            </p:nvSpPr>
            <p:spPr>
              <a:xfrm>
                <a:off x="5301012" y="750054"/>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6"/>
                      <a:pt x="5" y="4"/>
                      <a:pt x="7" y="4"/>
                    </a:cubicBezTo>
                    <a:cubicBezTo>
                      <a:pt x="9" y="4"/>
                      <a:pt x="10" y="6"/>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38" name="Google Shape;738;p13"/>
              <p:cNvSpPr/>
              <p:nvPr/>
            </p:nvSpPr>
            <p:spPr>
              <a:xfrm>
                <a:off x="5322324" y="426109"/>
                <a:ext cx="903645" cy="336732"/>
              </a:xfrm>
              <a:custGeom>
                <a:rect b="b" l="l" r="r" t="t"/>
                <a:pathLst>
                  <a:path extrusionOk="0" h="158" w="424">
                    <a:moveTo>
                      <a:pt x="419" y="0"/>
                    </a:moveTo>
                    <a:lnTo>
                      <a:pt x="419" y="51"/>
                    </a:lnTo>
                    <a:lnTo>
                      <a:pt x="388" y="82"/>
                    </a:lnTo>
                    <a:lnTo>
                      <a:pt x="72" y="82"/>
                    </a:lnTo>
                    <a:lnTo>
                      <a:pt x="0" y="154"/>
                    </a:lnTo>
                    <a:lnTo>
                      <a:pt x="3" y="158"/>
                    </a:lnTo>
                    <a:lnTo>
                      <a:pt x="74" y="86"/>
                    </a:lnTo>
                    <a:lnTo>
                      <a:pt x="390" y="86"/>
                    </a:lnTo>
                    <a:lnTo>
                      <a:pt x="424" y="53"/>
                    </a:lnTo>
                    <a:lnTo>
                      <a:pt x="424" y="0"/>
                    </a:lnTo>
                    <a:lnTo>
                      <a:pt x="419" y="0"/>
                    </a:lnTo>
                    <a:lnTo>
                      <a:pt x="419"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739" name="Google Shape;739;p13"/>
            <p:cNvGrpSpPr/>
            <p:nvPr/>
          </p:nvGrpSpPr>
          <p:grpSpPr>
            <a:xfrm>
              <a:off x="7684905" y="4712283"/>
              <a:ext cx="2156910" cy="506908"/>
              <a:chOff x="4891825" y="3495059"/>
              <a:chExt cx="1351193" cy="317552"/>
            </a:xfrm>
          </p:grpSpPr>
          <p:sp>
            <p:nvSpPr>
              <p:cNvPr id="740" name="Google Shape;740;p13"/>
              <p:cNvSpPr/>
              <p:nvPr/>
            </p:nvSpPr>
            <p:spPr>
              <a:xfrm>
                <a:off x="6208918" y="3706050"/>
                <a:ext cx="34100" cy="31969"/>
              </a:xfrm>
              <a:custGeom>
                <a:rect b="b" l="l" r="r" t="t"/>
                <a:pathLst>
                  <a:path extrusionOk="0" h="15" w="15">
                    <a:moveTo>
                      <a:pt x="2" y="7"/>
                    </a:moveTo>
                    <a:cubicBezTo>
                      <a:pt x="4" y="7"/>
                      <a:pt x="4" y="7"/>
                      <a:pt x="4" y="7"/>
                    </a:cubicBezTo>
                    <a:cubicBezTo>
                      <a:pt x="4" y="6"/>
                      <a:pt x="6" y="4"/>
                      <a:pt x="8" y="4"/>
                    </a:cubicBezTo>
                    <a:cubicBezTo>
                      <a:pt x="9" y="4"/>
                      <a:pt x="11" y="6"/>
                      <a:pt x="11" y="7"/>
                    </a:cubicBezTo>
                    <a:cubicBezTo>
                      <a:pt x="11" y="9"/>
                      <a:pt x="9" y="11"/>
                      <a:pt x="8" y="11"/>
                    </a:cubicBezTo>
                    <a:cubicBezTo>
                      <a:pt x="6" y="11"/>
                      <a:pt x="4" y="9"/>
                      <a:pt x="4" y="7"/>
                    </a:cubicBezTo>
                    <a:cubicBezTo>
                      <a:pt x="2" y="7"/>
                      <a:pt x="2" y="7"/>
                      <a:pt x="2" y="7"/>
                    </a:cubicBezTo>
                    <a:cubicBezTo>
                      <a:pt x="0" y="7"/>
                      <a:pt x="0" y="7"/>
                      <a:pt x="0" y="7"/>
                    </a:cubicBezTo>
                    <a:cubicBezTo>
                      <a:pt x="0" y="11"/>
                      <a:pt x="4" y="15"/>
                      <a:pt x="8" y="15"/>
                    </a:cubicBezTo>
                    <a:cubicBezTo>
                      <a:pt x="12" y="15"/>
                      <a:pt x="15" y="11"/>
                      <a:pt x="15" y="7"/>
                    </a:cubicBezTo>
                    <a:cubicBezTo>
                      <a:pt x="15" y="3"/>
                      <a:pt x="12" y="0"/>
                      <a:pt x="8" y="0"/>
                    </a:cubicBezTo>
                    <a:cubicBezTo>
                      <a:pt x="4" y="0"/>
                      <a:pt x="0" y="3"/>
                      <a:pt x="0" y="7"/>
                    </a:cubicBezTo>
                    <a:lnTo>
                      <a:pt x="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41" name="Google Shape;741;p13"/>
              <p:cNvSpPr/>
              <p:nvPr/>
            </p:nvSpPr>
            <p:spPr>
              <a:xfrm>
                <a:off x="4891825" y="3584575"/>
                <a:ext cx="29825" cy="29825"/>
              </a:xfrm>
              <a:custGeom>
                <a:rect b="b" l="l" r="r" t="t"/>
                <a:pathLst>
                  <a:path extrusionOk="0" h="14" w="15">
                    <a:moveTo>
                      <a:pt x="2" y="7"/>
                    </a:moveTo>
                    <a:cubicBezTo>
                      <a:pt x="4" y="7"/>
                      <a:pt x="4" y="7"/>
                      <a:pt x="4" y="7"/>
                    </a:cubicBezTo>
                    <a:cubicBezTo>
                      <a:pt x="4" y="5"/>
                      <a:pt x="6" y="4"/>
                      <a:pt x="7" y="4"/>
                    </a:cubicBezTo>
                    <a:cubicBezTo>
                      <a:pt x="9" y="4"/>
                      <a:pt x="11" y="5"/>
                      <a:pt x="11" y="7"/>
                    </a:cubicBezTo>
                    <a:cubicBezTo>
                      <a:pt x="11" y="9"/>
                      <a:pt x="9" y="10"/>
                      <a:pt x="7" y="10"/>
                    </a:cubicBezTo>
                    <a:cubicBezTo>
                      <a:pt x="6" y="10"/>
                      <a:pt x="4" y="9"/>
                      <a:pt x="4" y="7"/>
                    </a:cubicBezTo>
                    <a:cubicBezTo>
                      <a:pt x="2" y="7"/>
                      <a:pt x="2" y="7"/>
                      <a:pt x="2" y="7"/>
                    </a:cubicBezTo>
                    <a:cubicBezTo>
                      <a:pt x="0" y="7"/>
                      <a:pt x="0" y="7"/>
                      <a:pt x="0" y="7"/>
                    </a:cubicBezTo>
                    <a:cubicBezTo>
                      <a:pt x="0" y="11"/>
                      <a:pt x="3" y="14"/>
                      <a:pt x="7" y="14"/>
                    </a:cubicBezTo>
                    <a:cubicBezTo>
                      <a:pt x="11" y="14"/>
                      <a:pt x="15" y="11"/>
                      <a:pt x="15" y="7"/>
                    </a:cubicBezTo>
                    <a:cubicBezTo>
                      <a:pt x="15" y="3"/>
                      <a:pt x="11" y="0"/>
                      <a:pt x="7" y="0"/>
                    </a:cubicBezTo>
                    <a:cubicBezTo>
                      <a:pt x="3" y="0"/>
                      <a:pt x="0" y="3"/>
                      <a:pt x="0" y="7"/>
                    </a:cubicBezTo>
                    <a:lnTo>
                      <a:pt x="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42" name="Google Shape;742;p13"/>
              <p:cNvSpPr/>
              <p:nvPr/>
            </p:nvSpPr>
            <p:spPr>
              <a:xfrm>
                <a:off x="4917389" y="3595227"/>
                <a:ext cx="1295792" cy="217384"/>
              </a:xfrm>
              <a:custGeom>
                <a:rect b="b" l="l" r="r" t="t"/>
                <a:pathLst>
                  <a:path extrusionOk="0" h="102" w="608">
                    <a:moveTo>
                      <a:pt x="0" y="4"/>
                    </a:moveTo>
                    <a:lnTo>
                      <a:pt x="207" y="4"/>
                    </a:lnTo>
                    <a:lnTo>
                      <a:pt x="305" y="102"/>
                    </a:lnTo>
                    <a:lnTo>
                      <a:pt x="498" y="102"/>
                    </a:lnTo>
                    <a:lnTo>
                      <a:pt x="539" y="61"/>
                    </a:lnTo>
                    <a:lnTo>
                      <a:pt x="608" y="61"/>
                    </a:lnTo>
                    <a:lnTo>
                      <a:pt x="608" y="57"/>
                    </a:lnTo>
                    <a:lnTo>
                      <a:pt x="537" y="57"/>
                    </a:lnTo>
                    <a:lnTo>
                      <a:pt x="497" y="98"/>
                    </a:lnTo>
                    <a:lnTo>
                      <a:pt x="307" y="98"/>
                    </a:lnTo>
                    <a:lnTo>
                      <a:pt x="210" y="0"/>
                    </a:lnTo>
                    <a:lnTo>
                      <a:pt x="0" y="0"/>
                    </a:lnTo>
                    <a:lnTo>
                      <a:pt x="0" y="4"/>
                    </a:lnTo>
                    <a:lnTo>
                      <a:pt x="0" y="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43" name="Google Shape;743;p13"/>
              <p:cNvSpPr/>
              <p:nvPr/>
            </p:nvSpPr>
            <p:spPr>
              <a:xfrm>
                <a:off x="5933990" y="3716706"/>
                <a:ext cx="31969" cy="34099"/>
              </a:xfrm>
              <a:custGeom>
                <a:rect b="b" l="l" r="r" t="t"/>
                <a:pathLst>
                  <a:path extrusionOk="0" h="15" w="14">
                    <a:moveTo>
                      <a:pt x="2" y="8"/>
                    </a:moveTo>
                    <a:cubicBezTo>
                      <a:pt x="4" y="8"/>
                      <a:pt x="4" y="8"/>
                      <a:pt x="4" y="8"/>
                    </a:cubicBezTo>
                    <a:cubicBezTo>
                      <a:pt x="4" y="6"/>
                      <a:pt x="5" y="4"/>
                      <a:pt x="7" y="4"/>
                    </a:cubicBezTo>
                    <a:cubicBezTo>
                      <a:pt x="8" y="4"/>
                      <a:pt x="10" y="6"/>
                      <a:pt x="10" y="8"/>
                    </a:cubicBezTo>
                    <a:cubicBezTo>
                      <a:pt x="10" y="9"/>
                      <a:pt x="8" y="11"/>
                      <a:pt x="7" y="11"/>
                    </a:cubicBezTo>
                    <a:cubicBezTo>
                      <a:pt x="5" y="11"/>
                      <a:pt x="4" y="9"/>
                      <a:pt x="4" y="8"/>
                    </a:cubicBezTo>
                    <a:cubicBezTo>
                      <a:pt x="2" y="8"/>
                      <a:pt x="2" y="8"/>
                      <a:pt x="2" y="8"/>
                    </a:cubicBezTo>
                    <a:cubicBezTo>
                      <a:pt x="0" y="8"/>
                      <a:pt x="0" y="8"/>
                      <a:pt x="0" y="8"/>
                    </a:cubicBezTo>
                    <a:cubicBezTo>
                      <a:pt x="0" y="11"/>
                      <a:pt x="3" y="15"/>
                      <a:pt x="7" y="15"/>
                    </a:cubicBezTo>
                    <a:cubicBezTo>
                      <a:pt x="11" y="15"/>
                      <a:pt x="14" y="11"/>
                      <a:pt x="14" y="8"/>
                    </a:cubicBezTo>
                    <a:cubicBezTo>
                      <a:pt x="14" y="4"/>
                      <a:pt x="11" y="0"/>
                      <a:pt x="7" y="0"/>
                    </a:cubicBezTo>
                    <a:cubicBezTo>
                      <a:pt x="3" y="0"/>
                      <a:pt x="0" y="4"/>
                      <a:pt x="0" y="8"/>
                    </a:cubicBezTo>
                    <a:lnTo>
                      <a:pt x="2"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44" name="Google Shape;744;p13"/>
              <p:cNvSpPr/>
              <p:nvPr/>
            </p:nvSpPr>
            <p:spPr>
              <a:xfrm>
                <a:off x="5286094" y="3495059"/>
                <a:ext cx="29837" cy="31969"/>
              </a:xfrm>
              <a:custGeom>
                <a:rect b="b" l="l" r="r" t="t"/>
                <a:pathLst>
                  <a:path extrusionOk="0" h="15" w="14">
                    <a:moveTo>
                      <a:pt x="2" y="8"/>
                    </a:moveTo>
                    <a:cubicBezTo>
                      <a:pt x="4" y="8"/>
                      <a:pt x="4" y="8"/>
                      <a:pt x="4" y="8"/>
                    </a:cubicBezTo>
                    <a:cubicBezTo>
                      <a:pt x="4" y="6"/>
                      <a:pt x="5" y="4"/>
                      <a:pt x="7" y="4"/>
                    </a:cubicBezTo>
                    <a:cubicBezTo>
                      <a:pt x="9" y="4"/>
                      <a:pt x="10" y="6"/>
                      <a:pt x="10" y="8"/>
                    </a:cubicBezTo>
                    <a:cubicBezTo>
                      <a:pt x="10" y="9"/>
                      <a:pt x="9" y="11"/>
                      <a:pt x="7" y="11"/>
                    </a:cubicBezTo>
                    <a:cubicBezTo>
                      <a:pt x="5" y="11"/>
                      <a:pt x="4" y="9"/>
                      <a:pt x="4" y="8"/>
                    </a:cubicBezTo>
                    <a:cubicBezTo>
                      <a:pt x="2" y="8"/>
                      <a:pt x="2" y="8"/>
                      <a:pt x="2" y="8"/>
                    </a:cubicBezTo>
                    <a:cubicBezTo>
                      <a:pt x="0" y="8"/>
                      <a:pt x="0" y="8"/>
                      <a:pt x="0" y="8"/>
                    </a:cubicBezTo>
                    <a:cubicBezTo>
                      <a:pt x="0" y="11"/>
                      <a:pt x="3" y="15"/>
                      <a:pt x="7" y="15"/>
                    </a:cubicBezTo>
                    <a:cubicBezTo>
                      <a:pt x="11" y="15"/>
                      <a:pt x="14" y="11"/>
                      <a:pt x="14" y="8"/>
                    </a:cubicBezTo>
                    <a:cubicBezTo>
                      <a:pt x="14" y="4"/>
                      <a:pt x="11" y="0"/>
                      <a:pt x="7" y="0"/>
                    </a:cubicBezTo>
                    <a:cubicBezTo>
                      <a:pt x="3" y="0"/>
                      <a:pt x="0" y="4"/>
                      <a:pt x="0" y="8"/>
                    </a:cubicBezTo>
                    <a:lnTo>
                      <a:pt x="2"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45" name="Google Shape;745;p13"/>
              <p:cNvSpPr/>
              <p:nvPr/>
            </p:nvSpPr>
            <p:spPr>
              <a:xfrm>
                <a:off x="5311668" y="3507847"/>
                <a:ext cx="632979" cy="219516"/>
              </a:xfrm>
              <a:custGeom>
                <a:rect b="b" l="l" r="r" t="t"/>
                <a:pathLst>
                  <a:path extrusionOk="0" h="103" w="297">
                    <a:moveTo>
                      <a:pt x="0" y="4"/>
                    </a:moveTo>
                    <a:lnTo>
                      <a:pt x="39" y="4"/>
                    </a:lnTo>
                    <a:lnTo>
                      <a:pt x="115" y="79"/>
                    </a:lnTo>
                    <a:lnTo>
                      <a:pt x="270" y="79"/>
                    </a:lnTo>
                    <a:lnTo>
                      <a:pt x="294" y="103"/>
                    </a:lnTo>
                    <a:lnTo>
                      <a:pt x="297" y="100"/>
                    </a:lnTo>
                    <a:lnTo>
                      <a:pt x="272" y="75"/>
                    </a:lnTo>
                    <a:lnTo>
                      <a:pt x="117" y="75"/>
                    </a:lnTo>
                    <a:lnTo>
                      <a:pt x="41" y="0"/>
                    </a:lnTo>
                    <a:lnTo>
                      <a:pt x="0" y="0"/>
                    </a:lnTo>
                    <a:lnTo>
                      <a:pt x="0" y="4"/>
                    </a:lnTo>
                    <a:lnTo>
                      <a:pt x="0" y="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746" name="Google Shape;746;p13"/>
            <p:cNvGrpSpPr/>
            <p:nvPr/>
          </p:nvGrpSpPr>
          <p:grpSpPr>
            <a:xfrm rot="-5400000">
              <a:off x="7985115" y="-515155"/>
              <a:ext cx="1493520" cy="615774"/>
              <a:chOff x="5301012" y="396272"/>
              <a:chExt cx="935614" cy="385751"/>
            </a:xfrm>
          </p:grpSpPr>
          <p:sp>
            <p:nvSpPr>
              <p:cNvPr id="747" name="Google Shape;747;p13"/>
              <p:cNvSpPr/>
              <p:nvPr/>
            </p:nvSpPr>
            <p:spPr>
              <a:xfrm>
                <a:off x="6202525" y="396272"/>
                <a:ext cx="34100" cy="34099"/>
              </a:xfrm>
              <a:custGeom>
                <a:rect b="b" l="l" r="r" t="t"/>
                <a:pathLst>
                  <a:path extrusionOk="0" h="15" w="15">
                    <a:moveTo>
                      <a:pt x="13" y="8"/>
                    </a:moveTo>
                    <a:cubicBezTo>
                      <a:pt x="11" y="8"/>
                      <a:pt x="11" y="8"/>
                      <a:pt x="11" y="8"/>
                    </a:cubicBezTo>
                    <a:cubicBezTo>
                      <a:pt x="11" y="9"/>
                      <a:pt x="9" y="11"/>
                      <a:pt x="8" y="11"/>
                    </a:cubicBezTo>
                    <a:cubicBezTo>
                      <a:pt x="6" y="11"/>
                      <a:pt x="4" y="9"/>
                      <a:pt x="4" y="8"/>
                    </a:cubicBezTo>
                    <a:cubicBezTo>
                      <a:pt x="4" y="6"/>
                      <a:pt x="6" y="4"/>
                      <a:pt x="8" y="4"/>
                    </a:cubicBezTo>
                    <a:cubicBezTo>
                      <a:pt x="9" y="4"/>
                      <a:pt x="11" y="6"/>
                      <a:pt x="11" y="8"/>
                    </a:cubicBezTo>
                    <a:cubicBezTo>
                      <a:pt x="13" y="8"/>
                      <a:pt x="13" y="8"/>
                      <a:pt x="13" y="8"/>
                    </a:cubicBezTo>
                    <a:cubicBezTo>
                      <a:pt x="15" y="8"/>
                      <a:pt x="15" y="8"/>
                      <a:pt x="15" y="8"/>
                    </a:cubicBezTo>
                    <a:cubicBezTo>
                      <a:pt x="15" y="4"/>
                      <a:pt x="12" y="0"/>
                      <a:pt x="8" y="0"/>
                    </a:cubicBezTo>
                    <a:cubicBezTo>
                      <a:pt x="4" y="0"/>
                      <a:pt x="0" y="4"/>
                      <a:pt x="0" y="8"/>
                    </a:cubicBezTo>
                    <a:cubicBezTo>
                      <a:pt x="0" y="12"/>
                      <a:pt x="4" y="15"/>
                      <a:pt x="8" y="15"/>
                    </a:cubicBezTo>
                    <a:cubicBezTo>
                      <a:pt x="12" y="15"/>
                      <a:pt x="15" y="12"/>
                      <a:pt x="15" y="8"/>
                    </a:cubicBezTo>
                    <a:lnTo>
                      <a:pt x="13"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48" name="Google Shape;748;p13"/>
              <p:cNvSpPr/>
              <p:nvPr/>
            </p:nvSpPr>
            <p:spPr>
              <a:xfrm>
                <a:off x="5301012" y="750054"/>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6"/>
                      <a:pt x="5" y="4"/>
                      <a:pt x="7" y="4"/>
                    </a:cubicBezTo>
                    <a:cubicBezTo>
                      <a:pt x="9" y="4"/>
                      <a:pt x="10" y="6"/>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49" name="Google Shape;749;p13"/>
              <p:cNvSpPr/>
              <p:nvPr/>
            </p:nvSpPr>
            <p:spPr>
              <a:xfrm>
                <a:off x="5322324" y="426109"/>
                <a:ext cx="903645" cy="336732"/>
              </a:xfrm>
              <a:custGeom>
                <a:rect b="b" l="l" r="r" t="t"/>
                <a:pathLst>
                  <a:path extrusionOk="0" h="158" w="424">
                    <a:moveTo>
                      <a:pt x="419" y="0"/>
                    </a:moveTo>
                    <a:lnTo>
                      <a:pt x="419" y="51"/>
                    </a:lnTo>
                    <a:lnTo>
                      <a:pt x="388" y="82"/>
                    </a:lnTo>
                    <a:lnTo>
                      <a:pt x="72" y="82"/>
                    </a:lnTo>
                    <a:lnTo>
                      <a:pt x="0" y="154"/>
                    </a:lnTo>
                    <a:lnTo>
                      <a:pt x="3" y="158"/>
                    </a:lnTo>
                    <a:lnTo>
                      <a:pt x="74" y="86"/>
                    </a:lnTo>
                    <a:lnTo>
                      <a:pt x="390" y="86"/>
                    </a:lnTo>
                    <a:lnTo>
                      <a:pt x="424" y="53"/>
                    </a:lnTo>
                    <a:lnTo>
                      <a:pt x="424" y="0"/>
                    </a:lnTo>
                    <a:lnTo>
                      <a:pt x="419" y="0"/>
                    </a:lnTo>
                    <a:lnTo>
                      <a:pt x="419"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750" name="Google Shape;750;p13"/>
            <p:cNvGrpSpPr/>
            <p:nvPr/>
          </p:nvGrpSpPr>
          <p:grpSpPr>
            <a:xfrm rot="-5400000">
              <a:off x="2676115" y="5322495"/>
              <a:ext cx="1493520" cy="615774"/>
              <a:chOff x="5301012" y="396272"/>
              <a:chExt cx="935614" cy="385751"/>
            </a:xfrm>
          </p:grpSpPr>
          <p:sp>
            <p:nvSpPr>
              <p:cNvPr id="751" name="Google Shape;751;p13"/>
              <p:cNvSpPr/>
              <p:nvPr/>
            </p:nvSpPr>
            <p:spPr>
              <a:xfrm>
                <a:off x="6202525" y="396272"/>
                <a:ext cx="34100" cy="34099"/>
              </a:xfrm>
              <a:custGeom>
                <a:rect b="b" l="l" r="r" t="t"/>
                <a:pathLst>
                  <a:path extrusionOk="0" h="15" w="15">
                    <a:moveTo>
                      <a:pt x="13" y="8"/>
                    </a:moveTo>
                    <a:cubicBezTo>
                      <a:pt x="11" y="8"/>
                      <a:pt x="11" y="8"/>
                      <a:pt x="11" y="8"/>
                    </a:cubicBezTo>
                    <a:cubicBezTo>
                      <a:pt x="11" y="9"/>
                      <a:pt x="9" y="11"/>
                      <a:pt x="8" y="11"/>
                    </a:cubicBezTo>
                    <a:cubicBezTo>
                      <a:pt x="6" y="11"/>
                      <a:pt x="4" y="9"/>
                      <a:pt x="4" y="8"/>
                    </a:cubicBezTo>
                    <a:cubicBezTo>
                      <a:pt x="4" y="6"/>
                      <a:pt x="6" y="4"/>
                      <a:pt x="8" y="4"/>
                    </a:cubicBezTo>
                    <a:cubicBezTo>
                      <a:pt x="9" y="4"/>
                      <a:pt x="11" y="6"/>
                      <a:pt x="11" y="8"/>
                    </a:cubicBezTo>
                    <a:cubicBezTo>
                      <a:pt x="13" y="8"/>
                      <a:pt x="13" y="8"/>
                      <a:pt x="13" y="8"/>
                    </a:cubicBezTo>
                    <a:cubicBezTo>
                      <a:pt x="15" y="8"/>
                      <a:pt x="15" y="8"/>
                      <a:pt x="15" y="8"/>
                    </a:cubicBezTo>
                    <a:cubicBezTo>
                      <a:pt x="15" y="4"/>
                      <a:pt x="12" y="0"/>
                      <a:pt x="8" y="0"/>
                    </a:cubicBezTo>
                    <a:cubicBezTo>
                      <a:pt x="4" y="0"/>
                      <a:pt x="0" y="4"/>
                      <a:pt x="0" y="8"/>
                    </a:cubicBezTo>
                    <a:cubicBezTo>
                      <a:pt x="0" y="12"/>
                      <a:pt x="4" y="15"/>
                      <a:pt x="8" y="15"/>
                    </a:cubicBezTo>
                    <a:cubicBezTo>
                      <a:pt x="12" y="15"/>
                      <a:pt x="15" y="12"/>
                      <a:pt x="15" y="8"/>
                    </a:cubicBezTo>
                    <a:lnTo>
                      <a:pt x="13"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52" name="Google Shape;752;p13"/>
              <p:cNvSpPr/>
              <p:nvPr/>
            </p:nvSpPr>
            <p:spPr>
              <a:xfrm>
                <a:off x="5301012" y="750054"/>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6"/>
                      <a:pt x="5" y="4"/>
                      <a:pt x="7" y="4"/>
                    </a:cubicBezTo>
                    <a:cubicBezTo>
                      <a:pt x="9" y="4"/>
                      <a:pt x="10" y="6"/>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53" name="Google Shape;753;p13"/>
              <p:cNvSpPr/>
              <p:nvPr/>
            </p:nvSpPr>
            <p:spPr>
              <a:xfrm>
                <a:off x="5322324" y="426109"/>
                <a:ext cx="903645" cy="336732"/>
              </a:xfrm>
              <a:custGeom>
                <a:rect b="b" l="l" r="r" t="t"/>
                <a:pathLst>
                  <a:path extrusionOk="0" h="158" w="424">
                    <a:moveTo>
                      <a:pt x="419" y="0"/>
                    </a:moveTo>
                    <a:lnTo>
                      <a:pt x="419" y="51"/>
                    </a:lnTo>
                    <a:lnTo>
                      <a:pt x="388" y="82"/>
                    </a:lnTo>
                    <a:lnTo>
                      <a:pt x="72" y="82"/>
                    </a:lnTo>
                    <a:lnTo>
                      <a:pt x="0" y="154"/>
                    </a:lnTo>
                    <a:lnTo>
                      <a:pt x="3" y="158"/>
                    </a:lnTo>
                    <a:lnTo>
                      <a:pt x="74" y="86"/>
                    </a:lnTo>
                    <a:lnTo>
                      <a:pt x="390" y="86"/>
                    </a:lnTo>
                    <a:lnTo>
                      <a:pt x="424" y="53"/>
                    </a:lnTo>
                    <a:lnTo>
                      <a:pt x="424" y="0"/>
                    </a:lnTo>
                    <a:lnTo>
                      <a:pt x="419" y="0"/>
                    </a:lnTo>
                    <a:lnTo>
                      <a:pt x="419"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754" name="Shape 754"/>
        <p:cNvGrpSpPr/>
        <p:nvPr/>
      </p:nvGrpSpPr>
      <p:grpSpPr>
        <a:xfrm>
          <a:off x="0" y="0"/>
          <a:ext cx="0" cy="0"/>
          <a:chOff x="0" y="0"/>
          <a:chExt cx="0" cy="0"/>
        </a:xfrm>
      </p:grpSpPr>
      <p:pic>
        <p:nvPicPr>
          <p:cNvPr id="755" name="Google Shape;755;p14"/>
          <p:cNvPicPr preferRelativeResize="0"/>
          <p:nvPr/>
        </p:nvPicPr>
        <p:blipFill rotWithShape="1">
          <a:blip r:embed="rId2">
            <a:alphaModFix/>
          </a:blip>
          <a:srcRect b="901" l="0" r="990" t="0"/>
          <a:stretch/>
        </p:blipFill>
        <p:spPr>
          <a:xfrm>
            <a:off x="0" y="0"/>
            <a:ext cx="9144003" cy="5143500"/>
          </a:xfrm>
          <a:prstGeom prst="rect">
            <a:avLst/>
          </a:prstGeom>
          <a:noFill/>
          <a:ln>
            <a:noFill/>
          </a:ln>
        </p:spPr>
      </p:pic>
      <p:grpSp>
        <p:nvGrpSpPr>
          <p:cNvPr id="756" name="Google Shape;756;p14"/>
          <p:cNvGrpSpPr/>
          <p:nvPr/>
        </p:nvGrpSpPr>
        <p:grpSpPr>
          <a:xfrm>
            <a:off x="7007813" y="233212"/>
            <a:ext cx="1814513" cy="4692663"/>
            <a:chOff x="7007813" y="233212"/>
            <a:chExt cx="1814513" cy="4692663"/>
          </a:xfrm>
        </p:grpSpPr>
        <p:grpSp>
          <p:nvGrpSpPr>
            <p:cNvPr id="757" name="Google Shape;757;p14"/>
            <p:cNvGrpSpPr/>
            <p:nvPr/>
          </p:nvGrpSpPr>
          <p:grpSpPr>
            <a:xfrm flipH="1">
              <a:off x="8692125" y="793000"/>
              <a:ext cx="130200" cy="126125"/>
              <a:chOff x="3935725" y="167575"/>
              <a:chExt cx="130200" cy="126125"/>
            </a:xfrm>
          </p:grpSpPr>
          <p:sp>
            <p:nvSpPr>
              <p:cNvPr id="758" name="Google Shape;758;p14"/>
              <p:cNvSpPr/>
              <p:nvPr/>
            </p:nvSpPr>
            <p:spPr>
              <a:xfrm>
                <a:off x="3935725" y="167575"/>
                <a:ext cx="65100" cy="56400"/>
              </a:xfrm>
              <a:prstGeom prst="hexagon">
                <a:avLst>
                  <a:gd fmla="val 25000" name="adj"/>
                  <a:gd fmla="val 115470" name="vf"/>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759" name="Google Shape;759;p14"/>
              <p:cNvSpPr/>
              <p:nvPr/>
            </p:nvSpPr>
            <p:spPr>
              <a:xfrm>
                <a:off x="4000825" y="201775"/>
                <a:ext cx="65100" cy="56400"/>
              </a:xfrm>
              <a:prstGeom prst="hexagon">
                <a:avLst>
                  <a:gd fmla="val 25000" name="adj"/>
                  <a:gd fmla="val 115470" name="vf"/>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760" name="Google Shape;760;p14"/>
              <p:cNvSpPr/>
              <p:nvPr/>
            </p:nvSpPr>
            <p:spPr>
              <a:xfrm>
                <a:off x="3935725" y="237300"/>
                <a:ext cx="65100" cy="56400"/>
              </a:xfrm>
              <a:prstGeom prst="hexagon">
                <a:avLst>
                  <a:gd fmla="val 25000" name="adj"/>
                  <a:gd fmla="val 115470" name="vf"/>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761" name="Google Shape;761;p14"/>
            <p:cNvGrpSpPr/>
            <p:nvPr/>
          </p:nvGrpSpPr>
          <p:grpSpPr>
            <a:xfrm flipH="1">
              <a:off x="7007813" y="4799750"/>
              <a:ext cx="130200" cy="126125"/>
              <a:chOff x="3935725" y="167575"/>
              <a:chExt cx="130200" cy="126125"/>
            </a:xfrm>
          </p:grpSpPr>
          <p:sp>
            <p:nvSpPr>
              <p:cNvPr id="762" name="Google Shape;762;p14"/>
              <p:cNvSpPr/>
              <p:nvPr/>
            </p:nvSpPr>
            <p:spPr>
              <a:xfrm>
                <a:off x="3935725" y="167575"/>
                <a:ext cx="65100" cy="564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763" name="Google Shape;763;p14"/>
              <p:cNvSpPr/>
              <p:nvPr/>
            </p:nvSpPr>
            <p:spPr>
              <a:xfrm>
                <a:off x="4000825" y="201775"/>
                <a:ext cx="65100" cy="564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764" name="Google Shape;764;p14"/>
              <p:cNvSpPr/>
              <p:nvPr/>
            </p:nvSpPr>
            <p:spPr>
              <a:xfrm>
                <a:off x="3935725" y="237300"/>
                <a:ext cx="65100" cy="564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765" name="Google Shape;765;p14"/>
            <p:cNvGrpSpPr/>
            <p:nvPr/>
          </p:nvGrpSpPr>
          <p:grpSpPr>
            <a:xfrm flipH="1">
              <a:off x="7071500" y="233212"/>
              <a:ext cx="445675" cy="119073"/>
              <a:chOff x="3578973" y="2550931"/>
              <a:chExt cx="279193" cy="74593"/>
            </a:xfrm>
          </p:grpSpPr>
          <p:sp>
            <p:nvSpPr>
              <p:cNvPr id="766" name="Google Shape;766;p14"/>
              <p:cNvSpPr/>
              <p:nvPr/>
            </p:nvSpPr>
            <p:spPr>
              <a:xfrm>
                <a:off x="3578973" y="2550931"/>
                <a:ext cx="42625" cy="74593"/>
              </a:xfrm>
              <a:custGeom>
                <a:rect b="b" l="l" r="r" t="t"/>
                <a:pathLst>
                  <a:path extrusionOk="0" h="35" w="20">
                    <a:moveTo>
                      <a:pt x="3" y="35"/>
                    </a:moveTo>
                    <a:lnTo>
                      <a:pt x="20" y="17"/>
                    </a:lnTo>
                    <a:lnTo>
                      <a:pt x="3" y="0"/>
                    </a:lnTo>
                    <a:lnTo>
                      <a:pt x="0" y="3"/>
                    </a:lnTo>
                    <a:lnTo>
                      <a:pt x="14"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67" name="Google Shape;767;p14"/>
              <p:cNvSpPr/>
              <p:nvPr/>
            </p:nvSpPr>
            <p:spPr>
              <a:xfrm>
                <a:off x="3636518"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68" name="Google Shape;768;p14"/>
              <p:cNvSpPr/>
              <p:nvPr/>
            </p:nvSpPr>
            <p:spPr>
              <a:xfrm>
                <a:off x="3698323" y="2550931"/>
                <a:ext cx="42625" cy="74593"/>
              </a:xfrm>
              <a:custGeom>
                <a:rect b="b" l="l" r="r" t="t"/>
                <a:pathLst>
                  <a:path extrusionOk="0" h="35" w="20">
                    <a:moveTo>
                      <a:pt x="2" y="35"/>
                    </a:moveTo>
                    <a:lnTo>
                      <a:pt x="20" y="17"/>
                    </a:lnTo>
                    <a:lnTo>
                      <a:pt x="2" y="0"/>
                    </a:lnTo>
                    <a:lnTo>
                      <a:pt x="0" y="3"/>
                    </a:lnTo>
                    <a:lnTo>
                      <a:pt x="13" y="17"/>
                    </a:lnTo>
                    <a:lnTo>
                      <a:pt x="0" y="32"/>
                    </a:lnTo>
                    <a:lnTo>
                      <a:pt x="2" y="35"/>
                    </a:lnTo>
                    <a:lnTo>
                      <a:pt x="2"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69" name="Google Shape;769;p14"/>
              <p:cNvSpPr/>
              <p:nvPr/>
            </p:nvSpPr>
            <p:spPr>
              <a:xfrm>
                <a:off x="3755867"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70" name="Google Shape;770;p14"/>
              <p:cNvSpPr/>
              <p:nvPr/>
            </p:nvSpPr>
            <p:spPr>
              <a:xfrm>
                <a:off x="3813410" y="2550931"/>
                <a:ext cx="44757" cy="74593"/>
              </a:xfrm>
              <a:custGeom>
                <a:rect b="b" l="l" r="r" t="t"/>
                <a:pathLst>
                  <a:path extrusionOk="0" h="35" w="21">
                    <a:moveTo>
                      <a:pt x="4" y="35"/>
                    </a:moveTo>
                    <a:lnTo>
                      <a:pt x="21" y="17"/>
                    </a:lnTo>
                    <a:lnTo>
                      <a:pt x="4" y="0"/>
                    </a:lnTo>
                    <a:lnTo>
                      <a:pt x="0" y="3"/>
                    </a:lnTo>
                    <a:lnTo>
                      <a:pt x="15" y="17"/>
                    </a:lnTo>
                    <a:lnTo>
                      <a:pt x="0" y="32"/>
                    </a:lnTo>
                    <a:lnTo>
                      <a:pt x="4" y="35"/>
                    </a:lnTo>
                    <a:lnTo>
                      <a:pt x="4"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71" name="Google Shape;771;p14"/>
              <p:cNvSpPr/>
              <p:nvPr/>
            </p:nvSpPr>
            <p:spPr>
              <a:xfrm>
                <a:off x="3578973" y="2550931"/>
                <a:ext cx="42625" cy="74593"/>
              </a:xfrm>
              <a:custGeom>
                <a:rect b="b" l="l" r="r" t="t"/>
                <a:pathLst>
                  <a:path extrusionOk="0" h="35" w="20">
                    <a:moveTo>
                      <a:pt x="3" y="35"/>
                    </a:moveTo>
                    <a:lnTo>
                      <a:pt x="20" y="17"/>
                    </a:lnTo>
                    <a:lnTo>
                      <a:pt x="3" y="0"/>
                    </a:lnTo>
                    <a:lnTo>
                      <a:pt x="0" y="3"/>
                    </a:lnTo>
                    <a:lnTo>
                      <a:pt x="14"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72" name="Google Shape;772;p14"/>
              <p:cNvSpPr/>
              <p:nvPr/>
            </p:nvSpPr>
            <p:spPr>
              <a:xfrm>
                <a:off x="3636518"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73" name="Google Shape;773;p14"/>
              <p:cNvSpPr/>
              <p:nvPr/>
            </p:nvSpPr>
            <p:spPr>
              <a:xfrm>
                <a:off x="3698323" y="2550931"/>
                <a:ext cx="42625" cy="74593"/>
              </a:xfrm>
              <a:custGeom>
                <a:rect b="b" l="l" r="r" t="t"/>
                <a:pathLst>
                  <a:path extrusionOk="0" h="35" w="20">
                    <a:moveTo>
                      <a:pt x="2" y="35"/>
                    </a:moveTo>
                    <a:lnTo>
                      <a:pt x="20" y="17"/>
                    </a:lnTo>
                    <a:lnTo>
                      <a:pt x="2" y="0"/>
                    </a:lnTo>
                    <a:lnTo>
                      <a:pt x="0" y="3"/>
                    </a:lnTo>
                    <a:lnTo>
                      <a:pt x="13" y="17"/>
                    </a:lnTo>
                    <a:lnTo>
                      <a:pt x="0" y="32"/>
                    </a:lnTo>
                    <a:lnTo>
                      <a:pt x="2" y="35"/>
                    </a:lnTo>
                    <a:lnTo>
                      <a:pt x="2"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74" name="Google Shape;774;p14"/>
              <p:cNvSpPr/>
              <p:nvPr/>
            </p:nvSpPr>
            <p:spPr>
              <a:xfrm>
                <a:off x="3755867"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75" name="Google Shape;775;p14"/>
              <p:cNvSpPr/>
              <p:nvPr/>
            </p:nvSpPr>
            <p:spPr>
              <a:xfrm>
                <a:off x="3813410" y="2550931"/>
                <a:ext cx="44757" cy="74593"/>
              </a:xfrm>
              <a:custGeom>
                <a:rect b="b" l="l" r="r" t="t"/>
                <a:pathLst>
                  <a:path extrusionOk="0" h="35" w="21">
                    <a:moveTo>
                      <a:pt x="4" y="35"/>
                    </a:moveTo>
                    <a:lnTo>
                      <a:pt x="21" y="17"/>
                    </a:lnTo>
                    <a:lnTo>
                      <a:pt x="4" y="0"/>
                    </a:lnTo>
                    <a:lnTo>
                      <a:pt x="0" y="3"/>
                    </a:lnTo>
                    <a:lnTo>
                      <a:pt x="15" y="17"/>
                    </a:lnTo>
                    <a:lnTo>
                      <a:pt x="0" y="32"/>
                    </a:lnTo>
                    <a:lnTo>
                      <a:pt x="4" y="35"/>
                    </a:lnTo>
                    <a:lnTo>
                      <a:pt x="4"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776" name="Google Shape;776;p14"/>
          <p:cNvGrpSpPr/>
          <p:nvPr/>
        </p:nvGrpSpPr>
        <p:grpSpPr>
          <a:xfrm>
            <a:off x="-1077550" y="-1116990"/>
            <a:ext cx="11388500" cy="7417815"/>
            <a:chOff x="-1077550" y="-1116990"/>
            <a:chExt cx="11388500" cy="7417815"/>
          </a:xfrm>
        </p:grpSpPr>
        <p:sp>
          <p:nvSpPr>
            <p:cNvPr id="777" name="Google Shape;777;p14"/>
            <p:cNvSpPr/>
            <p:nvPr/>
          </p:nvSpPr>
          <p:spPr>
            <a:xfrm rot="10800000">
              <a:off x="8610300" y="4063310"/>
              <a:ext cx="1417200" cy="10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778" name="Google Shape;778;p14"/>
            <p:cNvSpPr/>
            <p:nvPr/>
          </p:nvSpPr>
          <p:spPr>
            <a:xfrm rot="10800000">
              <a:off x="8893750" y="3816875"/>
              <a:ext cx="1417200" cy="10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779" name="Google Shape;779;p14"/>
            <p:cNvSpPr/>
            <p:nvPr/>
          </p:nvSpPr>
          <p:spPr>
            <a:xfrm flipH="1" rot="10800000">
              <a:off x="-797325" y="1326485"/>
              <a:ext cx="1417200" cy="10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780" name="Google Shape;780;p14"/>
            <p:cNvSpPr/>
            <p:nvPr/>
          </p:nvSpPr>
          <p:spPr>
            <a:xfrm flipH="1" rot="10800000">
              <a:off x="-1077550" y="1080050"/>
              <a:ext cx="1417200" cy="10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781" name="Google Shape;781;p14"/>
            <p:cNvSpPr/>
            <p:nvPr/>
          </p:nvSpPr>
          <p:spPr>
            <a:xfrm flipH="1" rot="-5400000">
              <a:off x="1249000" y="-461490"/>
              <a:ext cx="1417200" cy="10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782" name="Google Shape;782;p14"/>
            <p:cNvSpPr/>
            <p:nvPr/>
          </p:nvSpPr>
          <p:spPr>
            <a:xfrm flipH="1" rot="-5400000">
              <a:off x="4967450" y="5539125"/>
              <a:ext cx="1417200" cy="10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783" name="Google Shape;783;p14"/>
          <p:cNvGrpSpPr/>
          <p:nvPr/>
        </p:nvGrpSpPr>
        <p:grpSpPr>
          <a:xfrm>
            <a:off x="-656815" y="-954029"/>
            <a:ext cx="10760625" cy="7192920"/>
            <a:chOff x="-656815" y="-954029"/>
            <a:chExt cx="10760625" cy="7192920"/>
          </a:xfrm>
        </p:grpSpPr>
        <p:grpSp>
          <p:nvGrpSpPr>
            <p:cNvPr id="784" name="Google Shape;784;p14"/>
            <p:cNvGrpSpPr/>
            <p:nvPr/>
          </p:nvGrpSpPr>
          <p:grpSpPr>
            <a:xfrm flipH="1">
              <a:off x="8610290" y="186420"/>
              <a:ext cx="1493520" cy="615774"/>
              <a:chOff x="5301012" y="396272"/>
              <a:chExt cx="935614" cy="385751"/>
            </a:xfrm>
          </p:grpSpPr>
          <p:sp>
            <p:nvSpPr>
              <p:cNvPr id="785" name="Google Shape;785;p14"/>
              <p:cNvSpPr/>
              <p:nvPr/>
            </p:nvSpPr>
            <p:spPr>
              <a:xfrm>
                <a:off x="6202525" y="396272"/>
                <a:ext cx="34100" cy="34099"/>
              </a:xfrm>
              <a:custGeom>
                <a:rect b="b" l="l" r="r" t="t"/>
                <a:pathLst>
                  <a:path extrusionOk="0" h="15" w="15">
                    <a:moveTo>
                      <a:pt x="13" y="8"/>
                    </a:moveTo>
                    <a:cubicBezTo>
                      <a:pt x="11" y="8"/>
                      <a:pt x="11" y="8"/>
                      <a:pt x="11" y="8"/>
                    </a:cubicBezTo>
                    <a:cubicBezTo>
                      <a:pt x="11" y="9"/>
                      <a:pt x="9" y="11"/>
                      <a:pt x="8" y="11"/>
                    </a:cubicBezTo>
                    <a:cubicBezTo>
                      <a:pt x="6" y="11"/>
                      <a:pt x="4" y="9"/>
                      <a:pt x="4" y="8"/>
                    </a:cubicBezTo>
                    <a:cubicBezTo>
                      <a:pt x="4" y="6"/>
                      <a:pt x="6" y="4"/>
                      <a:pt x="8" y="4"/>
                    </a:cubicBezTo>
                    <a:cubicBezTo>
                      <a:pt x="9" y="4"/>
                      <a:pt x="11" y="6"/>
                      <a:pt x="11" y="8"/>
                    </a:cubicBezTo>
                    <a:cubicBezTo>
                      <a:pt x="13" y="8"/>
                      <a:pt x="13" y="8"/>
                      <a:pt x="13" y="8"/>
                    </a:cubicBezTo>
                    <a:cubicBezTo>
                      <a:pt x="15" y="8"/>
                      <a:pt x="15" y="8"/>
                      <a:pt x="15" y="8"/>
                    </a:cubicBezTo>
                    <a:cubicBezTo>
                      <a:pt x="15" y="4"/>
                      <a:pt x="12" y="0"/>
                      <a:pt x="8" y="0"/>
                    </a:cubicBezTo>
                    <a:cubicBezTo>
                      <a:pt x="4" y="0"/>
                      <a:pt x="0" y="4"/>
                      <a:pt x="0" y="8"/>
                    </a:cubicBezTo>
                    <a:cubicBezTo>
                      <a:pt x="0" y="12"/>
                      <a:pt x="4" y="15"/>
                      <a:pt x="8" y="15"/>
                    </a:cubicBezTo>
                    <a:cubicBezTo>
                      <a:pt x="12" y="15"/>
                      <a:pt x="15" y="12"/>
                      <a:pt x="15" y="8"/>
                    </a:cubicBezTo>
                    <a:lnTo>
                      <a:pt x="13"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86" name="Google Shape;786;p14"/>
              <p:cNvSpPr/>
              <p:nvPr/>
            </p:nvSpPr>
            <p:spPr>
              <a:xfrm>
                <a:off x="5301012" y="750054"/>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6"/>
                      <a:pt x="5" y="4"/>
                      <a:pt x="7" y="4"/>
                    </a:cubicBezTo>
                    <a:cubicBezTo>
                      <a:pt x="9" y="4"/>
                      <a:pt x="10" y="6"/>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87" name="Google Shape;787;p14"/>
              <p:cNvSpPr/>
              <p:nvPr/>
            </p:nvSpPr>
            <p:spPr>
              <a:xfrm>
                <a:off x="5322324" y="426109"/>
                <a:ext cx="903645" cy="336732"/>
              </a:xfrm>
              <a:custGeom>
                <a:rect b="b" l="l" r="r" t="t"/>
                <a:pathLst>
                  <a:path extrusionOk="0" h="158" w="424">
                    <a:moveTo>
                      <a:pt x="419" y="0"/>
                    </a:moveTo>
                    <a:lnTo>
                      <a:pt x="419" y="51"/>
                    </a:lnTo>
                    <a:lnTo>
                      <a:pt x="388" y="82"/>
                    </a:lnTo>
                    <a:lnTo>
                      <a:pt x="72" y="82"/>
                    </a:lnTo>
                    <a:lnTo>
                      <a:pt x="0" y="154"/>
                    </a:lnTo>
                    <a:lnTo>
                      <a:pt x="3" y="158"/>
                    </a:lnTo>
                    <a:lnTo>
                      <a:pt x="74" y="86"/>
                    </a:lnTo>
                    <a:lnTo>
                      <a:pt x="390" y="86"/>
                    </a:lnTo>
                    <a:lnTo>
                      <a:pt x="424" y="53"/>
                    </a:lnTo>
                    <a:lnTo>
                      <a:pt x="424" y="0"/>
                    </a:lnTo>
                    <a:lnTo>
                      <a:pt x="419" y="0"/>
                    </a:lnTo>
                    <a:lnTo>
                      <a:pt x="419"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788" name="Google Shape;788;p14"/>
            <p:cNvGrpSpPr/>
            <p:nvPr/>
          </p:nvGrpSpPr>
          <p:grpSpPr>
            <a:xfrm flipH="1">
              <a:off x="-656815" y="4712283"/>
              <a:ext cx="2156910" cy="506908"/>
              <a:chOff x="4891825" y="3495059"/>
              <a:chExt cx="1351193" cy="317552"/>
            </a:xfrm>
          </p:grpSpPr>
          <p:sp>
            <p:nvSpPr>
              <p:cNvPr id="789" name="Google Shape;789;p14"/>
              <p:cNvSpPr/>
              <p:nvPr/>
            </p:nvSpPr>
            <p:spPr>
              <a:xfrm>
                <a:off x="6208918" y="3706050"/>
                <a:ext cx="34100" cy="31969"/>
              </a:xfrm>
              <a:custGeom>
                <a:rect b="b" l="l" r="r" t="t"/>
                <a:pathLst>
                  <a:path extrusionOk="0" h="15" w="15">
                    <a:moveTo>
                      <a:pt x="2" y="7"/>
                    </a:moveTo>
                    <a:cubicBezTo>
                      <a:pt x="4" y="7"/>
                      <a:pt x="4" y="7"/>
                      <a:pt x="4" y="7"/>
                    </a:cubicBezTo>
                    <a:cubicBezTo>
                      <a:pt x="4" y="6"/>
                      <a:pt x="6" y="4"/>
                      <a:pt x="8" y="4"/>
                    </a:cubicBezTo>
                    <a:cubicBezTo>
                      <a:pt x="9" y="4"/>
                      <a:pt x="11" y="6"/>
                      <a:pt x="11" y="7"/>
                    </a:cubicBezTo>
                    <a:cubicBezTo>
                      <a:pt x="11" y="9"/>
                      <a:pt x="9" y="11"/>
                      <a:pt x="8" y="11"/>
                    </a:cubicBezTo>
                    <a:cubicBezTo>
                      <a:pt x="6" y="11"/>
                      <a:pt x="4" y="9"/>
                      <a:pt x="4" y="7"/>
                    </a:cubicBezTo>
                    <a:cubicBezTo>
                      <a:pt x="2" y="7"/>
                      <a:pt x="2" y="7"/>
                      <a:pt x="2" y="7"/>
                    </a:cubicBezTo>
                    <a:cubicBezTo>
                      <a:pt x="0" y="7"/>
                      <a:pt x="0" y="7"/>
                      <a:pt x="0" y="7"/>
                    </a:cubicBezTo>
                    <a:cubicBezTo>
                      <a:pt x="0" y="11"/>
                      <a:pt x="4" y="15"/>
                      <a:pt x="8" y="15"/>
                    </a:cubicBezTo>
                    <a:cubicBezTo>
                      <a:pt x="12" y="15"/>
                      <a:pt x="15" y="11"/>
                      <a:pt x="15" y="7"/>
                    </a:cubicBezTo>
                    <a:cubicBezTo>
                      <a:pt x="15" y="3"/>
                      <a:pt x="12" y="0"/>
                      <a:pt x="8" y="0"/>
                    </a:cubicBezTo>
                    <a:cubicBezTo>
                      <a:pt x="4" y="0"/>
                      <a:pt x="0" y="3"/>
                      <a:pt x="0" y="7"/>
                    </a:cubicBezTo>
                    <a:lnTo>
                      <a:pt x="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90" name="Google Shape;790;p14"/>
              <p:cNvSpPr/>
              <p:nvPr/>
            </p:nvSpPr>
            <p:spPr>
              <a:xfrm>
                <a:off x="4891825" y="3584575"/>
                <a:ext cx="29825" cy="29825"/>
              </a:xfrm>
              <a:custGeom>
                <a:rect b="b" l="l" r="r" t="t"/>
                <a:pathLst>
                  <a:path extrusionOk="0" h="14" w="15">
                    <a:moveTo>
                      <a:pt x="2" y="7"/>
                    </a:moveTo>
                    <a:cubicBezTo>
                      <a:pt x="4" y="7"/>
                      <a:pt x="4" y="7"/>
                      <a:pt x="4" y="7"/>
                    </a:cubicBezTo>
                    <a:cubicBezTo>
                      <a:pt x="4" y="5"/>
                      <a:pt x="6" y="4"/>
                      <a:pt x="7" y="4"/>
                    </a:cubicBezTo>
                    <a:cubicBezTo>
                      <a:pt x="9" y="4"/>
                      <a:pt x="11" y="5"/>
                      <a:pt x="11" y="7"/>
                    </a:cubicBezTo>
                    <a:cubicBezTo>
                      <a:pt x="11" y="9"/>
                      <a:pt x="9" y="10"/>
                      <a:pt x="7" y="10"/>
                    </a:cubicBezTo>
                    <a:cubicBezTo>
                      <a:pt x="6" y="10"/>
                      <a:pt x="4" y="9"/>
                      <a:pt x="4" y="7"/>
                    </a:cubicBezTo>
                    <a:cubicBezTo>
                      <a:pt x="2" y="7"/>
                      <a:pt x="2" y="7"/>
                      <a:pt x="2" y="7"/>
                    </a:cubicBezTo>
                    <a:cubicBezTo>
                      <a:pt x="0" y="7"/>
                      <a:pt x="0" y="7"/>
                      <a:pt x="0" y="7"/>
                    </a:cubicBezTo>
                    <a:cubicBezTo>
                      <a:pt x="0" y="11"/>
                      <a:pt x="3" y="14"/>
                      <a:pt x="7" y="14"/>
                    </a:cubicBezTo>
                    <a:cubicBezTo>
                      <a:pt x="11" y="14"/>
                      <a:pt x="15" y="11"/>
                      <a:pt x="15" y="7"/>
                    </a:cubicBezTo>
                    <a:cubicBezTo>
                      <a:pt x="15" y="3"/>
                      <a:pt x="11" y="0"/>
                      <a:pt x="7" y="0"/>
                    </a:cubicBezTo>
                    <a:cubicBezTo>
                      <a:pt x="3" y="0"/>
                      <a:pt x="0" y="3"/>
                      <a:pt x="0" y="7"/>
                    </a:cubicBezTo>
                    <a:lnTo>
                      <a:pt x="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91" name="Google Shape;791;p14"/>
              <p:cNvSpPr/>
              <p:nvPr/>
            </p:nvSpPr>
            <p:spPr>
              <a:xfrm>
                <a:off x="4917389" y="3595227"/>
                <a:ext cx="1295792" cy="217384"/>
              </a:xfrm>
              <a:custGeom>
                <a:rect b="b" l="l" r="r" t="t"/>
                <a:pathLst>
                  <a:path extrusionOk="0" h="102" w="608">
                    <a:moveTo>
                      <a:pt x="0" y="4"/>
                    </a:moveTo>
                    <a:lnTo>
                      <a:pt x="207" y="4"/>
                    </a:lnTo>
                    <a:lnTo>
                      <a:pt x="305" y="102"/>
                    </a:lnTo>
                    <a:lnTo>
                      <a:pt x="498" y="102"/>
                    </a:lnTo>
                    <a:lnTo>
                      <a:pt x="539" y="61"/>
                    </a:lnTo>
                    <a:lnTo>
                      <a:pt x="608" y="61"/>
                    </a:lnTo>
                    <a:lnTo>
                      <a:pt x="608" y="57"/>
                    </a:lnTo>
                    <a:lnTo>
                      <a:pt x="537" y="57"/>
                    </a:lnTo>
                    <a:lnTo>
                      <a:pt x="497" y="98"/>
                    </a:lnTo>
                    <a:lnTo>
                      <a:pt x="307" y="98"/>
                    </a:lnTo>
                    <a:lnTo>
                      <a:pt x="210" y="0"/>
                    </a:lnTo>
                    <a:lnTo>
                      <a:pt x="0" y="0"/>
                    </a:lnTo>
                    <a:lnTo>
                      <a:pt x="0" y="4"/>
                    </a:lnTo>
                    <a:lnTo>
                      <a:pt x="0" y="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92" name="Google Shape;792;p14"/>
              <p:cNvSpPr/>
              <p:nvPr/>
            </p:nvSpPr>
            <p:spPr>
              <a:xfrm>
                <a:off x="5933990" y="3716706"/>
                <a:ext cx="31969" cy="34099"/>
              </a:xfrm>
              <a:custGeom>
                <a:rect b="b" l="l" r="r" t="t"/>
                <a:pathLst>
                  <a:path extrusionOk="0" h="15" w="14">
                    <a:moveTo>
                      <a:pt x="2" y="8"/>
                    </a:moveTo>
                    <a:cubicBezTo>
                      <a:pt x="4" y="8"/>
                      <a:pt x="4" y="8"/>
                      <a:pt x="4" y="8"/>
                    </a:cubicBezTo>
                    <a:cubicBezTo>
                      <a:pt x="4" y="6"/>
                      <a:pt x="5" y="4"/>
                      <a:pt x="7" y="4"/>
                    </a:cubicBezTo>
                    <a:cubicBezTo>
                      <a:pt x="8" y="4"/>
                      <a:pt x="10" y="6"/>
                      <a:pt x="10" y="8"/>
                    </a:cubicBezTo>
                    <a:cubicBezTo>
                      <a:pt x="10" y="9"/>
                      <a:pt x="8" y="11"/>
                      <a:pt x="7" y="11"/>
                    </a:cubicBezTo>
                    <a:cubicBezTo>
                      <a:pt x="5" y="11"/>
                      <a:pt x="4" y="9"/>
                      <a:pt x="4" y="8"/>
                    </a:cubicBezTo>
                    <a:cubicBezTo>
                      <a:pt x="2" y="8"/>
                      <a:pt x="2" y="8"/>
                      <a:pt x="2" y="8"/>
                    </a:cubicBezTo>
                    <a:cubicBezTo>
                      <a:pt x="0" y="8"/>
                      <a:pt x="0" y="8"/>
                      <a:pt x="0" y="8"/>
                    </a:cubicBezTo>
                    <a:cubicBezTo>
                      <a:pt x="0" y="11"/>
                      <a:pt x="3" y="15"/>
                      <a:pt x="7" y="15"/>
                    </a:cubicBezTo>
                    <a:cubicBezTo>
                      <a:pt x="11" y="15"/>
                      <a:pt x="14" y="11"/>
                      <a:pt x="14" y="8"/>
                    </a:cubicBezTo>
                    <a:cubicBezTo>
                      <a:pt x="14" y="4"/>
                      <a:pt x="11" y="0"/>
                      <a:pt x="7" y="0"/>
                    </a:cubicBezTo>
                    <a:cubicBezTo>
                      <a:pt x="3" y="0"/>
                      <a:pt x="0" y="4"/>
                      <a:pt x="0" y="8"/>
                    </a:cubicBezTo>
                    <a:lnTo>
                      <a:pt x="2"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93" name="Google Shape;793;p14"/>
              <p:cNvSpPr/>
              <p:nvPr/>
            </p:nvSpPr>
            <p:spPr>
              <a:xfrm>
                <a:off x="5286094" y="3495059"/>
                <a:ext cx="29837" cy="31969"/>
              </a:xfrm>
              <a:custGeom>
                <a:rect b="b" l="l" r="r" t="t"/>
                <a:pathLst>
                  <a:path extrusionOk="0" h="15" w="14">
                    <a:moveTo>
                      <a:pt x="2" y="8"/>
                    </a:moveTo>
                    <a:cubicBezTo>
                      <a:pt x="4" y="8"/>
                      <a:pt x="4" y="8"/>
                      <a:pt x="4" y="8"/>
                    </a:cubicBezTo>
                    <a:cubicBezTo>
                      <a:pt x="4" y="6"/>
                      <a:pt x="5" y="4"/>
                      <a:pt x="7" y="4"/>
                    </a:cubicBezTo>
                    <a:cubicBezTo>
                      <a:pt x="9" y="4"/>
                      <a:pt x="10" y="6"/>
                      <a:pt x="10" y="8"/>
                    </a:cubicBezTo>
                    <a:cubicBezTo>
                      <a:pt x="10" y="9"/>
                      <a:pt x="9" y="11"/>
                      <a:pt x="7" y="11"/>
                    </a:cubicBezTo>
                    <a:cubicBezTo>
                      <a:pt x="5" y="11"/>
                      <a:pt x="4" y="9"/>
                      <a:pt x="4" y="8"/>
                    </a:cubicBezTo>
                    <a:cubicBezTo>
                      <a:pt x="2" y="8"/>
                      <a:pt x="2" y="8"/>
                      <a:pt x="2" y="8"/>
                    </a:cubicBezTo>
                    <a:cubicBezTo>
                      <a:pt x="0" y="8"/>
                      <a:pt x="0" y="8"/>
                      <a:pt x="0" y="8"/>
                    </a:cubicBezTo>
                    <a:cubicBezTo>
                      <a:pt x="0" y="11"/>
                      <a:pt x="3" y="15"/>
                      <a:pt x="7" y="15"/>
                    </a:cubicBezTo>
                    <a:cubicBezTo>
                      <a:pt x="11" y="15"/>
                      <a:pt x="14" y="11"/>
                      <a:pt x="14" y="8"/>
                    </a:cubicBezTo>
                    <a:cubicBezTo>
                      <a:pt x="14" y="4"/>
                      <a:pt x="11" y="0"/>
                      <a:pt x="7" y="0"/>
                    </a:cubicBezTo>
                    <a:cubicBezTo>
                      <a:pt x="3" y="0"/>
                      <a:pt x="0" y="4"/>
                      <a:pt x="0" y="8"/>
                    </a:cubicBezTo>
                    <a:lnTo>
                      <a:pt x="2"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94" name="Google Shape;794;p14"/>
              <p:cNvSpPr/>
              <p:nvPr/>
            </p:nvSpPr>
            <p:spPr>
              <a:xfrm>
                <a:off x="5311668" y="3507847"/>
                <a:ext cx="632979" cy="219516"/>
              </a:xfrm>
              <a:custGeom>
                <a:rect b="b" l="l" r="r" t="t"/>
                <a:pathLst>
                  <a:path extrusionOk="0" h="103" w="297">
                    <a:moveTo>
                      <a:pt x="0" y="4"/>
                    </a:moveTo>
                    <a:lnTo>
                      <a:pt x="39" y="4"/>
                    </a:lnTo>
                    <a:lnTo>
                      <a:pt x="115" y="79"/>
                    </a:lnTo>
                    <a:lnTo>
                      <a:pt x="270" y="79"/>
                    </a:lnTo>
                    <a:lnTo>
                      <a:pt x="294" y="103"/>
                    </a:lnTo>
                    <a:lnTo>
                      <a:pt x="297" y="100"/>
                    </a:lnTo>
                    <a:lnTo>
                      <a:pt x="272" y="75"/>
                    </a:lnTo>
                    <a:lnTo>
                      <a:pt x="117" y="75"/>
                    </a:lnTo>
                    <a:lnTo>
                      <a:pt x="41" y="0"/>
                    </a:lnTo>
                    <a:lnTo>
                      <a:pt x="0" y="0"/>
                    </a:lnTo>
                    <a:lnTo>
                      <a:pt x="0" y="4"/>
                    </a:lnTo>
                    <a:lnTo>
                      <a:pt x="0" y="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795" name="Google Shape;795;p14"/>
            <p:cNvGrpSpPr/>
            <p:nvPr/>
          </p:nvGrpSpPr>
          <p:grpSpPr>
            <a:xfrm flipH="1" rot="5400000">
              <a:off x="-293635" y="-515155"/>
              <a:ext cx="1493520" cy="615774"/>
              <a:chOff x="5301012" y="396272"/>
              <a:chExt cx="935614" cy="385751"/>
            </a:xfrm>
          </p:grpSpPr>
          <p:sp>
            <p:nvSpPr>
              <p:cNvPr id="796" name="Google Shape;796;p14"/>
              <p:cNvSpPr/>
              <p:nvPr/>
            </p:nvSpPr>
            <p:spPr>
              <a:xfrm>
                <a:off x="6202525" y="396272"/>
                <a:ext cx="34100" cy="34099"/>
              </a:xfrm>
              <a:custGeom>
                <a:rect b="b" l="l" r="r" t="t"/>
                <a:pathLst>
                  <a:path extrusionOk="0" h="15" w="15">
                    <a:moveTo>
                      <a:pt x="13" y="8"/>
                    </a:moveTo>
                    <a:cubicBezTo>
                      <a:pt x="11" y="8"/>
                      <a:pt x="11" y="8"/>
                      <a:pt x="11" y="8"/>
                    </a:cubicBezTo>
                    <a:cubicBezTo>
                      <a:pt x="11" y="9"/>
                      <a:pt x="9" y="11"/>
                      <a:pt x="8" y="11"/>
                    </a:cubicBezTo>
                    <a:cubicBezTo>
                      <a:pt x="6" y="11"/>
                      <a:pt x="4" y="9"/>
                      <a:pt x="4" y="8"/>
                    </a:cubicBezTo>
                    <a:cubicBezTo>
                      <a:pt x="4" y="6"/>
                      <a:pt x="6" y="4"/>
                      <a:pt x="8" y="4"/>
                    </a:cubicBezTo>
                    <a:cubicBezTo>
                      <a:pt x="9" y="4"/>
                      <a:pt x="11" y="6"/>
                      <a:pt x="11" y="8"/>
                    </a:cubicBezTo>
                    <a:cubicBezTo>
                      <a:pt x="13" y="8"/>
                      <a:pt x="13" y="8"/>
                      <a:pt x="13" y="8"/>
                    </a:cubicBezTo>
                    <a:cubicBezTo>
                      <a:pt x="15" y="8"/>
                      <a:pt x="15" y="8"/>
                      <a:pt x="15" y="8"/>
                    </a:cubicBezTo>
                    <a:cubicBezTo>
                      <a:pt x="15" y="4"/>
                      <a:pt x="12" y="0"/>
                      <a:pt x="8" y="0"/>
                    </a:cubicBezTo>
                    <a:cubicBezTo>
                      <a:pt x="4" y="0"/>
                      <a:pt x="0" y="4"/>
                      <a:pt x="0" y="8"/>
                    </a:cubicBezTo>
                    <a:cubicBezTo>
                      <a:pt x="0" y="12"/>
                      <a:pt x="4" y="15"/>
                      <a:pt x="8" y="15"/>
                    </a:cubicBezTo>
                    <a:cubicBezTo>
                      <a:pt x="12" y="15"/>
                      <a:pt x="15" y="12"/>
                      <a:pt x="15" y="8"/>
                    </a:cubicBezTo>
                    <a:lnTo>
                      <a:pt x="13"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97" name="Google Shape;797;p14"/>
              <p:cNvSpPr/>
              <p:nvPr/>
            </p:nvSpPr>
            <p:spPr>
              <a:xfrm>
                <a:off x="5301012" y="750054"/>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6"/>
                      <a:pt x="5" y="4"/>
                      <a:pt x="7" y="4"/>
                    </a:cubicBezTo>
                    <a:cubicBezTo>
                      <a:pt x="9" y="4"/>
                      <a:pt x="10" y="6"/>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98" name="Google Shape;798;p14"/>
              <p:cNvSpPr/>
              <p:nvPr/>
            </p:nvSpPr>
            <p:spPr>
              <a:xfrm>
                <a:off x="5322324" y="426109"/>
                <a:ext cx="903645" cy="336732"/>
              </a:xfrm>
              <a:custGeom>
                <a:rect b="b" l="l" r="r" t="t"/>
                <a:pathLst>
                  <a:path extrusionOk="0" h="158" w="424">
                    <a:moveTo>
                      <a:pt x="419" y="0"/>
                    </a:moveTo>
                    <a:lnTo>
                      <a:pt x="419" y="51"/>
                    </a:lnTo>
                    <a:lnTo>
                      <a:pt x="388" y="82"/>
                    </a:lnTo>
                    <a:lnTo>
                      <a:pt x="72" y="82"/>
                    </a:lnTo>
                    <a:lnTo>
                      <a:pt x="0" y="154"/>
                    </a:lnTo>
                    <a:lnTo>
                      <a:pt x="3" y="158"/>
                    </a:lnTo>
                    <a:lnTo>
                      <a:pt x="74" y="86"/>
                    </a:lnTo>
                    <a:lnTo>
                      <a:pt x="390" y="86"/>
                    </a:lnTo>
                    <a:lnTo>
                      <a:pt x="424" y="53"/>
                    </a:lnTo>
                    <a:lnTo>
                      <a:pt x="424" y="0"/>
                    </a:lnTo>
                    <a:lnTo>
                      <a:pt x="419" y="0"/>
                    </a:lnTo>
                    <a:lnTo>
                      <a:pt x="419"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799" name="Google Shape;799;p14"/>
            <p:cNvGrpSpPr/>
            <p:nvPr/>
          </p:nvGrpSpPr>
          <p:grpSpPr>
            <a:xfrm rot="-5400000">
              <a:off x="7497265" y="5184245"/>
              <a:ext cx="1493520" cy="615774"/>
              <a:chOff x="5301012" y="396272"/>
              <a:chExt cx="935614" cy="385751"/>
            </a:xfrm>
          </p:grpSpPr>
          <p:sp>
            <p:nvSpPr>
              <p:cNvPr id="800" name="Google Shape;800;p14"/>
              <p:cNvSpPr/>
              <p:nvPr/>
            </p:nvSpPr>
            <p:spPr>
              <a:xfrm>
                <a:off x="6202525" y="396272"/>
                <a:ext cx="34100" cy="34099"/>
              </a:xfrm>
              <a:custGeom>
                <a:rect b="b" l="l" r="r" t="t"/>
                <a:pathLst>
                  <a:path extrusionOk="0" h="15" w="15">
                    <a:moveTo>
                      <a:pt x="13" y="8"/>
                    </a:moveTo>
                    <a:cubicBezTo>
                      <a:pt x="11" y="8"/>
                      <a:pt x="11" y="8"/>
                      <a:pt x="11" y="8"/>
                    </a:cubicBezTo>
                    <a:cubicBezTo>
                      <a:pt x="11" y="9"/>
                      <a:pt x="9" y="11"/>
                      <a:pt x="8" y="11"/>
                    </a:cubicBezTo>
                    <a:cubicBezTo>
                      <a:pt x="6" y="11"/>
                      <a:pt x="4" y="9"/>
                      <a:pt x="4" y="8"/>
                    </a:cubicBezTo>
                    <a:cubicBezTo>
                      <a:pt x="4" y="6"/>
                      <a:pt x="6" y="4"/>
                      <a:pt x="8" y="4"/>
                    </a:cubicBezTo>
                    <a:cubicBezTo>
                      <a:pt x="9" y="4"/>
                      <a:pt x="11" y="6"/>
                      <a:pt x="11" y="8"/>
                    </a:cubicBezTo>
                    <a:cubicBezTo>
                      <a:pt x="13" y="8"/>
                      <a:pt x="13" y="8"/>
                      <a:pt x="13" y="8"/>
                    </a:cubicBezTo>
                    <a:cubicBezTo>
                      <a:pt x="15" y="8"/>
                      <a:pt x="15" y="8"/>
                      <a:pt x="15" y="8"/>
                    </a:cubicBezTo>
                    <a:cubicBezTo>
                      <a:pt x="15" y="4"/>
                      <a:pt x="12" y="0"/>
                      <a:pt x="8" y="0"/>
                    </a:cubicBezTo>
                    <a:cubicBezTo>
                      <a:pt x="4" y="0"/>
                      <a:pt x="0" y="4"/>
                      <a:pt x="0" y="8"/>
                    </a:cubicBezTo>
                    <a:cubicBezTo>
                      <a:pt x="0" y="12"/>
                      <a:pt x="4" y="15"/>
                      <a:pt x="8" y="15"/>
                    </a:cubicBezTo>
                    <a:cubicBezTo>
                      <a:pt x="12" y="15"/>
                      <a:pt x="15" y="12"/>
                      <a:pt x="15" y="8"/>
                    </a:cubicBezTo>
                    <a:lnTo>
                      <a:pt x="13"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01" name="Google Shape;801;p14"/>
              <p:cNvSpPr/>
              <p:nvPr/>
            </p:nvSpPr>
            <p:spPr>
              <a:xfrm>
                <a:off x="5301012" y="750054"/>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6"/>
                      <a:pt x="5" y="4"/>
                      <a:pt x="7" y="4"/>
                    </a:cubicBezTo>
                    <a:cubicBezTo>
                      <a:pt x="9" y="4"/>
                      <a:pt x="10" y="6"/>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02" name="Google Shape;802;p14"/>
              <p:cNvSpPr/>
              <p:nvPr/>
            </p:nvSpPr>
            <p:spPr>
              <a:xfrm>
                <a:off x="5322324" y="426109"/>
                <a:ext cx="903645" cy="336732"/>
              </a:xfrm>
              <a:custGeom>
                <a:rect b="b" l="l" r="r" t="t"/>
                <a:pathLst>
                  <a:path extrusionOk="0" h="158" w="424">
                    <a:moveTo>
                      <a:pt x="419" y="0"/>
                    </a:moveTo>
                    <a:lnTo>
                      <a:pt x="419" y="51"/>
                    </a:lnTo>
                    <a:lnTo>
                      <a:pt x="388" y="82"/>
                    </a:lnTo>
                    <a:lnTo>
                      <a:pt x="72" y="82"/>
                    </a:lnTo>
                    <a:lnTo>
                      <a:pt x="0" y="154"/>
                    </a:lnTo>
                    <a:lnTo>
                      <a:pt x="3" y="158"/>
                    </a:lnTo>
                    <a:lnTo>
                      <a:pt x="74" y="86"/>
                    </a:lnTo>
                    <a:lnTo>
                      <a:pt x="390" y="86"/>
                    </a:lnTo>
                    <a:lnTo>
                      <a:pt x="424" y="53"/>
                    </a:lnTo>
                    <a:lnTo>
                      <a:pt x="424" y="0"/>
                    </a:lnTo>
                    <a:lnTo>
                      <a:pt x="419" y="0"/>
                    </a:lnTo>
                    <a:lnTo>
                      <a:pt x="419"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803" name="Google Shape;803;p14"/>
          <p:cNvSpPr txBox="1"/>
          <p:nvPr>
            <p:ph type="title"/>
          </p:nvPr>
        </p:nvSpPr>
        <p:spPr>
          <a:xfrm>
            <a:off x="1781238" y="3388871"/>
            <a:ext cx="5581500" cy="5319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3000"/>
              <a:buNone/>
              <a:defRPr sz="20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804" name="Google Shape;804;p14"/>
          <p:cNvSpPr txBox="1"/>
          <p:nvPr>
            <p:ph idx="1" type="subTitle"/>
          </p:nvPr>
        </p:nvSpPr>
        <p:spPr>
          <a:xfrm>
            <a:off x="1781238" y="1070700"/>
            <a:ext cx="5581500" cy="2359800"/>
          </a:xfrm>
          <a:prstGeom prst="rect">
            <a:avLst/>
          </a:prstGeom>
        </p:spPr>
        <p:txBody>
          <a:bodyPr anchorCtr="0" anchor="b" bIns="91425" lIns="91425" spcFirstLastPara="1" rIns="91425" wrap="square" tIns="91425">
            <a:noAutofit/>
          </a:bodyPr>
          <a:lstStyle>
            <a:lvl1pPr lvl="0" rtl="0" algn="ctr">
              <a:lnSpc>
                <a:spcPct val="115000"/>
              </a:lnSpc>
              <a:spcBef>
                <a:spcPts val="0"/>
              </a:spcBef>
              <a:spcAft>
                <a:spcPts val="0"/>
              </a:spcAft>
              <a:buSzPts val="3000"/>
              <a:buNone/>
              <a:defRPr sz="3000"/>
            </a:lvl1pPr>
            <a:lvl2pPr lvl="1" rtl="0" algn="ctr">
              <a:lnSpc>
                <a:spcPct val="115000"/>
              </a:lnSpc>
              <a:spcBef>
                <a:spcPts val="0"/>
              </a:spcBef>
              <a:spcAft>
                <a:spcPts val="0"/>
              </a:spcAft>
              <a:buSzPts val="3000"/>
              <a:buNone/>
              <a:defRPr sz="3000"/>
            </a:lvl2pPr>
            <a:lvl3pPr lvl="2" rtl="0" algn="ctr">
              <a:lnSpc>
                <a:spcPct val="115000"/>
              </a:lnSpc>
              <a:spcBef>
                <a:spcPts val="0"/>
              </a:spcBef>
              <a:spcAft>
                <a:spcPts val="0"/>
              </a:spcAft>
              <a:buSzPts val="3000"/>
              <a:buNone/>
              <a:defRPr sz="3000"/>
            </a:lvl3pPr>
            <a:lvl4pPr lvl="3" rtl="0" algn="ctr">
              <a:lnSpc>
                <a:spcPct val="115000"/>
              </a:lnSpc>
              <a:spcBef>
                <a:spcPts val="0"/>
              </a:spcBef>
              <a:spcAft>
                <a:spcPts val="0"/>
              </a:spcAft>
              <a:buSzPts val="3000"/>
              <a:buNone/>
              <a:defRPr sz="3000"/>
            </a:lvl4pPr>
            <a:lvl5pPr lvl="4" rtl="0" algn="ctr">
              <a:lnSpc>
                <a:spcPct val="115000"/>
              </a:lnSpc>
              <a:spcBef>
                <a:spcPts val="0"/>
              </a:spcBef>
              <a:spcAft>
                <a:spcPts val="0"/>
              </a:spcAft>
              <a:buSzPts val="3000"/>
              <a:buNone/>
              <a:defRPr sz="3000"/>
            </a:lvl5pPr>
            <a:lvl6pPr lvl="5" rtl="0" algn="ctr">
              <a:lnSpc>
                <a:spcPct val="115000"/>
              </a:lnSpc>
              <a:spcBef>
                <a:spcPts val="0"/>
              </a:spcBef>
              <a:spcAft>
                <a:spcPts val="0"/>
              </a:spcAft>
              <a:buSzPts val="3000"/>
              <a:buNone/>
              <a:defRPr sz="3000"/>
            </a:lvl6pPr>
            <a:lvl7pPr lvl="6" rtl="0" algn="ctr">
              <a:lnSpc>
                <a:spcPct val="115000"/>
              </a:lnSpc>
              <a:spcBef>
                <a:spcPts val="0"/>
              </a:spcBef>
              <a:spcAft>
                <a:spcPts val="0"/>
              </a:spcAft>
              <a:buSzPts val="3000"/>
              <a:buNone/>
              <a:defRPr sz="3000"/>
            </a:lvl7pPr>
            <a:lvl8pPr lvl="7" rtl="0" algn="ctr">
              <a:lnSpc>
                <a:spcPct val="115000"/>
              </a:lnSpc>
              <a:spcBef>
                <a:spcPts val="0"/>
              </a:spcBef>
              <a:spcAft>
                <a:spcPts val="0"/>
              </a:spcAft>
              <a:buSzPts val="3000"/>
              <a:buNone/>
              <a:defRPr sz="3000"/>
            </a:lvl8pPr>
            <a:lvl9pPr lvl="8" rtl="0" algn="ctr">
              <a:lnSpc>
                <a:spcPct val="115000"/>
              </a:lnSpc>
              <a:spcBef>
                <a:spcPts val="0"/>
              </a:spcBef>
              <a:spcAft>
                <a:spcPts val="0"/>
              </a:spcAft>
              <a:buSzPts val="3000"/>
              <a:buNone/>
              <a:defRPr sz="30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_1">
    <p:spTree>
      <p:nvGrpSpPr>
        <p:cNvPr id="805" name="Shape 805"/>
        <p:cNvGrpSpPr/>
        <p:nvPr/>
      </p:nvGrpSpPr>
      <p:grpSpPr>
        <a:xfrm>
          <a:off x="0" y="0"/>
          <a:ext cx="0" cy="0"/>
          <a:chOff x="0" y="0"/>
          <a:chExt cx="0" cy="0"/>
        </a:xfrm>
      </p:grpSpPr>
      <p:pic>
        <p:nvPicPr>
          <p:cNvPr id="806" name="Google Shape;806;p15"/>
          <p:cNvPicPr preferRelativeResize="0"/>
          <p:nvPr/>
        </p:nvPicPr>
        <p:blipFill rotWithShape="1">
          <a:blip r:embed="rId2">
            <a:alphaModFix/>
          </a:blip>
          <a:srcRect b="901" l="0" r="990" t="0"/>
          <a:stretch/>
        </p:blipFill>
        <p:spPr>
          <a:xfrm>
            <a:off x="0" y="0"/>
            <a:ext cx="9144003" cy="5143500"/>
          </a:xfrm>
          <a:prstGeom prst="rect">
            <a:avLst/>
          </a:prstGeom>
          <a:noFill/>
          <a:ln>
            <a:noFill/>
          </a:ln>
        </p:spPr>
      </p:pic>
      <p:sp>
        <p:nvSpPr>
          <p:cNvPr id="807" name="Google Shape;807;p1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grpSp>
        <p:nvGrpSpPr>
          <p:cNvPr id="808" name="Google Shape;808;p15"/>
          <p:cNvGrpSpPr/>
          <p:nvPr/>
        </p:nvGrpSpPr>
        <p:grpSpPr>
          <a:xfrm flipH="1">
            <a:off x="189380" y="223138"/>
            <a:ext cx="8584545" cy="4702738"/>
            <a:chOff x="362675" y="223138"/>
            <a:chExt cx="8584545" cy="4702738"/>
          </a:xfrm>
        </p:grpSpPr>
        <p:grpSp>
          <p:nvGrpSpPr>
            <p:cNvPr id="809" name="Google Shape;809;p15"/>
            <p:cNvGrpSpPr/>
            <p:nvPr/>
          </p:nvGrpSpPr>
          <p:grpSpPr>
            <a:xfrm>
              <a:off x="362675" y="793000"/>
              <a:ext cx="130200" cy="126125"/>
              <a:chOff x="3935725" y="167575"/>
              <a:chExt cx="130200" cy="126125"/>
            </a:xfrm>
          </p:grpSpPr>
          <p:sp>
            <p:nvSpPr>
              <p:cNvPr id="810" name="Google Shape;810;p15"/>
              <p:cNvSpPr/>
              <p:nvPr/>
            </p:nvSpPr>
            <p:spPr>
              <a:xfrm>
                <a:off x="3935725" y="167575"/>
                <a:ext cx="65100" cy="56400"/>
              </a:xfrm>
              <a:prstGeom prst="hexagon">
                <a:avLst>
                  <a:gd fmla="val 25000" name="adj"/>
                  <a:gd fmla="val 115470" name="vf"/>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811" name="Google Shape;811;p15"/>
              <p:cNvSpPr/>
              <p:nvPr/>
            </p:nvSpPr>
            <p:spPr>
              <a:xfrm>
                <a:off x="4000825" y="201775"/>
                <a:ext cx="65100" cy="56400"/>
              </a:xfrm>
              <a:prstGeom prst="hexagon">
                <a:avLst>
                  <a:gd fmla="val 25000" name="adj"/>
                  <a:gd fmla="val 115470" name="vf"/>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812" name="Google Shape;812;p15"/>
              <p:cNvSpPr/>
              <p:nvPr/>
            </p:nvSpPr>
            <p:spPr>
              <a:xfrm>
                <a:off x="3935725" y="237300"/>
                <a:ext cx="65100" cy="56400"/>
              </a:xfrm>
              <a:prstGeom prst="hexagon">
                <a:avLst>
                  <a:gd fmla="val 25000" name="adj"/>
                  <a:gd fmla="val 115470" name="vf"/>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813" name="Google Shape;813;p15"/>
            <p:cNvGrpSpPr/>
            <p:nvPr/>
          </p:nvGrpSpPr>
          <p:grpSpPr>
            <a:xfrm>
              <a:off x="2046988" y="4799750"/>
              <a:ext cx="130200" cy="126125"/>
              <a:chOff x="3935725" y="167575"/>
              <a:chExt cx="130200" cy="126125"/>
            </a:xfrm>
          </p:grpSpPr>
          <p:sp>
            <p:nvSpPr>
              <p:cNvPr id="814" name="Google Shape;814;p15"/>
              <p:cNvSpPr/>
              <p:nvPr/>
            </p:nvSpPr>
            <p:spPr>
              <a:xfrm>
                <a:off x="3935725" y="167575"/>
                <a:ext cx="65100" cy="564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815" name="Google Shape;815;p15"/>
              <p:cNvSpPr/>
              <p:nvPr/>
            </p:nvSpPr>
            <p:spPr>
              <a:xfrm>
                <a:off x="4000825" y="201775"/>
                <a:ext cx="65100" cy="564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816" name="Google Shape;816;p15"/>
              <p:cNvSpPr/>
              <p:nvPr/>
            </p:nvSpPr>
            <p:spPr>
              <a:xfrm>
                <a:off x="3935725" y="237300"/>
                <a:ext cx="65100" cy="564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817" name="Google Shape;817;p15"/>
            <p:cNvGrpSpPr/>
            <p:nvPr/>
          </p:nvGrpSpPr>
          <p:grpSpPr>
            <a:xfrm>
              <a:off x="8845345" y="4235716"/>
              <a:ext cx="101875" cy="134875"/>
              <a:chOff x="3928495" y="333391"/>
              <a:chExt cx="101875" cy="134875"/>
            </a:xfrm>
          </p:grpSpPr>
          <p:grpSp>
            <p:nvGrpSpPr>
              <p:cNvPr id="818" name="Google Shape;818;p15"/>
              <p:cNvGrpSpPr/>
              <p:nvPr/>
            </p:nvGrpSpPr>
            <p:grpSpPr>
              <a:xfrm>
                <a:off x="3928495" y="379241"/>
                <a:ext cx="44700" cy="42600"/>
                <a:chOff x="3928495" y="379241"/>
                <a:chExt cx="44700" cy="42600"/>
              </a:xfrm>
            </p:grpSpPr>
            <p:sp>
              <p:nvSpPr>
                <p:cNvPr id="819" name="Google Shape;819;p15"/>
                <p:cNvSpPr/>
                <p:nvPr/>
              </p:nvSpPr>
              <p:spPr>
                <a:xfrm>
                  <a:off x="3928495" y="396272"/>
                  <a:ext cx="44700" cy="81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20" name="Google Shape;820;p15"/>
                <p:cNvSpPr/>
                <p:nvPr/>
              </p:nvSpPr>
              <p:spPr>
                <a:xfrm>
                  <a:off x="3946802" y="379241"/>
                  <a:ext cx="8100" cy="426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821" name="Google Shape;821;p15"/>
              <p:cNvGrpSpPr/>
              <p:nvPr/>
            </p:nvGrpSpPr>
            <p:grpSpPr>
              <a:xfrm>
                <a:off x="3985670" y="425666"/>
                <a:ext cx="44700" cy="42600"/>
                <a:chOff x="3928495" y="379241"/>
                <a:chExt cx="44700" cy="42600"/>
              </a:xfrm>
            </p:grpSpPr>
            <p:sp>
              <p:nvSpPr>
                <p:cNvPr id="822" name="Google Shape;822;p15"/>
                <p:cNvSpPr/>
                <p:nvPr/>
              </p:nvSpPr>
              <p:spPr>
                <a:xfrm>
                  <a:off x="3928495" y="396272"/>
                  <a:ext cx="44700" cy="81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23" name="Google Shape;823;p15"/>
                <p:cNvSpPr/>
                <p:nvPr/>
              </p:nvSpPr>
              <p:spPr>
                <a:xfrm>
                  <a:off x="3946802" y="379241"/>
                  <a:ext cx="8100" cy="426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824" name="Google Shape;824;p15"/>
              <p:cNvGrpSpPr/>
              <p:nvPr/>
            </p:nvGrpSpPr>
            <p:grpSpPr>
              <a:xfrm>
                <a:off x="3985670" y="333391"/>
                <a:ext cx="44700" cy="42600"/>
                <a:chOff x="3928495" y="379241"/>
                <a:chExt cx="44700" cy="42600"/>
              </a:xfrm>
            </p:grpSpPr>
            <p:sp>
              <p:nvSpPr>
                <p:cNvPr id="825" name="Google Shape;825;p15"/>
                <p:cNvSpPr/>
                <p:nvPr/>
              </p:nvSpPr>
              <p:spPr>
                <a:xfrm>
                  <a:off x="3928495" y="396272"/>
                  <a:ext cx="44700" cy="81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26" name="Google Shape;826;p15"/>
                <p:cNvSpPr/>
                <p:nvPr/>
              </p:nvSpPr>
              <p:spPr>
                <a:xfrm>
                  <a:off x="3946802" y="379241"/>
                  <a:ext cx="8100" cy="426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827" name="Google Shape;827;p15"/>
            <p:cNvGrpSpPr/>
            <p:nvPr/>
          </p:nvGrpSpPr>
          <p:grpSpPr>
            <a:xfrm>
              <a:off x="6507442" y="4803287"/>
              <a:ext cx="449076" cy="119073"/>
              <a:chOff x="7108302" y="2550931"/>
              <a:chExt cx="281323" cy="74593"/>
            </a:xfrm>
          </p:grpSpPr>
          <p:sp>
            <p:nvSpPr>
              <p:cNvPr id="828" name="Google Shape;828;p15"/>
              <p:cNvSpPr/>
              <p:nvPr/>
            </p:nvSpPr>
            <p:spPr>
              <a:xfrm>
                <a:off x="7347000" y="2550931"/>
                <a:ext cx="42625" cy="74593"/>
              </a:xfrm>
              <a:custGeom>
                <a:rect b="b" l="l" r="r" t="t"/>
                <a:pathLst>
                  <a:path extrusionOk="0" h="35" w="2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29" name="Google Shape;829;p15"/>
              <p:cNvSpPr/>
              <p:nvPr/>
            </p:nvSpPr>
            <p:spPr>
              <a:xfrm>
                <a:off x="7285195" y="2550931"/>
                <a:ext cx="44757" cy="74593"/>
              </a:xfrm>
              <a:custGeom>
                <a:rect b="b" l="l" r="r" t="t"/>
                <a:pathLst>
                  <a:path extrusionOk="0" h="35" w="21">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30" name="Google Shape;830;p15"/>
              <p:cNvSpPr/>
              <p:nvPr/>
            </p:nvSpPr>
            <p:spPr>
              <a:xfrm>
                <a:off x="7227651" y="2550931"/>
                <a:ext cx="42625" cy="74593"/>
              </a:xfrm>
              <a:custGeom>
                <a:rect b="b" l="l" r="r" t="t"/>
                <a:pathLst>
                  <a:path extrusionOk="0" h="35" w="2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31" name="Google Shape;831;p15"/>
              <p:cNvSpPr/>
              <p:nvPr/>
            </p:nvSpPr>
            <p:spPr>
              <a:xfrm>
                <a:off x="7170108" y="2550931"/>
                <a:ext cx="42625" cy="74593"/>
              </a:xfrm>
              <a:custGeom>
                <a:rect b="b" l="l" r="r" t="t"/>
                <a:pathLst>
                  <a:path extrusionOk="0" h="35" w="2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32" name="Google Shape;832;p15"/>
              <p:cNvSpPr/>
              <p:nvPr/>
            </p:nvSpPr>
            <p:spPr>
              <a:xfrm>
                <a:off x="7108302" y="2550931"/>
                <a:ext cx="42625" cy="74593"/>
              </a:xfrm>
              <a:custGeom>
                <a:rect b="b" l="l" r="r" t="t"/>
                <a:pathLst>
                  <a:path extrusionOk="0" h="35" w="2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33" name="Google Shape;833;p15"/>
              <p:cNvSpPr/>
              <p:nvPr/>
            </p:nvSpPr>
            <p:spPr>
              <a:xfrm>
                <a:off x="7347000" y="2550931"/>
                <a:ext cx="42625" cy="74593"/>
              </a:xfrm>
              <a:custGeom>
                <a:rect b="b" l="l" r="r" t="t"/>
                <a:pathLst>
                  <a:path extrusionOk="0" h="35" w="2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34" name="Google Shape;834;p15"/>
              <p:cNvSpPr/>
              <p:nvPr/>
            </p:nvSpPr>
            <p:spPr>
              <a:xfrm>
                <a:off x="7285195" y="2550931"/>
                <a:ext cx="44757" cy="74593"/>
              </a:xfrm>
              <a:custGeom>
                <a:rect b="b" l="l" r="r" t="t"/>
                <a:pathLst>
                  <a:path extrusionOk="0" h="35" w="21">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35" name="Google Shape;835;p15"/>
              <p:cNvSpPr/>
              <p:nvPr/>
            </p:nvSpPr>
            <p:spPr>
              <a:xfrm>
                <a:off x="7227651" y="2550931"/>
                <a:ext cx="42625" cy="74593"/>
              </a:xfrm>
              <a:custGeom>
                <a:rect b="b" l="l" r="r" t="t"/>
                <a:pathLst>
                  <a:path extrusionOk="0" h="35" w="2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36" name="Google Shape;836;p15"/>
              <p:cNvSpPr/>
              <p:nvPr/>
            </p:nvSpPr>
            <p:spPr>
              <a:xfrm>
                <a:off x="7170108" y="2550931"/>
                <a:ext cx="42625" cy="74593"/>
              </a:xfrm>
              <a:custGeom>
                <a:rect b="b" l="l" r="r" t="t"/>
                <a:pathLst>
                  <a:path extrusionOk="0" h="35" w="2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37" name="Google Shape;837;p15"/>
              <p:cNvSpPr/>
              <p:nvPr/>
            </p:nvSpPr>
            <p:spPr>
              <a:xfrm>
                <a:off x="7108302" y="2550931"/>
                <a:ext cx="42625" cy="74593"/>
              </a:xfrm>
              <a:custGeom>
                <a:rect b="b" l="l" r="r" t="t"/>
                <a:pathLst>
                  <a:path extrusionOk="0" h="35" w="2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838" name="Google Shape;838;p15"/>
            <p:cNvGrpSpPr/>
            <p:nvPr/>
          </p:nvGrpSpPr>
          <p:grpSpPr>
            <a:xfrm>
              <a:off x="1667825" y="233212"/>
              <a:ext cx="445675" cy="119073"/>
              <a:chOff x="3578973" y="2550931"/>
              <a:chExt cx="279193" cy="74593"/>
            </a:xfrm>
          </p:grpSpPr>
          <p:sp>
            <p:nvSpPr>
              <p:cNvPr id="839" name="Google Shape;839;p15"/>
              <p:cNvSpPr/>
              <p:nvPr/>
            </p:nvSpPr>
            <p:spPr>
              <a:xfrm>
                <a:off x="3578973" y="2550931"/>
                <a:ext cx="42625" cy="74593"/>
              </a:xfrm>
              <a:custGeom>
                <a:rect b="b" l="l" r="r" t="t"/>
                <a:pathLst>
                  <a:path extrusionOk="0" h="35" w="20">
                    <a:moveTo>
                      <a:pt x="3" y="35"/>
                    </a:moveTo>
                    <a:lnTo>
                      <a:pt x="20" y="17"/>
                    </a:lnTo>
                    <a:lnTo>
                      <a:pt x="3" y="0"/>
                    </a:lnTo>
                    <a:lnTo>
                      <a:pt x="0" y="3"/>
                    </a:lnTo>
                    <a:lnTo>
                      <a:pt x="14"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40" name="Google Shape;840;p15"/>
              <p:cNvSpPr/>
              <p:nvPr/>
            </p:nvSpPr>
            <p:spPr>
              <a:xfrm>
                <a:off x="3636518"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41" name="Google Shape;841;p15"/>
              <p:cNvSpPr/>
              <p:nvPr/>
            </p:nvSpPr>
            <p:spPr>
              <a:xfrm>
                <a:off x="3698323" y="2550931"/>
                <a:ext cx="42625" cy="74593"/>
              </a:xfrm>
              <a:custGeom>
                <a:rect b="b" l="l" r="r" t="t"/>
                <a:pathLst>
                  <a:path extrusionOk="0" h="35" w="20">
                    <a:moveTo>
                      <a:pt x="2" y="35"/>
                    </a:moveTo>
                    <a:lnTo>
                      <a:pt x="20" y="17"/>
                    </a:lnTo>
                    <a:lnTo>
                      <a:pt x="2" y="0"/>
                    </a:lnTo>
                    <a:lnTo>
                      <a:pt x="0" y="3"/>
                    </a:lnTo>
                    <a:lnTo>
                      <a:pt x="13" y="17"/>
                    </a:lnTo>
                    <a:lnTo>
                      <a:pt x="0" y="32"/>
                    </a:lnTo>
                    <a:lnTo>
                      <a:pt x="2" y="35"/>
                    </a:lnTo>
                    <a:lnTo>
                      <a:pt x="2"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42" name="Google Shape;842;p15"/>
              <p:cNvSpPr/>
              <p:nvPr/>
            </p:nvSpPr>
            <p:spPr>
              <a:xfrm>
                <a:off x="3755867"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43" name="Google Shape;843;p15"/>
              <p:cNvSpPr/>
              <p:nvPr/>
            </p:nvSpPr>
            <p:spPr>
              <a:xfrm>
                <a:off x="3813410" y="2550931"/>
                <a:ext cx="44757" cy="74593"/>
              </a:xfrm>
              <a:custGeom>
                <a:rect b="b" l="l" r="r" t="t"/>
                <a:pathLst>
                  <a:path extrusionOk="0" h="35" w="21">
                    <a:moveTo>
                      <a:pt x="4" y="35"/>
                    </a:moveTo>
                    <a:lnTo>
                      <a:pt x="21" y="17"/>
                    </a:lnTo>
                    <a:lnTo>
                      <a:pt x="4" y="0"/>
                    </a:lnTo>
                    <a:lnTo>
                      <a:pt x="0" y="3"/>
                    </a:lnTo>
                    <a:lnTo>
                      <a:pt x="15" y="17"/>
                    </a:lnTo>
                    <a:lnTo>
                      <a:pt x="0" y="32"/>
                    </a:lnTo>
                    <a:lnTo>
                      <a:pt x="4" y="35"/>
                    </a:lnTo>
                    <a:lnTo>
                      <a:pt x="4"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44" name="Google Shape;844;p15"/>
              <p:cNvSpPr/>
              <p:nvPr/>
            </p:nvSpPr>
            <p:spPr>
              <a:xfrm>
                <a:off x="3578973" y="2550931"/>
                <a:ext cx="42625" cy="74593"/>
              </a:xfrm>
              <a:custGeom>
                <a:rect b="b" l="l" r="r" t="t"/>
                <a:pathLst>
                  <a:path extrusionOk="0" h="35" w="20">
                    <a:moveTo>
                      <a:pt x="3" y="35"/>
                    </a:moveTo>
                    <a:lnTo>
                      <a:pt x="20" y="17"/>
                    </a:lnTo>
                    <a:lnTo>
                      <a:pt x="3" y="0"/>
                    </a:lnTo>
                    <a:lnTo>
                      <a:pt x="0" y="3"/>
                    </a:lnTo>
                    <a:lnTo>
                      <a:pt x="14"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45" name="Google Shape;845;p15"/>
              <p:cNvSpPr/>
              <p:nvPr/>
            </p:nvSpPr>
            <p:spPr>
              <a:xfrm>
                <a:off x="3636518"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46" name="Google Shape;846;p15"/>
              <p:cNvSpPr/>
              <p:nvPr/>
            </p:nvSpPr>
            <p:spPr>
              <a:xfrm>
                <a:off x="3698323" y="2550931"/>
                <a:ext cx="42625" cy="74593"/>
              </a:xfrm>
              <a:custGeom>
                <a:rect b="b" l="l" r="r" t="t"/>
                <a:pathLst>
                  <a:path extrusionOk="0" h="35" w="20">
                    <a:moveTo>
                      <a:pt x="2" y="35"/>
                    </a:moveTo>
                    <a:lnTo>
                      <a:pt x="20" y="17"/>
                    </a:lnTo>
                    <a:lnTo>
                      <a:pt x="2" y="0"/>
                    </a:lnTo>
                    <a:lnTo>
                      <a:pt x="0" y="3"/>
                    </a:lnTo>
                    <a:lnTo>
                      <a:pt x="13" y="17"/>
                    </a:lnTo>
                    <a:lnTo>
                      <a:pt x="0" y="32"/>
                    </a:lnTo>
                    <a:lnTo>
                      <a:pt x="2" y="35"/>
                    </a:lnTo>
                    <a:lnTo>
                      <a:pt x="2"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47" name="Google Shape;847;p15"/>
              <p:cNvSpPr/>
              <p:nvPr/>
            </p:nvSpPr>
            <p:spPr>
              <a:xfrm>
                <a:off x="3755867"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48" name="Google Shape;848;p15"/>
              <p:cNvSpPr/>
              <p:nvPr/>
            </p:nvSpPr>
            <p:spPr>
              <a:xfrm>
                <a:off x="3813410" y="2550931"/>
                <a:ext cx="44757" cy="74593"/>
              </a:xfrm>
              <a:custGeom>
                <a:rect b="b" l="l" r="r" t="t"/>
                <a:pathLst>
                  <a:path extrusionOk="0" h="35" w="21">
                    <a:moveTo>
                      <a:pt x="4" y="35"/>
                    </a:moveTo>
                    <a:lnTo>
                      <a:pt x="21" y="17"/>
                    </a:lnTo>
                    <a:lnTo>
                      <a:pt x="4" y="0"/>
                    </a:lnTo>
                    <a:lnTo>
                      <a:pt x="0" y="3"/>
                    </a:lnTo>
                    <a:lnTo>
                      <a:pt x="15" y="17"/>
                    </a:lnTo>
                    <a:lnTo>
                      <a:pt x="0" y="32"/>
                    </a:lnTo>
                    <a:lnTo>
                      <a:pt x="4" y="35"/>
                    </a:lnTo>
                    <a:lnTo>
                      <a:pt x="4"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849" name="Google Shape;849;p15"/>
            <p:cNvGrpSpPr/>
            <p:nvPr/>
          </p:nvGrpSpPr>
          <p:grpSpPr>
            <a:xfrm>
              <a:off x="8193600" y="223138"/>
              <a:ext cx="130200" cy="126125"/>
              <a:chOff x="3935725" y="167575"/>
              <a:chExt cx="130200" cy="126125"/>
            </a:xfrm>
          </p:grpSpPr>
          <p:sp>
            <p:nvSpPr>
              <p:cNvPr id="850" name="Google Shape;850;p15"/>
              <p:cNvSpPr/>
              <p:nvPr/>
            </p:nvSpPr>
            <p:spPr>
              <a:xfrm>
                <a:off x="3935725" y="167575"/>
                <a:ext cx="65100" cy="56400"/>
              </a:xfrm>
              <a:prstGeom prst="hexagon">
                <a:avLst>
                  <a:gd fmla="val 25000" name="adj"/>
                  <a:gd fmla="val 115470" name="vf"/>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851" name="Google Shape;851;p15"/>
              <p:cNvSpPr/>
              <p:nvPr/>
            </p:nvSpPr>
            <p:spPr>
              <a:xfrm>
                <a:off x="4000825" y="201775"/>
                <a:ext cx="65100" cy="56400"/>
              </a:xfrm>
              <a:prstGeom prst="hexagon">
                <a:avLst>
                  <a:gd fmla="val 25000" name="adj"/>
                  <a:gd fmla="val 115470" name="vf"/>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852" name="Google Shape;852;p15"/>
              <p:cNvSpPr/>
              <p:nvPr/>
            </p:nvSpPr>
            <p:spPr>
              <a:xfrm>
                <a:off x="3935725" y="237300"/>
                <a:ext cx="65100" cy="56400"/>
              </a:xfrm>
              <a:prstGeom prst="hexagon">
                <a:avLst>
                  <a:gd fmla="val 25000" name="adj"/>
                  <a:gd fmla="val 115470" name="vf"/>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grpSp>
        <p:nvGrpSpPr>
          <p:cNvPr id="853" name="Google Shape;853;p15"/>
          <p:cNvGrpSpPr/>
          <p:nvPr/>
        </p:nvGrpSpPr>
        <p:grpSpPr>
          <a:xfrm flipH="1">
            <a:off x="-1125950" y="-1116990"/>
            <a:ext cx="11388500" cy="7417815"/>
            <a:chOff x="-1125950" y="-1116990"/>
            <a:chExt cx="11388500" cy="7417815"/>
          </a:xfrm>
        </p:grpSpPr>
        <p:sp>
          <p:nvSpPr>
            <p:cNvPr id="854" name="Google Shape;854;p15"/>
            <p:cNvSpPr/>
            <p:nvPr/>
          </p:nvSpPr>
          <p:spPr>
            <a:xfrm flipH="1" rot="10800000">
              <a:off x="-842500" y="4443535"/>
              <a:ext cx="1417200" cy="10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855" name="Google Shape;855;p15"/>
            <p:cNvSpPr/>
            <p:nvPr/>
          </p:nvSpPr>
          <p:spPr>
            <a:xfrm flipH="1" rot="10800000">
              <a:off x="-1125950" y="4197100"/>
              <a:ext cx="1417200" cy="10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856" name="Google Shape;856;p15"/>
            <p:cNvSpPr/>
            <p:nvPr/>
          </p:nvSpPr>
          <p:spPr>
            <a:xfrm rot="10800000">
              <a:off x="8565125" y="1326485"/>
              <a:ext cx="1417200" cy="10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857" name="Google Shape;857;p15"/>
            <p:cNvSpPr/>
            <p:nvPr/>
          </p:nvSpPr>
          <p:spPr>
            <a:xfrm rot="10800000">
              <a:off x="8845350" y="1080050"/>
              <a:ext cx="1417200" cy="10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858" name="Google Shape;858;p15"/>
            <p:cNvSpPr/>
            <p:nvPr/>
          </p:nvSpPr>
          <p:spPr>
            <a:xfrm rot="5400000">
              <a:off x="6518800" y="-461490"/>
              <a:ext cx="1417200" cy="10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859" name="Google Shape;859;p15"/>
            <p:cNvSpPr/>
            <p:nvPr/>
          </p:nvSpPr>
          <p:spPr>
            <a:xfrm rot="5400000">
              <a:off x="906125" y="5539125"/>
              <a:ext cx="1417200" cy="10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860" name="Google Shape;860;p15"/>
          <p:cNvGrpSpPr/>
          <p:nvPr/>
        </p:nvGrpSpPr>
        <p:grpSpPr>
          <a:xfrm flipH="1">
            <a:off x="-705215" y="-954029"/>
            <a:ext cx="10760625" cy="7331170"/>
            <a:chOff x="-918810" y="-954029"/>
            <a:chExt cx="10760625" cy="7331170"/>
          </a:xfrm>
        </p:grpSpPr>
        <p:grpSp>
          <p:nvGrpSpPr>
            <p:cNvPr id="861" name="Google Shape;861;p15"/>
            <p:cNvGrpSpPr/>
            <p:nvPr/>
          </p:nvGrpSpPr>
          <p:grpSpPr>
            <a:xfrm>
              <a:off x="-918810" y="186420"/>
              <a:ext cx="1493520" cy="615774"/>
              <a:chOff x="5301012" y="396272"/>
              <a:chExt cx="935614" cy="385751"/>
            </a:xfrm>
          </p:grpSpPr>
          <p:sp>
            <p:nvSpPr>
              <p:cNvPr id="862" name="Google Shape;862;p15"/>
              <p:cNvSpPr/>
              <p:nvPr/>
            </p:nvSpPr>
            <p:spPr>
              <a:xfrm>
                <a:off x="6202525" y="396272"/>
                <a:ext cx="34100" cy="34099"/>
              </a:xfrm>
              <a:custGeom>
                <a:rect b="b" l="l" r="r" t="t"/>
                <a:pathLst>
                  <a:path extrusionOk="0" h="15" w="15">
                    <a:moveTo>
                      <a:pt x="13" y="8"/>
                    </a:moveTo>
                    <a:cubicBezTo>
                      <a:pt x="11" y="8"/>
                      <a:pt x="11" y="8"/>
                      <a:pt x="11" y="8"/>
                    </a:cubicBezTo>
                    <a:cubicBezTo>
                      <a:pt x="11" y="9"/>
                      <a:pt x="9" y="11"/>
                      <a:pt x="8" y="11"/>
                    </a:cubicBezTo>
                    <a:cubicBezTo>
                      <a:pt x="6" y="11"/>
                      <a:pt x="4" y="9"/>
                      <a:pt x="4" y="8"/>
                    </a:cubicBezTo>
                    <a:cubicBezTo>
                      <a:pt x="4" y="6"/>
                      <a:pt x="6" y="4"/>
                      <a:pt x="8" y="4"/>
                    </a:cubicBezTo>
                    <a:cubicBezTo>
                      <a:pt x="9" y="4"/>
                      <a:pt x="11" y="6"/>
                      <a:pt x="11" y="8"/>
                    </a:cubicBezTo>
                    <a:cubicBezTo>
                      <a:pt x="13" y="8"/>
                      <a:pt x="13" y="8"/>
                      <a:pt x="13" y="8"/>
                    </a:cubicBezTo>
                    <a:cubicBezTo>
                      <a:pt x="15" y="8"/>
                      <a:pt x="15" y="8"/>
                      <a:pt x="15" y="8"/>
                    </a:cubicBezTo>
                    <a:cubicBezTo>
                      <a:pt x="15" y="4"/>
                      <a:pt x="12" y="0"/>
                      <a:pt x="8" y="0"/>
                    </a:cubicBezTo>
                    <a:cubicBezTo>
                      <a:pt x="4" y="0"/>
                      <a:pt x="0" y="4"/>
                      <a:pt x="0" y="8"/>
                    </a:cubicBezTo>
                    <a:cubicBezTo>
                      <a:pt x="0" y="12"/>
                      <a:pt x="4" y="15"/>
                      <a:pt x="8" y="15"/>
                    </a:cubicBezTo>
                    <a:cubicBezTo>
                      <a:pt x="12" y="15"/>
                      <a:pt x="15" y="12"/>
                      <a:pt x="15" y="8"/>
                    </a:cubicBezTo>
                    <a:lnTo>
                      <a:pt x="13"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63" name="Google Shape;863;p15"/>
              <p:cNvSpPr/>
              <p:nvPr/>
            </p:nvSpPr>
            <p:spPr>
              <a:xfrm>
                <a:off x="5301012" y="750054"/>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6"/>
                      <a:pt x="5" y="4"/>
                      <a:pt x="7" y="4"/>
                    </a:cubicBezTo>
                    <a:cubicBezTo>
                      <a:pt x="9" y="4"/>
                      <a:pt x="10" y="6"/>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64" name="Google Shape;864;p15"/>
              <p:cNvSpPr/>
              <p:nvPr/>
            </p:nvSpPr>
            <p:spPr>
              <a:xfrm>
                <a:off x="5322324" y="426109"/>
                <a:ext cx="903645" cy="336732"/>
              </a:xfrm>
              <a:custGeom>
                <a:rect b="b" l="l" r="r" t="t"/>
                <a:pathLst>
                  <a:path extrusionOk="0" h="158" w="424">
                    <a:moveTo>
                      <a:pt x="419" y="0"/>
                    </a:moveTo>
                    <a:lnTo>
                      <a:pt x="419" y="51"/>
                    </a:lnTo>
                    <a:lnTo>
                      <a:pt x="388" y="82"/>
                    </a:lnTo>
                    <a:lnTo>
                      <a:pt x="72" y="82"/>
                    </a:lnTo>
                    <a:lnTo>
                      <a:pt x="0" y="154"/>
                    </a:lnTo>
                    <a:lnTo>
                      <a:pt x="3" y="158"/>
                    </a:lnTo>
                    <a:lnTo>
                      <a:pt x="74" y="86"/>
                    </a:lnTo>
                    <a:lnTo>
                      <a:pt x="390" y="86"/>
                    </a:lnTo>
                    <a:lnTo>
                      <a:pt x="424" y="53"/>
                    </a:lnTo>
                    <a:lnTo>
                      <a:pt x="424" y="0"/>
                    </a:lnTo>
                    <a:lnTo>
                      <a:pt x="419" y="0"/>
                    </a:lnTo>
                    <a:lnTo>
                      <a:pt x="419"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865" name="Google Shape;865;p15"/>
            <p:cNvGrpSpPr/>
            <p:nvPr/>
          </p:nvGrpSpPr>
          <p:grpSpPr>
            <a:xfrm>
              <a:off x="7684905" y="4712283"/>
              <a:ext cx="2156910" cy="506908"/>
              <a:chOff x="4891825" y="3495059"/>
              <a:chExt cx="1351193" cy="317552"/>
            </a:xfrm>
          </p:grpSpPr>
          <p:sp>
            <p:nvSpPr>
              <p:cNvPr id="866" name="Google Shape;866;p15"/>
              <p:cNvSpPr/>
              <p:nvPr/>
            </p:nvSpPr>
            <p:spPr>
              <a:xfrm>
                <a:off x="6208918" y="3706050"/>
                <a:ext cx="34100" cy="31969"/>
              </a:xfrm>
              <a:custGeom>
                <a:rect b="b" l="l" r="r" t="t"/>
                <a:pathLst>
                  <a:path extrusionOk="0" h="15" w="15">
                    <a:moveTo>
                      <a:pt x="2" y="7"/>
                    </a:moveTo>
                    <a:cubicBezTo>
                      <a:pt x="4" y="7"/>
                      <a:pt x="4" y="7"/>
                      <a:pt x="4" y="7"/>
                    </a:cubicBezTo>
                    <a:cubicBezTo>
                      <a:pt x="4" y="6"/>
                      <a:pt x="6" y="4"/>
                      <a:pt x="8" y="4"/>
                    </a:cubicBezTo>
                    <a:cubicBezTo>
                      <a:pt x="9" y="4"/>
                      <a:pt x="11" y="6"/>
                      <a:pt x="11" y="7"/>
                    </a:cubicBezTo>
                    <a:cubicBezTo>
                      <a:pt x="11" y="9"/>
                      <a:pt x="9" y="11"/>
                      <a:pt x="8" y="11"/>
                    </a:cubicBezTo>
                    <a:cubicBezTo>
                      <a:pt x="6" y="11"/>
                      <a:pt x="4" y="9"/>
                      <a:pt x="4" y="7"/>
                    </a:cubicBezTo>
                    <a:cubicBezTo>
                      <a:pt x="2" y="7"/>
                      <a:pt x="2" y="7"/>
                      <a:pt x="2" y="7"/>
                    </a:cubicBezTo>
                    <a:cubicBezTo>
                      <a:pt x="0" y="7"/>
                      <a:pt x="0" y="7"/>
                      <a:pt x="0" y="7"/>
                    </a:cubicBezTo>
                    <a:cubicBezTo>
                      <a:pt x="0" y="11"/>
                      <a:pt x="4" y="15"/>
                      <a:pt x="8" y="15"/>
                    </a:cubicBezTo>
                    <a:cubicBezTo>
                      <a:pt x="12" y="15"/>
                      <a:pt x="15" y="11"/>
                      <a:pt x="15" y="7"/>
                    </a:cubicBezTo>
                    <a:cubicBezTo>
                      <a:pt x="15" y="3"/>
                      <a:pt x="12" y="0"/>
                      <a:pt x="8" y="0"/>
                    </a:cubicBezTo>
                    <a:cubicBezTo>
                      <a:pt x="4" y="0"/>
                      <a:pt x="0" y="3"/>
                      <a:pt x="0" y="7"/>
                    </a:cubicBezTo>
                    <a:lnTo>
                      <a:pt x="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67" name="Google Shape;867;p15"/>
              <p:cNvSpPr/>
              <p:nvPr/>
            </p:nvSpPr>
            <p:spPr>
              <a:xfrm>
                <a:off x="4891825" y="3584575"/>
                <a:ext cx="29825" cy="29825"/>
              </a:xfrm>
              <a:custGeom>
                <a:rect b="b" l="l" r="r" t="t"/>
                <a:pathLst>
                  <a:path extrusionOk="0" h="14" w="15">
                    <a:moveTo>
                      <a:pt x="2" y="7"/>
                    </a:moveTo>
                    <a:cubicBezTo>
                      <a:pt x="4" y="7"/>
                      <a:pt x="4" y="7"/>
                      <a:pt x="4" y="7"/>
                    </a:cubicBezTo>
                    <a:cubicBezTo>
                      <a:pt x="4" y="5"/>
                      <a:pt x="6" y="4"/>
                      <a:pt x="7" y="4"/>
                    </a:cubicBezTo>
                    <a:cubicBezTo>
                      <a:pt x="9" y="4"/>
                      <a:pt x="11" y="5"/>
                      <a:pt x="11" y="7"/>
                    </a:cubicBezTo>
                    <a:cubicBezTo>
                      <a:pt x="11" y="9"/>
                      <a:pt x="9" y="10"/>
                      <a:pt x="7" y="10"/>
                    </a:cubicBezTo>
                    <a:cubicBezTo>
                      <a:pt x="6" y="10"/>
                      <a:pt x="4" y="9"/>
                      <a:pt x="4" y="7"/>
                    </a:cubicBezTo>
                    <a:cubicBezTo>
                      <a:pt x="2" y="7"/>
                      <a:pt x="2" y="7"/>
                      <a:pt x="2" y="7"/>
                    </a:cubicBezTo>
                    <a:cubicBezTo>
                      <a:pt x="0" y="7"/>
                      <a:pt x="0" y="7"/>
                      <a:pt x="0" y="7"/>
                    </a:cubicBezTo>
                    <a:cubicBezTo>
                      <a:pt x="0" y="11"/>
                      <a:pt x="3" y="14"/>
                      <a:pt x="7" y="14"/>
                    </a:cubicBezTo>
                    <a:cubicBezTo>
                      <a:pt x="11" y="14"/>
                      <a:pt x="15" y="11"/>
                      <a:pt x="15" y="7"/>
                    </a:cubicBezTo>
                    <a:cubicBezTo>
                      <a:pt x="15" y="3"/>
                      <a:pt x="11" y="0"/>
                      <a:pt x="7" y="0"/>
                    </a:cubicBezTo>
                    <a:cubicBezTo>
                      <a:pt x="3" y="0"/>
                      <a:pt x="0" y="3"/>
                      <a:pt x="0" y="7"/>
                    </a:cubicBezTo>
                    <a:lnTo>
                      <a:pt x="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68" name="Google Shape;868;p15"/>
              <p:cNvSpPr/>
              <p:nvPr/>
            </p:nvSpPr>
            <p:spPr>
              <a:xfrm>
                <a:off x="4917389" y="3595227"/>
                <a:ext cx="1295792" cy="217384"/>
              </a:xfrm>
              <a:custGeom>
                <a:rect b="b" l="l" r="r" t="t"/>
                <a:pathLst>
                  <a:path extrusionOk="0" h="102" w="608">
                    <a:moveTo>
                      <a:pt x="0" y="4"/>
                    </a:moveTo>
                    <a:lnTo>
                      <a:pt x="207" y="4"/>
                    </a:lnTo>
                    <a:lnTo>
                      <a:pt x="305" y="102"/>
                    </a:lnTo>
                    <a:lnTo>
                      <a:pt x="498" y="102"/>
                    </a:lnTo>
                    <a:lnTo>
                      <a:pt x="539" y="61"/>
                    </a:lnTo>
                    <a:lnTo>
                      <a:pt x="608" y="61"/>
                    </a:lnTo>
                    <a:lnTo>
                      <a:pt x="608" y="57"/>
                    </a:lnTo>
                    <a:lnTo>
                      <a:pt x="537" y="57"/>
                    </a:lnTo>
                    <a:lnTo>
                      <a:pt x="497" y="98"/>
                    </a:lnTo>
                    <a:lnTo>
                      <a:pt x="307" y="98"/>
                    </a:lnTo>
                    <a:lnTo>
                      <a:pt x="210" y="0"/>
                    </a:lnTo>
                    <a:lnTo>
                      <a:pt x="0" y="0"/>
                    </a:lnTo>
                    <a:lnTo>
                      <a:pt x="0" y="4"/>
                    </a:lnTo>
                    <a:lnTo>
                      <a:pt x="0" y="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69" name="Google Shape;869;p15"/>
              <p:cNvSpPr/>
              <p:nvPr/>
            </p:nvSpPr>
            <p:spPr>
              <a:xfrm>
                <a:off x="5933990" y="3716706"/>
                <a:ext cx="31969" cy="34099"/>
              </a:xfrm>
              <a:custGeom>
                <a:rect b="b" l="l" r="r" t="t"/>
                <a:pathLst>
                  <a:path extrusionOk="0" h="15" w="14">
                    <a:moveTo>
                      <a:pt x="2" y="8"/>
                    </a:moveTo>
                    <a:cubicBezTo>
                      <a:pt x="4" y="8"/>
                      <a:pt x="4" y="8"/>
                      <a:pt x="4" y="8"/>
                    </a:cubicBezTo>
                    <a:cubicBezTo>
                      <a:pt x="4" y="6"/>
                      <a:pt x="5" y="4"/>
                      <a:pt x="7" y="4"/>
                    </a:cubicBezTo>
                    <a:cubicBezTo>
                      <a:pt x="8" y="4"/>
                      <a:pt x="10" y="6"/>
                      <a:pt x="10" y="8"/>
                    </a:cubicBezTo>
                    <a:cubicBezTo>
                      <a:pt x="10" y="9"/>
                      <a:pt x="8" y="11"/>
                      <a:pt x="7" y="11"/>
                    </a:cubicBezTo>
                    <a:cubicBezTo>
                      <a:pt x="5" y="11"/>
                      <a:pt x="4" y="9"/>
                      <a:pt x="4" y="8"/>
                    </a:cubicBezTo>
                    <a:cubicBezTo>
                      <a:pt x="2" y="8"/>
                      <a:pt x="2" y="8"/>
                      <a:pt x="2" y="8"/>
                    </a:cubicBezTo>
                    <a:cubicBezTo>
                      <a:pt x="0" y="8"/>
                      <a:pt x="0" y="8"/>
                      <a:pt x="0" y="8"/>
                    </a:cubicBezTo>
                    <a:cubicBezTo>
                      <a:pt x="0" y="11"/>
                      <a:pt x="3" y="15"/>
                      <a:pt x="7" y="15"/>
                    </a:cubicBezTo>
                    <a:cubicBezTo>
                      <a:pt x="11" y="15"/>
                      <a:pt x="14" y="11"/>
                      <a:pt x="14" y="8"/>
                    </a:cubicBezTo>
                    <a:cubicBezTo>
                      <a:pt x="14" y="4"/>
                      <a:pt x="11" y="0"/>
                      <a:pt x="7" y="0"/>
                    </a:cubicBezTo>
                    <a:cubicBezTo>
                      <a:pt x="3" y="0"/>
                      <a:pt x="0" y="4"/>
                      <a:pt x="0" y="8"/>
                    </a:cubicBezTo>
                    <a:lnTo>
                      <a:pt x="2"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70" name="Google Shape;870;p15"/>
              <p:cNvSpPr/>
              <p:nvPr/>
            </p:nvSpPr>
            <p:spPr>
              <a:xfrm>
                <a:off x="5286094" y="3495059"/>
                <a:ext cx="29837" cy="31969"/>
              </a:xfrm>
              <a:custGeom>
                <a:rect b="b" l="l" r="r" t="t"/>
                <a:pathLst>
                  <a:path extrusionOk="0" h="15" w="14">
                    <a:moveTo>
                      <a:pt x="2" y="8"/>
                    </a:moveTo>
                    <a:cubicBezTo>
                      <a:pt x="4" y="8"/>
                      <a:pt x="4" y="8"/>
                      <a:pt x="4" y="8"/>
                    </a:cubicBezTo>
                    <a:cubicBezTo>
                      <a:pt x="4" y="6"/>
                      <a:pt x="5" y="4"/>
                      <a:pt x="7" y="4"/>
                    </a:cubicBezTo>
                    <a:cubicBezTo>
                      <a:pt x="9" y="4"/>
                      <a:pt x="10" y="6"/>
                      <a:pt x="10" y="8"/>
                    </a:cubicBezTo>
                    <a:cubicBezTo>
                      <a:pt x="10" y="9"/>
                      <a:pt x="9" y="11"/>
                      <a:pt x="7" y="11"/>
                    </a:cubicBezTo>
                    <a:cubicBezTo>
                      <a:pt x="5" y="11"/>
                      <a:pt x="4" y="9"/>
                      <a:pt x="4" y="8"/>
                    </a:cubicBezTo>
                    <a:cubicBezTo>
                      <a:pt x="2" y="8"/>
                      <a:pt x="2" y="8"/>
                      <a:pt x="2" y="8"/>
                    </a:cubicBezTo>
                    <a:cubicBezTo>
                      <a:pt x="0" y="8"/>
                      <a:pt x="0" y="8"/>
                      <a:pt x="0" y="8"/>
                    </a:cubicBezTo>
                    <a:cubicBezTo>
                      <a:pt x="0" y="11"/>
                      <a:pt x="3" y="15"/>
                      <a:pt x="7" y="15"/>
                    </a:cubicBezTo>
                    <a:cubicBezTo>
                      <a:pt x="11" y="15"/>
                      <a:pt x="14" y="11"/>
                      <a:pt x="14" y="8"/>
                    </a:cubicBezTo>
                    <a:cubicBezTo>
                      <a:pt x="14" y="4"/>
                      <a:pt x="11" y="0"/>
                      <a:pt x="7" y="0"/>
                    </a:cubicBezTo>
                    <a:cubicBezTo>
                      <a:pt x="3" y="0"/>
                      <a:pt x="0" y="4"/>
                      <a:pt x="0" y="8"/>
                    </a:cubicBezTo>
                    <a:lnTo>
                      <a:pt x="2"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71" name="Google Shape;871;p15"/>
              <p:cNvSpPr/>
              <p:nvPr/>
            </p:nvSpPr>
            <p:spPr>
              <a:xfrm>
                <a:off x="5311668" y="3507847"/>
                <a:ext cx="632979" cy="219516"/>
              </a:xfrm>
              <a:custGeom>
                <a:rect b="b" l="l" r="r" t="t"/>
                <a:pathLst>
                  <a:path extrusionOk="0" h="103" w="297">
                    <a:moveTo>
                      <a:pt x="0" y="4"/>
                    </a:moveTo>
                    <a:lnTo>
                      <a:pt x="39" y="4"/>
                    </a:lnTo>
                    <a:lnTo>
                      <a:pt x="115" y="79"/>
                    </a:lnTo>
                    <a:lnTo>
                      <a:pt x="270" y="79"/>
                    </a:lnTo>
                    <a:lnTo>
                      <a:pt x="294" y="103"/>
                    </a:lnTo>
                    <a:lnTo>
                      <a:pt x="297" y="100"/>
                    </a:lnTo>
                    <a:lnTo>
                      <a:pt x="272" y="75"/>
                    </a:lnTo>
                    <a:lnTo>
                      <a:pt x="117" y="75"/>
                    </a:lnTo>
                    <a:lnTo>
                      <a:pt x="41" y="0"/>
                    </a:lnTo>
                    <a:lnTo>
                      <a:pt x="0" y="0"/>
                    </a:lnTo>
                    <a:lnTo>
                      <a:pt x="0" y="4"/>
                    </a:lnTo>
                    <a:lnTo>
                      <a:pt x="0" y="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872" name="Google Shape;872;p15"/>
            <p:cNvGrpSpPr/>
            <p:nvPr/>
          </p:nvGrpSpPr>
          <p:grpSpPr>
            <a:xfrm rot="-5400000">
              <a:off x="7985115" y="-515155"/>
              <a:ext cx="1493520" cy="615774"/>
              <a:chOff x="5301012" y="396272"/>
              <a:chExt cx="935614" cy="385751"/>
            </a:xfrm>
          </p:grpSpPr>
          <p:sp>
            <p:nvSpPr>
              <p:cNvPr id="873" name="Google Shape;873;p15"/>
              <p:cNvSpPr/>
              <p:nvPr/>
            </p:nvSpPr>
            <p:spPr>
              <a:xfrm>
                <a:off x="6202525" y="396272"/>
                <a:ext cx="34100" cy="34099"/>
              </a:xfrm>
              <a:custGeom>
                <a:rect b="b" l="l" r="r" t="t"/>
                <a:pathLst>
                  <a:path extrusionOk="0" h="15" w="15">
                    <a:moveTo>
                      <a:pt x="13" y="8"/>
                    </a:moveTo>
                    <a:cubicBezTo>
                      <a:pt x="11" y="8"/>
                      <a:pt x="11" y="8"/>
                      <a:pt x="11" y="8"/>
                    </a:cubicBezTo>
                    <a:cubicBezTo>
                      <a:pt x="11" y="9"/>
                      <a:pt x="9" y="11"/>
                      <a:pt x="8" y="11"/>
                    </a:cubicBezTo>
                    <a:cubicBezTo>
                      <a:pt x="6" y="11"/>
                      <a:pt x="4" y="9"/>
                      <a:pt x="4" y="8"/>
                    </a:cubicBezTo>
                    <a:cubicBezTo>
                      <a:pt x="4" y="6"/>
                      <a:pt x="6" y="4"/>
                      <a:pt x="8" y="4"/>
                    </a:cubicBezTo>
                    <a:cubicBezTo>
                      <a:pt x="9" y="4"/>
                      <a:pt x="11" y="6"/>
                      <a:pt x="11" y="8"/>
                    </a:cubicBezTo>
                    <a:cubicBezTo>
                      <a:pt x="13" y="8"/>
                      <a:pt x="13" y="8"/>
                      <a:pt x="13" y="8"/>
                    </a:cubicBezTo>
                    <a:cubicBezTo>
                      <a:pt x="15" y="8"/>
                      <a:pt x="15" y="8"/>
                      <a:pt x="15" y="8"/>
                    </a:cubicBezTo>
                    <a:cubicBezTo>
                      <a:pt x="15" y="4"/>
                      <a:pt x="12" y="0"/>
                      <a:pt x="8" y="0"/>
                    </a:cubicBezTo>
                    <a:cubicBezTo>
                      <a:pt x="4" y="0"/>
                      <a:pt x="0" y="4"/>
                      <a:pt x="0" y="8"/>
                    </a:cubicBezTo>
                    <a:cubicBezTo>
                      <a:pt x="0" y="12"/>
                      <a:pt x="4" y="15"/>
                      <a:pt x="8" y="15"/>
                    </a:cubicBezTo>
                    <a:cubicBezTo>
                      <a:pt x="12" y="15"/>
                      <a:pt x="15" y="12"/>
                      <a:pt x="15" y="8"/>
                    </a:cubicBezTo>
                    <a:lnTo>
                      <a:pt x="13"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74" name="Google Shape;874;p15"/>
              <p:cNvSpPr/>
              <p:nvPr/>
            </p:nvSpPr>
            <p:spPr>
              <a:xfrm>
                <a:off x="5301012" y="750054"/>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6"/>
                      <a:pt x="5" y="4"/>
                      <a:pt x="7" y="4"/>
                    </a:cubicBezTo>
                    <a:cubicBezTo>
                      <a:pt x="9" y="4"/>
                      <a:pt x="10" y="6"/>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75" name="Google Shape;875;p15"/>
              <p:cNvSpPr/>
              <p:nvPr/>
            </p:nvSpPr>
            <p:spPr>
              <a:xfrm>
                <a:off x="5322324" y="426109"/>
                <a:ext cx="903645" cy="336732"/>
              </a:xfrm>
              <a:custGeom>
                <a:rect b="b" l="l" r="r" t="t"/>
                <a:pathLst>
                  <a:path extrusionOk="0" h="158" w="424">
                    <a:moveTo>
                      <a:pt x="419" y="0"/>
                    </a:moveTo>
                    <a:lnTo>
                      <a:pt x="419" y="51"/>
                    </a:lnTo>
                    <a:lnTo>
                      <a:pt x="388" y="82"/>
                    </a:lnTo>
                    <a:lnTo>
                      <a:pt x="72" y="82"/>
                    </a:lnTo>
                    <a:lnTo>
                      <a:pt x="0" y="154"/>
                    </a:lnTo>
                    <a:lnTo>
                      <a:pt x="3" y="158"/>
                    </a:lnTo>
                    <a:lnTo>
                      <a:pt x="74" y="86"/>
                    </a:lnTo>
                    <a:lnTo>
                      <a:pt x="390" y="86"/>
                    </a:lnTo>
                    <a:lnTo>
                      <a:pt x="424" y="53"/>
                    </a:lnTo>
                    <a:lnTo>
                      <a:pt x="424" y="0"/>
                    </a:lnTo>
                    <a:lnTo>
                      <a:pt x="419" y="0"/>
                    </a:lnTo>
                    <a:lnTo>
                      <a:pt x="419"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876" name="Google Shape;876;p15"/>
            <p:cNvGrpSpPr/>
            <p:nvPr/>
          </p:nvGrpSpPr>
          <p:grpSpPr>
            <a:xfrm rot="-5400000">
              <a:off x="2676115" y="5322495"/>
              <a:ext cx="1493520" cy="615774"/>
              <a:chOff x="5301012" y="396272"/>
              <a:chExt cx="935614" cy="385751"/>
            </a:xfrm>
          </p:grpSpPr>
          <p:sp>
            <p:nvSpPr>
              <p:cNvPr id="877" name="Google Shape;877;p15"/>
              <p:cNvSpPr/>
              <p:nvPr/>
            </p:nvSpPr>
            <p:spPr>
              <a:xfrm>
                <a:off x="6202525" y="396272"/>
                <a:ext cx="34100" cy="34099"/>
              </a:xfrm>
              <a:custGeom>
                <a:rect b="b" l="l" r="r" t="t"/>
                <a:pathLst>
                  <a:path extrusionOk="0" h="15" w="15">
                    <a:moveTo>
                      <a:pt x="13" y="8"/>
                    </a:moveTo>
                    <a:cubicBezTo>
                      <a:pt x="11" y="8"/>
                      <a:pt x="11" y="8"/>
                      <a:pt x="11" y="8"/>
                    </a:cubicBezTo>
                    <a:cubicBezTo>
                      <a:pt x="11" y="9"/>
                      <a:pt x="9" y="11"/>
                      <a:pt x="8" y="11"/>
                    </a:cubicBezTo>
                    <a:cubicBezTo>
                      <a:pt x="6" y="11"/>
                      <a:pt x="4" y="9"/>
                      <a:pt x="4" y="8"/>
                    </a:cubicBezTo>
                    <a:cubicBezTo>
                      <a:pt x="4" y="6"/>
                      <a:pt x="6" y="4"/>
                      <a:pt x="8" y="4"/>
                    </a:cubicBezTo>
                    <a:cubicBezTo>
                      <a:pt x="9" y="4"/>
                      <a:pt x="11" y="6"/>
                      <a:pt x="11" y="8"/>
                    </a:cubicBezTo>
                    <a:cubicBezTo>
                      <a:pt x="13" y="8"/>
                      <a:pt x="13" y="8"/>
                      <a:pt x="13" y="8"/>
                    </a:cubicBezTo>
                    <a:cubicBezTo>
                      <a:pt x="15" y="8"/>
                      <a:pt x="15" y="8"/>
                      <a:pt x="15" y="8"/>
                    </a:cubicBezTo>
                    <a:cubicBezTo>
                      <a:pt x="15" y="4"/>
                      <a:pt x="12" y="0"/>
                      <a:pt x="8" y="0"/>
                    </a:cubicBezTo>
                    <a:cubicBezTo>
                      <a:pt x="4" y="0"/>
                      <a:pt x="0" y="4"/>
                      <a:pt x="0" y="8"/>
                    </a:cubicBezTo>
                    <a:cubicBezTo>
                      <a:pt x="0" y="12"/>
                      <a:pt x="4" y="15"/>
                      <a:pt x="8" y="15"/>
                    </a:cubicBezTo>
                    <a:cubicBezTo>
                      <a:pt x="12" y="15"/>
                      <a:pt x="15" y="12"/>
                      <a:pt x="15" y="8"/>
                    </a:cubicBezTo>
                    <a:lnTo>
                      <a:pt x="13"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78" name="Google Shape;878;p15"/>
              <p:cNvSpPr/>
              <p:nvPr/>
            </p:nvSpPr>
            <p:spPr>
              <a:xfrm>
                <a:off x="5301012" y="750054"/>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6"/>
                      <a:pt x="5" y="4"/>
                      <a:pt x="7" y="4"/>
                    </a:cubicBezTo>
                    <a:cubicBezTo>
                      <a:pt x="9" y="4"/>
                      <a:pt x="10" y="6"/>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79" name="Google Shape;879;p15"/>
              <p:cNvSpPr/>
              <p:nvPr/>
            </p:nvSpPr>
            <p:spPr>
              <a:xfrm>
                <a:off x="5322324" y="426109"/>
                <a:ext cx="903645" cy="336732"/>
              </a:xfrm>
              <a:custGeom>
                <a:rect b="b" l="l" r="r" t="t"/>
                <a:pathLst>
                  <a:path extrusionOk="0" h="158" w="424">
                    <a:moveTo>
                      <a:pt x="419" y="0"/>
                    </a:moveTo>
                    <a:lnTo>
                      <a:pt x="419" y="51"/>
                    </a:lnTo>
                    <a:lnTo>
                      <a:pt x="388" y="82"/>
                    </a:lnTo>
                    <a:lnTo>
                      <a:pt x="72" y="82"/>
                    </a:lnTo>
                    <a:lnTo>
                      <a:pt x="0" y="154"/>
                    </a:lnTo>
                    <a:lnTo>
                      <a:pt x="3" y="158"/>
                    </a:lnTo>
                    <a:lnTo>
                      <a:pt x="74" y="86"/>
                    </a:lnTo>
                    <a:lnTo>
                      <a:pt x="390" y="86"/>
                    </a:lnTo>
                    <a:lnTo>
                      <a:pt x="424" y="53"/>
                    </a:lnTo>
                    <a:lnTo>
                      <a:pt x="424" y="0"/>
                    </a:lnTo>
                    <a:lnTo>
                      <a:pt x="419" y="0"/>
                    </a:lnTo>
                    <a:lnTo>
                      <a:pt x="419"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_2">
    <p:spTree>
      <p:nvGrpSpPr>
        <p:cNvPr id="880" name="Shape 880"/>
        <p:cNvGrpSpPr/>
        <p:nvPr/>
      </p:nvGrpSpPr>
      <p:grpSpPr>
        <a:xfrm>
          <a:off x="0" y="0"/>
          <a:ext cx="0" cy="0"/>
          <a:chOff x="0" y="0"/>
          <a:chExt cx="0" cy="0"/>
        </a:xfrm>
      </p:grpSpPr>
      <p:pic>
        <p:nvPicPr>
          <p:cNvPr id="881" name="Google Shape;881;p16"/>
          <p:cNvPicPr preferRelativeResize="0"/>
          <p:nvPr/>
        </p:nvPicPr>
        <p:blipFill rotWithShape="1">
          <a:blip r:embed="rId2">
            <a:alphaModFix/>
          </a:blip>
          <a:srcRect b="901" l="0" r="990" t="0"/>
          <a:stretch/>
        </p:blipFill>
        <p:spPr>
          <a:xfrm>
            <a:off x="0" y="0"/>
            <a:ext cx="9144003" cy="5143500"/>
          </a:xfrm>
          <a:prstGeom prst="rect">
            <a:avLst/>
          </a:prstGeom>
          <a:noFill/>
          <a:ln>
            <a:noFill/>
          </a:ln>
        </p:spPr>
      </p:pic>
      <p:sp>
        <p:nvSpPr>
          <p:cNvPr id="882" name="Google Shape;882;p1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grpSp>
        <p:nvGrpSpPr>
          <p:cNvPr id="883" name="Google Shape;883;p16"/>
          <p:cNvGrpSpPr/>
          <p:nvPr/>
        </p:nvGrpSpPr>
        <p:grpSpPr>
          <a:xfrm>
            <a:off x="-918810" y="-954029"/>
            <a:ext cx="10760625" cy="7331170"/>
            <a:chOff x="-918810" y="-954029"/>
            <a:chExt cx="10760625" cy="7331170"/>
          </a:xfrm>
        </p:grpSpPr>
        <p:grpSp>
          <p:nvGrpSpPr>
            <p:cNvPr id="884" name="Google Shape;884;p16"/>
            <p:cNvGrpSpPr/>
            <p:nvPr/>
          </p:nvGrpSpPr>
          <p:grpSpPr>
            <a:xfrm>
              <a:off x="-918810" y="186420"/>
              <a:ext cx="1493520" cy="615774"/>
              <a:chOff x="5301012" y="396272"/>
              <a:chExt cx="935614" cy="385751"/>
            </a:xfrm>
          </p:grpSpPr>
          <p:sp>
            <p:nvSpPr>
              <p:cNvPr id="885" name="Google Shape;885;p16"/>
              <p:cNvSpPr/>
              <p:nvPr/>
            </p:nvSpPr>
            <p:spPr>
              <a:xfrm>
                <a:off x="6202525" y="396272"/>
                <a:ext cx="34100" cy="34099"/>
              </a:xfrm>
              <a:custGeom>
                <a:rect b="b" l="l" r="r" t="t"/>
                <a:pathLst>
                  <a:path extrusionOk="0" h="15" w="15">
                    <a:moveTo>
                      <a:pt x="13" y="8"/>
                    </a:moveTo>
                    <a:cubicBezTo>
                      <a:pt x="11" y="8"/>
                      <a:pt x="11" y="8"/>
                      <a:pt x="11" y="8"/>
                    </a:cubicBezTo>
                    <a:cubicBezTo>
                      <a:pt x="11" y="9"/>
                      <a:pt x="9" y="11"/>
                      <a:pt x="8" y="11"/>
                    </a:cubicBezTo>
                    <a:cubicBezTo>
                      <a:pt x="6" y="11"/>
                      <a:pt x="4" y="9"/>
                      <a:pt x="4" y="8"/>
                    </a:cubicBezTo>
                    <a:cubicBezTo>
                      <a:pt x="4" y="6"/>
                      <a:pt x="6" y="4"/>
                      <a:pt x="8" y="4"/>
                    </a:cubicBezTo>
                    <a:cubicBezTo>
                      <a:pt x="9" y="4"/>
                      <a:pt x="11" y="6"/>
                      <a:pt x="11" y="8"/>
                    </a:cubicBezTo>
                    <a:cubicBezTo>
                      <a:pt x="13" y="8"/>
                      <a:pt x="13" y="8"/>
                      <a:pt x="13" y="8"/>
                    </a:cubicBezTo>
                    <a:cubicBezTo>
                      <a:pt x="15" y="8"/>
                      <a:pt x="15" y="8"/>
                      <a:pt x="15" y="8"/>
                    </a:cubicBezTo>
                    <a:cubicBezTo>
                      <a:pt x="15" y="4"/>
                      <a:pt x="12" y="0"/>
                      <a:pt x="8" y="0"/>
                    </a:cubicBezTo>
                    <a:cubicBezTo>
                      <a:pt x="4" y="0"/>
                      <a:pt x="0" y="4"/>
                      <a:pt x="0" y="8"/>
                    </a:cubicBezTo>
                    <a:cubicBezTo>
                      <a:pt x="0" y="12"/>
                      <a:pt x="4" y="15"/>
                      <a:pt x="8" y="15"/>
                    </a:cubicBezTo>
                    <a:cubicBezTo>
                      <a:pt x="12" y="15"/>
                      <a:pt x="15" y="12"/>
                      <a:pt x="15" y="8"/>
                    </a:cubicBezTo>
                    <a:lnTo>
                      <a:pt x="13"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86" name="Google Shape;886;p16"/>
              <p:cNvSpPr/>
              <p:nvPr/>
            </p:nvSpPr>
            <p:spPr>
              <a:xfrm>
                <a:off x="5301012" y="750054"/>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6"/>
                      <a:pt x="5" y="4"/>
                      <a:pt x="7" y="4"/>
                    </a:cubicBezTo>
                    <a:cubicBezTo>
                      <a:pt x="9" y="4"/>
                      <a:pt x="10" y="6"/>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87" name="Google Shape;887;p16"/>
              <p:cNvSpPr/>
              <p:nvPr/>
            </p:nvSpPr>
            <p:spPr>
              <a:xfrm>
                <a:off x="5322324" y="426109"/>
                <a:ext cx="903645" cy="336732"/>
              </a:xfrm>
              <a:custGeom>
                <a:rect b="b" l="l" r="r" t="t"/>
                <a:pathLst>
                  <a:path extrusionOk="0" h="158" w="424">
                    <a:moveTo>
                      <a:pt x="419" y="0"/>
                    </a:moveTo>
                    <a:lnTo>
                      <a:pt x="419" y="51"/>
                    </a:lnTo>
                    <a:lnTo>
                      <a:pt x="388" y="82"/>
                    </a:lnTo>
                    <a:lnTo>
                      <a:pt x="72" y="82"/>
                    </a:lnTo>
                    <a:lnTo>
                      <a:pt x="0" y="154"/>
                    </a:lnTo>
                    <a:lnTo>
                      <a:pt x="3" y="158"/>
                    </a:lnTo>
                    <a:lnTo>
                      <a:pt x="74" y="86"/>
                    </a:lnTo>
                    <a:lnTo>
                      <a:pt x="390" y="86"/>
                    </a:lnTo>
                    <a:lnTo>
                      <a:pt x="424" y="53"/>
                    </a:lnTo>
                    <a:lnTo>
                      <a:pt x="424" y="0"/>
                    </a:lnTo>
                    <a:lnTo>
                      <a:pt x="419" y="0"/>
                    </a:lnTo>
                    <a:lnTo>
                      <a:pt x="419"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888" name="Google Shape;888;p16"/>
            <p:cNvGrpSpPr/>
            <p:nvPr/>
          </p:nvGrpSpPr>
          <p:grpSpPr>
            <a:xfrm>
              <a:off x="7684905" y="4712283"/>
              <a:ext cx="2156910" cy="506908"/>
              <a:chOff x="4891825" y="3495059"/>
              <a:chExt cx="1351193" cy="317552"/>
            </a:xfrm>
          </p:grpSpPr>
          <p:sp>
            <p:nvSpPr>
              <p:cNvPr id="889" name="Google Shape;889;p16"/>
              <p:cNvSpPr/>
              <p:nvPr/>
            </p:nvSpPr>
            <p:spPr>
              <a:xfrm>
                <a:off x="6208918" y="3706050"/>
                <a:ext cx="34100" cy="31969"/>
              </a:xfrm>
              <a:custGeom>
                <a:rect b="b" l="l" r="r" t="t"/>
                <a:pathLst>
                  <a:path extrusionOk="0" h="15" w="15">
                    <a:moveTo>
                      <a:pt x="2" y="7"/>
                    </a:moveTo>
                    <a:cubicBezTo>
                      <a:pt x="4" y="7"/>
                      <a:pt x="4" y="7"/>
                      <a:pt x="4" y="7"/>
                    </a:cubicBezTo>
                    <a:cubicBezTo>
                      <a:pt x="4" y="6"/>
                      <a:pt x="6" y="4"/>
                      <a:pt x="8" y="4"/>
                    </a:cubicBezTo>
                    <a:cubicBezTo>
                      <a:pt x="9" y="4"/>
                      <a:pt x="11" y="6"/>
                      <a:pt x="11" y="7"/>
                    </a:cubicBezTo>
                    <a:cubicBezTo>
                      <a:pt x="11" y="9"/>
                      <a:pt x="9" y="11"/>
                      <a:pt x="8" y="11"/>
                    </a:cubicBezTo>
                    <a:cubicBezTo>
                      <a:pt x="6" y="11"/>
                      <a:pt x="4" y="9"/>
                      <a:pt x="4" y="7"/>
                    </a:cubicBezTo>
                    <a:cubicBezTo>
                      <a:pt x="2" y="7"/>
                      <a:pt x="2" y="7"/>
                      <a:pt x="2" y="7"/>
                    </a:cubicBezTo>
                    <a:cubicBezTo>
                      <a:pt x="0" y="7"/>
                      <a:pt x="0" y="7"/>
                      <a:pt x="0" y="7"/>
                    </a:cubicBezTo>
                    <a:cubicBezTo>
                      <a:pt x="0" y="11"/>
                      <a:pt x="4" y="15"/>
                      <a:pt x="8" y="15"/>
                    </a:cubicBezTo>
                    <a:cubicBezTo>
                      <a:pt x="12" y="15"/>
                      <a:pt x="15" y="11"/>
                      <a:pt x="15" y="7"/>
                    </a:cubicBezTo>
                    <a:cubicBezTo>
                      <a:pt x="15" y="3"/>
                      <a:pt x="12" y="0"/>
                      <a:pt x="8" y="0"/>
                    </a:cubicBezTo>
                    <a:cubicBezTo>
                      <a:pt x="4" y="0"/>
                      <a:pt x="0" y="3"/>
                      <a:pt x="0" y="7"/>
                    </a:cubicBezTo>
                    <a:lnTo>
                      <a:pt x="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90" name="Google Shape;890;p16"/>
              <p:cNvSpPr/>
              <p:nvPr/>
            </p:nvSpPr>
            <p:spPr>
              <a:xfrm>
                <a:off x="4891825" y="3584575"/>
                <a:ext cx="29825" cy="29825"/>
              </a:xfrm>
              <a:custGeom>
                <a:rect b="b" l="l" r="r" t="t"/>
                <a:pathLst>
                  <a:path extrusionOk="0" h="14" w="15">
                    <a:moveTo>
                      <a:pt x="2" y="7"/>
                    </a:moveTo>
                    <a:cubicBezTo>
                      <a:pt x="4" y="7"/>
                      <a:pt x="4" y="7"/>
                      <a:pt x="4" y="7"/>
                    </a:cubicBezTo>
                    <a:cubicBezTo>
                      <a:pt x="4" y="5"/>
                      <a:pt x="6" y="4"/>
                      <a:pt x="7" y="4"/>
                    </a:cubicBezTo>
                    <a:cubicBezTo>
                      <a:pt x="9" y="4"/>
                      <a:pt x="11" y="5"/>
                      <a:pt x="11" y="7"/>
                    </a:cubicBezTo>
                    <a:cubicBezTo>
                      <a:pt x="11" y="9"/>
                      <a:pt x="9" y="10"/>
                      <a:pt x="7" y="10"/>
                    </a:cubicBezTo>
                    <a:cubicBezTo>
                      <a:pt x="6" y="10"/>
                      <a:pt x="4" y="9"/>
                      <a:pt x="4" y="7"/>
                    </a:cubicBezTo>
                    <a:cubicBezTo>
                      <a:pt x="2" y="7"/>
                      <a:pt x="2" y="7"/>
                      <a:pt x="2" y="7"/>
                    </a:cubicBezTo>
                    <a:cubicBezTo>
                      <a:pt x="0" y="7"/>
                      <a:pt x="0" y="7"/>
                      <a:pt x="0" y="7"/>
                    </a:cubicBezTo>
                    <a:cubicBezTo>
                      <a:pt x="0" y="11"/>
                      <a:pt x="3" y="14"/>
                      <a:pt x="7" y="14"/>
                    </a:cubicBezTo>
                    <a:cubicBezTo>
                      <a:pt x="11" y="14"/>
                      <a:pt x="15" y="11"/>
                      <a:pt x="15" y="7"/>
                    </a:cubicBezTo>
                    <a:cubicBezTo>
                      <a:pt x="15" y="3"/>
                      <a:pt x="11" y="0"/>
                      <a:pt x="7" y="0"/>
                    </a:cubicBezTo>
                    <a:cubicBezTo>
                      <a:pt x="3" y="0"/>
                      <a:pt x="0" y="3"/>
                      <a:pt x="0" y="7"/>
                    </a:cubicBezTo>
                    <a:lnTo>
                      <a:pt x="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91" name="Google Shape;891;p16"/>
              <p:cNvSpPr/>
              <p:nvPr/>
            </p:nvSpPr>
            <p:spPr>
              <a:xfrm>
                <a:off x="4917389" y="3595227"/>
                <a:ext cx="1295792" cy="217384"/>
              </a:xfrm>
              <a:custGeom>
                <a:rect b="b" l="l" r="r" t="t"/>
                <a:pathLst>
                  <a:path extrusionOk="0" h="102" w="608">
                    <a:moveTo>
                      <a:pt x="0" y="4"/>
                    </a:moveTo>
                    <a:lnTo>
                      <a:pt x="207" y="4"/>
                    </a:lnTo>
                    <a:lnTo>
                      <a:pt x="305" y="102"/>
                    </a:lnTo>
                    <a:lnTo>
                      <a:pt x="498" y="102"/>
                    </a:lnTo>
                    <a:lnTo>
                      <a:pt x="539" y="61"/>
                    </a:lnTo>
                    <a:lnTo>
                      <a:pt x="608" y="61"/>
                    </a:lnTo>
                    <a:lnTo>
                      <a:pt x="608" y="57"/>
                    </a:lnTo>
                    <a:lnTo>
                      <a:pt x="537" y="57"/>
                    </a:lnTo>
                    <a:lnTo>
                      <a:pt x="497" y="98"/>
                    </a:lnTo>
                    <a:lnTo>
                      <a:pt x="307" y="98"/>
                    </a:lnTo>
                    <a:lnTo>
                      <a:pt x="210" y="0"/>
                    </a:lnTo>
                    <a:lnTo>
                      <a:pt x="0" y="0"/>
                    </a:lnTo>
                    <a:lnTo>
                      <a:pt x="0" y="4"/>
                    </a:lnTo>
                    <a:lnTo>
                      <a:pt x="0" y="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92" name="Google Shape;892;p16"/>
              <p:cNvSpPr/>
              <p:nvPr/>
            </p:nvSpPr>
            <p:spPr>
              <a:xfrm>
                <a:off x="5933990" y="3716706"/>
                <a:ext cx="31969" cy="34099"/>
              </a:xfrm>
              <a:custGeom>
                <a:rect b="b" l="l" r="r" t="t"/>
                <a:pathLst>
                  <a:path extrusionOk="0" h="15" w="14">
                    <a:moveTo>
                      <a:pt x="2" y="8"/>
                    </a:moveTo>
                    <a:cubicBezTo>
                      <a:pt x="4" y="8"/>
                      <a:pt x="4" y="8"/>
                      <a:pt x="4" y="8"/>
                    </a:cubicBezTo>
                    <a:cubicBezTo>
                      <a:pt x="4" y="6"/>
                      <a:pt x="5" y="4"/>
                      <a:pt x="7" y="4"/>
                    </a:cubicBezTo>
                    <a:cubicBezTo>
                      <a:pt x="8" y="4"/>
                      <a:pt x="10" y="6"/>
                      <a:pt x="10" y="8"/>
                    </a:cubicBezTo>
                    <a:cubicBezTo>
                      <a:pt x="10" y="9"/>
                      <a:pt x="8" y="11"/>
                      <a:pt x="7" y="11"/>
                    </a:cubicBezTo>
                    <a:cubicBezTo>
                      <a:pt x="5" y="11"/>
                      <a:pt x="4" y="9"/>
                      <a:pt x="4" y="8"/>
                    </a:cubicBezTo>
                    <a:cubicBezTo>
                      <a:pt x="2" y="8"/>
                      <a:pt x="2" y="8"/>
                      <a:pt x="2" y="8"/>
                    </a:cubicBezTo>
                    <a:cubicBezTo>
                      <a:pt x="0" y="8"/>
                      <a:pt x="0" y="8"/>
                      <a:pt x="0" y="8"/>
                    </a:cubicBezTo>
                    <a:cubicBezTo>
                      <a:pt x="0" y="11"/>
                      <a:pt x="3" y="15"/>
                      <a:pt x="7" y="15"/>
                    </a:cubicBezTo>
                    <a:cubicBezTo>
                      <a:pt x="11" y="15"/>
                      <a:pt x="14" y="11"/>
                      <a:pt x="14" y="8"/>
                    </a:cubicBezTo>
                    <a:cubicBezTo>
                      <a:pt x="14" y="4"/>
                      <a:pt x="11" y="0"/>
                      <a:pt x="7" y="0"/>
                    </a:cubicBezTo>
                    <a:cubicBezTo>
                      <a:pt x="3" y="0"/>
                      <a:pt x="0" y="4"/>
                      <a:pt x="0" y="8"/>
                    </a:cubicBezTo>
                    <a:lnTo>
                      <a:pt x="2"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93" name="Google Shape;893;p16"/>
              <p:cNvSpPr/>
              <p:nvPr/>
            </p:nvSpPr>
            <p:spPr>
              <a:xfrm>
                <a:off x="5286094" y="3495059"/>
                <a:ext cx="29837" cy="31969"/>
              </a:xfrm>
              <a:custGeom>
                <a:rect b="b" l="l" r="r" t="t"/>
                <a:pathLst>
                  <a:path extrusionOk="0" h="15" w="14">
                    <a:moveTo>
                      <a:pt x="2" y="8"/>
                    </a:moveTo>
                    <a:cubicBezTo>
                      <a:pt x="4" y="8"/>
                      <a:pt x="4" y="8"/>
                      <a:pt x="4" y="8"/>
                    </a:cubicBezTo>
                    <a:cubicBezTo>
                      <a:pt x="4" y="6"/>
                      <a:pt x="5" y="4"/>
                      <a:pt x="7" y="4"/>
                    </a:cubicBezTo>
                    <a:cubicBezTo>
                      <a:pt x="9" y="4"/>
                      <a:pt x="10" y="6"/>
                      <a:pt x="10" y="8"/>
                    </a:cubicBezTo>
                    <a:cubicBezTo>
                      <a:pt x="10" y="9"/>
                      <a:pt x="9" y="11"/>
                      <a:pt x="7" y="11"/>
                    </a:cubicBezTo>
                    <a:cubicBezTo>
                      <a:pt x="5" y="11"/>
                      <a:pt x="4" y="9"/>
                      <a:pt x="4" y="8"/>
                    </a:cubicBezTo>
                    <a:cubicBezTo>
                      <a:pt x="2" y="8"/>
                      <a:pt x="2" y="8"/>
                      <a:pt x="2" y="8"/>
                    </a:cubicBezTo>
                    <a:cubicBezTo>
                      <a:pt x="0" y="8"/>
                      <a:pt x="0" y="8"/>
                      <a:pt x="0" y="8"/>
                    </a:cubicBezTo>
                    <a:cubicBezTo>
                      <a:pt x="0" y="11"/>
                      <a:pt x="3" y="15"/>
                      <a:pt x="7" y="15"/>
                    </a:cubicBezTo>
                    <a:cubicBezTo>
                      <a:pt x="11" y="15"/>
                      <a:pt x="14" y="11"/>
                      <a:pt x="14" y="8"/>
                    </a:cubicBezTo>
                    <a:cubicBezTo>
                      <a:pt x="14" y="4"/>
                      <a:pt x="11" y="0"/>
                      <a:pt x="7" y="0"/>
                    </a:cubicBezTo>
                    <a:cubicBezTo>
                      <a:pt x="3" y="0"/>
                      <a:pt x="0" y="4"/>
                      <a:pt x="0" y="8"/>
                    </a:cubicBezTo>
                    <a:lnTo>
                      <a:pt x="2"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94" name="Google Shape;894;p16"/>
              <p:cNvSpPr/>
              <p:nvPr/>
            </p:nvSpPr>
            <p:spPr>
              <a:xfrm>
                <a:off x="5311668" y="3507847"/>
                <a:ext cx="632979" cy="219516"/>
              </a:xfrm>
              <a:custGeom>
                <a:rect b="b" l="l" r="r" t="t"/>
                <a:pathLst>
                  <a:path extrusionOk="0" h="103" w="297">
                    <a:moveTo>
                      <a:pt x="0" y="4"/>
                    </a:moveTo>
                    <a:lnTo>
                      <a:pt x="39" y="4"/>
                    </a:lnTo>
                    <a:lnTo>
                      <a:pt x="115" y="79"/>
                    </a:lnTo>
                    <a:lnTo>
                      <a:pt x="270" y="79"/>
                    </a:lnTo>
                    <a:lnTo>
                      <a:pt x="294" y="103"/>
                    </a:lnTo>
                    <a:lnTo>
                      <a:pt x="297" y="100"/>
                    </a:lnTo>
                    <a:lnTo>
                      <a:pt x="272" y="75"/>
                    </a:lnTo>
                    <a:lnTo>
                      <a:pt x="117" y="75"/>
                    </a:lnTo>
                    <a:lnTo>
                      <a:pt x="41" y="0"/>
                    </a:lnTo>
                    <a:lnTo>
                      <a:pt x="0" y="0"/>
                    </a:lnTo>
                    <a:lnTo>
                      <a:pt x="0" y="4"/>
                    </a:lnTo>
                    <a:lnTo>
                      <a:pt x="0" y="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895" name="Google Shape;895;p16"/>
            <p:cNvGrpSpPr/>
            <p:nvPr/>
          </p:nvGrpSpPr>
          <p:grpSpPr>
            <a:xfrm rot="-5400000">
              <a:off x="7985115" y="-515155"/>
              <a:ext cx="1493520" cy="615774"/>
              <a:chOff x="5301012" y="396272"/>
              <a:chExt cx="935614" cy="385751"/>
            </a:xfrm>
          </p:grpSpPr>
          <p:sp>
            <p:nvSpPr>
              <p:cNvPr id="896" name="Google Shape;896;p16"/>
              <p:cNvSpPr/>
              <p:nvPr/>
            </p:nvSpPr>
            <p:spPr>
              <a:xfrm>
                <a:off x="6202525" y="396272"/>
                <a:ext cx="34100" cy="34099"/>
              </a:xfrm>
              <a:custGeom>
                <a:rect b="b" l="l" r="r" t="t"/>
                <a:pathLst>
                  <a:path extrusionOk="0" h="15" w="15">
                    <a:moveTo>
                      <a:pt x="13" y="8"/>
                    </a:moveTo>
                    <a:cubicBezTo>
                      <a:pt x="11" y="8"/>
                      <a:pt x="11" y="8"/>
                      <a:pt x="11" y="8"/>
                    </a:cubicBezTo>
                    <a:cubicBezTo>
                      <a:pt x="11" y="9"/>
                      <a:pt x="9" y="11"/>
                      <a:pt x="8" y="11"/>
                    </a:cubicBezTo>
                    <a:cubicBezTo>
                      <a:pt x="6" y="11"/>
                      <a:pt x="4" y="9"/>
                      <a:pt x="4" y="8"/>
                    </a:cubicBezTo>
                    <a:cubicBezTo>
                      <a:pt x="4" y="6"/>
                      <a:pt x="6" y="4"/>
                      <a:pt x="8" y="4"/>
                    </a:cubicBezTo>
                    <a:cubicBezTo>
                      <a:pt x="9" y="4"/>
                      <a:pt x="11" y="6"/>
                      <a:pt x="11" y="8"/>
                    </a:cubicBezTo>
                    <a:cubicBezTo>
                      <a:pt x="13" y="8"/>
                      <a:pt x="13" y="8"/>
                      <a:pt x="13" y="8"/>
                    </a:cubicBezTo>
                    <a:cubicBezTo>
                      <a:pt x="15" y="8"/>
                      <a:pt x="15" y="8"/>
                      <a:pt x="15" y="8"/>
                    </a:cubicBezTo>
                    <a:cubicBezTo>
                      <a:pt x="15" y="4"/>
                      <a:pt x="12" y="0"/>
                      <a:pt x="8" y="0"/>
                    </a:cubicBezTo>
                    <a:cubicBezTo>
                      <a:pt x="4" y="0"/>
                      <a:pt x="0" y="4"/>
                      <a:pt x="0" y="8"/>
                    </a:cubicBezTo>
                    <a:cubicBezTo>
                      <a:pt x="0" y="12"/>
                      <a:pt x="4" y="15"/>
                      <a:pt x="8" y="15"/>
                    </a:cubicBezTo>
                    <a:cubicBezTo>
                      <a:pt x="12" y="15"/>
                      <a:pt x="15" y="12"/>
                      <a:pt x="15" y="8"/>
                    </a:cubicBezTo>
                    <a:lnTo>
                      <a:pt x="13"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97" name="Google Shape;897;p16"/>
              <p:cNvSpPr/>
              <p:nvPr/>
            </p:nvSpPr>
            <p:spPr>
              <a:xfrm>
                <a:off x="5301012" y="750054"/>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6"/>
                      <a:pt x="5" y="4"/>
                      <a:pt x="7" y="4"/>
                    </a:cubicBezTo>
                    <a:cubicBezTo>
                      <a:pt x="9" y="4"/>
                      <a:pt x="10" y="6"/>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98" name="Google Shape;898;p16"/>
              <p:cNvSpPr/>
              <p:nvPr/>
            </p:nvSpPr>
            <p:spPr>
              <a:xfrm>
                <a:off x="5322324" y="426109"/>
                <a:ext cx="903645" cy="336732"/>
              </a:xfrm>
              <a:custGeom>
                <a:rect b="b" l="l" r="r" t="t"/>
                <a:pathLst>
                  <a:path extrusionOk="0" h="158" w="424">
                    <a:moveTo>
                      <a:pt x="419" y="0"/>
                    </a:moveTo>
                    <a:lnTo>
                      <a:pt x="419" y="51"/>
                    </a:lnTo>
                    <a:lnTo>
                      <a:pt x="388" y="82"/>
                    </a:lnTo>
                    <a:lnTo>
                      <a:pt x="72" y="82"/>
                    </a:lnTo>
                    <a:lnTo>
                      <a:pt x="0" y="154"/>
                    </a:lnTo>
                    <a:lnTo>
                      <a:pt x="3" y="158"/>
                    </a:lnTo>
                    <a:lnTo>
                      <a:pt x="74" y="86"/>
                    </a:lnTo>
                    <a:lnTo>
                      <a:pt x="390" y="86"/>
                    </a:lnTo>
                    <a:lnTo>
                      <a:pt x="424" y="53"/>
                    </a:lnTo>
                    <a:lnTo>
                      <a:pt x="424" y="0"/>
                    </a:lnTo>
                    <a:lnTo>
                      <a:pt x="419" y="0"/>
                    </a:lnTo>
                    <a:lnTo>
                      <a:pt x="419"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899" name="Google Shape;899;p16"/>
            <p:cNvGrpSpPr/>
            <p:nvPr/>
          </p:nvGrpSpPr>
          <p:grpSpPr>
            <a:xfrm rot="-5400000">
              <a:off x="2676115" y="5322495"/>
              <a:ext cx="1493520" cy="615774"/>
              <a:chOff x="5301012" y="396272"/>
              <a:chExt cx="935614" cy="385751"/>
            </a:xfrm>
          </p:grpSpPr>
          <p:sp>
            <p:nvSpPr>
              <p:cNvPr id="900" name="Google Shape;900;p16"/>
              <p:cNvSpPr/>
              <p:nvPr/>
            </p:nvSpPr>
            <p:spPr>
              <a:xfrm>
                <a:off x="6202525" y="396272"/>
                <a:ext cx="34100" cy="34099"/>
              </a:xfrm>
              <a:custGeom>
                <a:rect b="b" l="l" r="r" t="t"/>
                <a:pathLst>
                  <a:path extrusionOk="0" h="15" w="15">
                    <a:moveTo>
                      <a:pt x="13" y="8"/>
                    </a:moveTo>
                    <a:cubicBezTo>
                      <a:pt x="11" y="8"/>
                      <a:pt x="11" y="8"/>
                      <a:pt x="11" y="8"/>
                    </a:cubicBezTo>
                    <a:cubicBezTo>
                      <a:pt x="11" y="9"/>
                      <a:pt x="9" y="11"/>
                      <a:pt x="8" y="11"/>
                    </a:cubicBezTo>
                    <a:cubicBezTo>
                      <a:pt x="6" y="11"/>
                      <a:pt x="4" y="9"/>
                      <a:pt x="4" y="8"/>
                    </a:cubicBezTo>
                    <a:cubicBezTo>
                      <a:pt x="4" y="6"/>
                      <a:pt x="6" y="4"/>
                      <a:pt x="8" y="4"/>
                    </a:cubicBezTo>
                    <a:cubicBezTo>
                      <a:pt x="9" y="4"/>
                      <a:pt x="11" y="6"/>
                      <a:pt x="11" y="8"/>
                    </a:cubicBezTo>
                    <a:cubicBezTo>
                      <a:pt x="13" y="8"/>
                      <a:pt x="13" y="8"/>
                      <a:pt x="13" y="8"/>
                    </a:cubicBezTo>
                    <a:cubicBezTo>
                      <a:pt x="15" y="8"/>
                      <a:pt x="15" y="8"/>
                      <a:pt x="15" y="8"/>
                    </a:cubicBezTo>
                    <a:cubicBezTo>
                      <a:pt x="15" y="4"/>
                      <a:pt x="12" y="0"/>
                      <a:pt x="8" y="0"/>
                    </a:cubicBezTo>
                    <a:cubicBezTo>
                      <a:pt x="4" y="0"/>
                      <a:pt x="0" y="4"/>
                      <a:pt x="0" y="8"/>
                    </a:cubicBezTo>
                    <a:cubicBezTo>
                      <a:pt x="0" y="12"/>
                      <a:pt x="4" y="15"/>
                      <a:pt x="8" y="15"/>
                    </a:cubicBezTo>
                    <a:cubicBezTo>
                      <a:pt x="12" y="15"/>
                      <a:pt x="15" y="12"/>
                      <a:pt x="15" y="8"/>
                    </a:cubicBezTo>
                    <a:lnTo>
                      <a:pt x="13"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1" name="Google Shape;901;p16"/>
              <p:cNvSpPr/>
              <p:nvPr/>
            </p:nvSpPr>
            <p:spPr>
              <a:xfrm>
                <a:off x="5301012" y="750054"/>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6"/>
                      <a:pt x="5" y="4"/>
                      <a:pt x="7" y="4"/>
                    </a:cubicBezTo>
                    <a:cubicBezTo>
                      <a:pt x="9" y="4"/>
                      <a:pt x="10" y="6"/>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2" name="Google Shape;902;p16"/>
              <p:cNvSpPr/>
              <p:nvPr/>
            </p:nvSpPr>
            <p:spPr>
              <a:xfrm>
                <a:off x="5322324" y="426109"/>
                <a:ext cx="903645" cy="336732"/>
              </a:xfrm>
              <a:custGeom>
                <a:rect b="b" l="l" r="r" t="t"/>
                <a:pathLst>
                  <a:path extrusionOk="0" h="158" w="424">
                    <a:moveTo>
                      <a:pt x="419" y="0"/>
                    </a:moveTo>
                    <a:lnTo>
                      <a:pt x="419" y="51"/>
                    </a:lnTo>
                    <a:lnTo>
                      <a:pt x="388" y="82"/>
                    </a:lnTo>
                    <a:lnTo>
                      <a:pt x="72" y="82"/>
                    </a:lnTo>
                    <a:lnTo>
                      <a:pt x="0" y="154"/>
                    </a:lnTo>
                    <a:lnTo>
                      <a:pt x="3" y="158"/>
                    </a:lnTo>
                    <a:lnTo>
                      <a:pt x="74" y="86"/>
                    </a:lnTo>
                    <a:lnTo>
                      <a:pt x="390" y="86"/>
                    </a:lnTo>
                    <a:lnTo>
                      <a:pt x="424" y="53"/>
                    </a:lnTo>
                    <a:lnTo>
                      <a:pt x="424" y="0"/>
                    </a:lnTo>
                    <a:lnTo>
                      <a:pt x="419" y="0"/>
                    </a:lnTo>
                    <a:lnTo>
                      <a:pt x="419"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903" name="Google Shape;903;p16"/>
          <p:cNvGrpSpPr/>
          <p:nvPr/>
        </p:nvGrpSpPr>
        <p:grpSpPr>
          <a:xfrm rot="10800000">
            <a:off x="-1203475" y="-1091289"/>
            <a:ext cx="11678150" cy="7308000"/>
            <a:chOff x="-1203475" y="-1159175"/>
            <a:chExt cx="11678150" cy="7308000"/>
          </a:xfrm>
        </p:grpSpPr>
        <p:sp>
          <p:nvSpPr>
            <p:cNvPr id="904" name="Google Shape;904;p16"/>
            <p:cNvSpPr/>
            <p:nvPr/>
          </p:nvSpPr>
          <p:spPr>
            <a:xfrm>
              <a:off x="-850925" y="723600"/>
              <a:ext cx="1417200" cy="10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905" name="Google Shape;905;p16"/>
            <p:cNvSpPr/>
            <p:nvPr/>
          </p:nvSpPr>
          <p:spPr>
            <a:xfrm>
              <a:off x="-1203475" y="970035"/>
              <a:ext cx="1417200" cy="10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906" name="Google Shape;906;p16"/>
            <p:cNvSpPr/>
            <p:nvPr/>
          </p:nvSpPr>
          <p:spPr>
            <a:xfrm rot="5400000">
              <a:off x="806525" y="5387125"/>
              <a:ext cx="1417200" cy="10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907" name="Google Shape;907;p16"/>
            <p:cNvSpPr/>
            <p:nvPr/>
          </p:nvSpPr>
          <p:spPr>
            <a:xfrm rot="5400000">
              <a:off x="7409450" y="-503675"/>
              <a:ext cx="1417200" cy="10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908" name="Google Shape;908;p16"/>
            <p:cNvSpPr/>
            <p:nvPr/>
          </p:nvSpPr>
          <p:spPr>
            <a:xfrm rot="10800000">
              <a:off x="8793375" y="2523174"/>
              <a:ext cx="1417200" cy="106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909" name="Google Shape;909;p16"/>
            <p:cNvSpPr/>
            <p:nvPr/>
          </p:nvSpPr>
          <p:spPr>
            <a:xfrm rot="10800000">
              <a:off x="9057475" y="2275925"/>
              <a:ext cx="1417200" cy="106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910" name="Google Shape;910;p16"/>
          <p:cNvGrpSpPr/>
          <p:nvPr/>
        </p:nvGrpSpPr>
        <p:grpSpPr>
          <a:xfrm>
            <a:off x="369575" y="271165"/>
            <a:ext cx="8594413" cy="4761123"/>
            <a:chOff x="369575" y="271165"/>
            <a:chExt cx="8594413" cy="4761123"/>
          </a:xfrm>
        </p:grpSpPr>
        <p:grpSp>
          <p:nvGrpSpPr>
            <p:cNvPr id="911" name="Google Shape;911;p16"/>
            <p:cNvGrpSpPr/>
            <p:nvPr/>
          </p:nvGrpSpPr>
          <p:grpSpPr>
            <a:xfrm flipH="1" rot="10800000">
              <a:off x="369575" y="3736113"/>
              <a:ext cx="130200" cy="126125"/>
              <a:chOff x="3935725" y="167575"/>
              <a:chExt cx="130200" cy="126125"/>
            </a:xfrm>
          </p:grpSpPr>
          <p:sp>
            <p:nvSpPr>
              <p:cNvPr id="912" name="Google Shape;912;p16"/>
              <p:cNvSpPr/>
              <p:nvPr/>
            </p:nvSpPr>
            <p:spPr>
              <a:xfrm>
                <a:off x="3935725" y="167575"/>
                <a:ext cx="65100" cy="56400"/>
              </a:xfrm>
              <a:prstGeom prst="hexagon">
                <a:avLst>
                  <a:gd fmla="val 25000" name="adj"/>
                  <a:gd fmla="val 115470" name="vf"/>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913" name="Google Shape;913;p16"/>
              <p:cNvSpPr/>
              <p:nvPr/>
            </p:nvSpPr>
            <p:spPr>
              <a:xfrm>
                <a:off x="4000825" y="201775"/>
                <a:ext cx="65100" cy="56400"/>
              </a:xfrm>
              <a:prstGeom prst="hexagon">
                <a:avLst>
                  <a:gd fmla="val 25000" name="adj"/>
                  <a:gd fmla="val 115470" name="vf"/>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914" name="Google Shape;914;p16"/>
              <p:cNvSpPr/>
              <p:nvPr/>
            </p:nvSpPr>
            <p:spPr>
              <a:xfrm>
                <a:off x="3935725" y="237300"/>
                <a:ext cx="65100" cy="56400"/>
              </a:xfrm>
              <a:prstGeom prst="hexagon">
                <a:avLst>
                  <a:gd fmla="val 25000" name="adj"/>
                  <a:gd fmla="val 115470" name="vf"/>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915" name="Google Shape;915;p16"/>
            <p:cNvGrpSpPr/>
            <p:nvPr/>
          </p:nvGrpSpPr>
          <p:grpSpPr>
            <a:xfrm flipH="1" rot="10800000">
              <a:off x="6713629" y="4913215"/>
              <a:ext cx="449076" cy="119073"/>
              <a:chOff x="6173265" y="2528990"/>
              <a:chExt cx="281323" cy="74593"/>
            </a:xfrm>
          </p:grpSpPr>
          <p:sp>
            <p:nvSpPr>
              <p:cNvPr id="916" name="Google Shape;916;p16"/>
              <p:cNvSpPr/>
              <p:nvPr/>
            </p:nvSpPr>
            <p:spPr>
              <a:xfrm>
                <a:off x="6411963" y="2528990"/>
                <a:ext cx="42625" cy="74593"/>
              </a:xfrm>
              <a:custGeom>
                <a:rect b="b" l="l" r="r" t="t"/>
                <a:pathLst>
                  <a:path extrusionOk="0" h="35" w="2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17" name="Google Shape;917;p16"/>
              <p:cNvSpPr/>
              <p:nvPr/>
            </p:nvSpPr>
            <p:spPr>
              <a:xfrm>
                <a:off x="6350158" y="2528990"/>
                <a:ext cx="44757" cy="74593"/>
              </a:xfrm>
              <a:custGeom>
                <a:rect b="b" l="l" r="r" t="t"/>
                <a:pathLst>
                  <a:path extrusionOk="0" h="35" w="21">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18" name="Google Shape;918;p16"/>
              <p:cNvSpPr/>
              <p:nvPr/>
            </p:nvSpPr>
            <p:spPr>
              <a:xfrm>
                <a:off x="6292614" y="2528990"/>
                <a:ext cx="42625" cy="74593"/>
              </a:xfrm>
              <a:custGeom>
                <a:rect b="b" l="l" r="r" t="t"/>
                <a:pathLst>
                  <a:path extrusionOk="0" h="35" w="2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19" name="Google Shape;919;p16"/>
              <p:cNvSpPr/>
              <p:nvPr/>
            </p:nvSpPr>
            <p:spPr>
              <a:xfrm>
                <a:off x="6235071" y="2528990"/>
                <a:ext cx="42625" cy="74593"/>
              </a:xfrm>
              <a:custGeom>
                <a:rect b="b" l="l" r="r" t="t"/>
                <a:pathLst>
                  <a:path extrusionOk="0" h="35" w="2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20" name="Google Shape;920;p16"/>
              <p:cNvSpPr/>
              <p:nvPr/>
            </p:nvSpPr>
            <p:spPr>
              <a:xfrm>
                <a:off x="6173265" y="2528990"/>
                <a:ext cx="42625" cy="74593"/>
              </a:xfrm>
              <a:custGeom>
                <a:rect b="b" l="l" r="r" t="t"/>
                <a:pathLst>
                  <a:path extrusionOk="0" h="35" w="2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921" name="Google Shape;921;p16"/>
            <p:cNvGrpSpPr/>
            <p:nvPr/>
          </p:nvGrpSpPr>
          <p:grpSpPr>
            <a:xfrm flipH="1" rot="10800000">
              <a:off x="2477220" y="273846"/>
              <a:ext cx="101875" cy="134875"/>
              <a:chOff x="3928495" y="333391"/>
              <a:chExt cx="101875" cy="134875"/>
            </a:xfrm>
          </p:grpSpPr>
          <p:grpSp>
            <p:nvGrpSpPr>
              <p:cNvPr id="922" name="Google Shape;922;p16"/>
              <p:cNvGrpSpPr/>
              <p:nvPr/>
            </p:nvGrpSpPr>
            <p:grpSpPr>
              <a:xfrm>
                <a:off x="3928495" y="379241"/>
                <a:ext cx="44700" cy="42600"/>
                <a:chOff x="3928495" y="379241"/>
                <a:chExt cx="44700" cy="42600"/>
              </a:xfrm>
            </p:grpSpPr>
            <p:sp>
              <p:nvSpPr>
                <p:cNvPr id="923" name="Google Shape;923;p16"/>
                <p:cNvSpPr/>
                <p:nvPr/>
              </p:nvSpPr>
              <p:spPr>
                <a:xfrm>
                  <a:off x="3928495" y="396272"/>
                  <a:ext cx="44700" cy="81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24" name="Google Shape;924;p16"/>
                <p:cNvSpPr/>
                <p:nvPr/>
              </p:nvSpPr>
              <p:spPr>
                <a:xfrm>
                  <a:off x="3946802" y="379241"/>
                  <a:ext cx="8100" cy="426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925" name="Google Shape;925;p16"/>
              <p:cNvGrpSpPr/>
              <p:nvPr/>
            </p:nvGrpSpPr>
            <p:grpSpPr>
              <a:xfrm>
                <a:off x="3985670" y="425666"/>
                <a:ext cx="44700" cy="42600"/>
                <a:chOff x="3928495" y="379241"/>
                <a:chExt cx="44700" cy="42600"/>
              </a:xfrm>
            </p:grpSpPr>
            <p:sp>
              <p:nvSpPr>
                <p:cNvPr id="926" name="Google Shape;926;p16"/>
                <p:cNvSpPr/>
                <p:nvPr/>
              </p:nvSpPr>
              <p:spPr>
                <a:xfrm>
                  <a:off x="3928495" y="396272"/>
                  <a:ext cx="44700" cy="81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27" name="Google Shape;927;p16"/>
                <p:cNvSpPr/>
                <p:nvPr/>
              </p:nvSpPr>
              <p:spPr>
                <a:xfrm>
                  <a:off x="3946802" y="379241"/>
                  <a:ext cx="8100" cy="426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928" name="Google Shape;928;p16"/>
              <p:cNvGrpSpPr/>
              <p:nvPr/>
            </p:nvGrpSpPr>
            <p:grpSpPr>
              <a:xfrm>
                <a:off x="3985670" y="333391"/>
                <a:ext cx="44700" cy="42600"/>
                <a:chOff x="3928495" y="379241"/>
                <a:chExt cx="44700" cy="42600"/>
              </a:xfrm>
            </p:grpSpPr>
            <p:sp>
              <p:nvSpPr>
                <p:cNvPr id="929" name="Google Shape;929;p16"/>
                <p:cNvSpPr/>
                <p:nvPr/>
              </p:nvSpPr>
              <p:spPr>
                <a:xfrm>
                  <a:off x="3928495" y="396272"/>
                  <a:ext cx="44700" cy="81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30" name="Google Shape;930;p16"/>
                <p:cNvSpPr/>
                <p:nvPr/>
              </p:nvSpPr>
              <p:spPr>
                <a:xfrm>
                  <a:off x="3946802" y="379241"/>
                  <a:ext cx="8100" cy="426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931" name="Google Shape;931;p16"/>
            <p:cNvGrpSpPr/>
            <p:nvPr/>
          </p:nvGrpSpPr>
          <p:grpSpPr>
            <a:xfrm flipH="1" rot="10800000">
              <a:off x="8833788" y="3194538"/>
              <a:ext cx="130200" cy="126125"/>
              <a:chOff x="4159975" y="1365875"/>
              <a:chExt cx="130200" cy="126125"/>
            </a:xfrm>
          </p:grpSpPr>
          <p:sp>
            <p:nvSpPr>
              <p:cNvPr id="932" name="Google Shape;932;p16"/>
              <p:cNvSpPr/>
              <p:nvPr/>
            </p:nvSpPr>
            <p:spPr>
              <a:xfrm>
                <a:off x="4159975" y="1365875"/>
                <a:ext cx="65100" cy="56400"/>
              </a:xfrm>
              <a:prstGeom prst="hexagon">
                <a:avLst>
                  <a:gd fmla="val 25000" name="adj"/>
                  <a:gd fmla="val 115470" name="vf"/>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933" name="Google Shape;933;p16"/>
              <p:cNvSpPr/>
              <p:nvPr/>
            </p:nvSpPr>
            <p:spPr>
              <a:xfrm>
                <a:off x="4225075" y="1400075"/>
                <a:ext cx="65100" cy="56400"/>
              </a:xfrm>
              <a:prstGeom prst="hexagon">
                <a:avLst>
                  <a:gd fmla="val 25000" name="adj"/>
                  <a:gd fmla="val 115470" name="vf"/>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934" name="Google Shape;934;p16"/>
              <p:cNvSpPr/>
              <p:nvPr/>
            </p:nvSpPr>
            <p:spPr>
              <a:xfrm>
                <a:off x="4159975" y="1435600"/>
                <a:ext cx="65100" cy="56400"/>
              </a:xfrm>
              <a:prstGeom prst="hexagon">
                <a:avLst>
                  <a:gd fmla="val 25000" name="adj"/>
                  <a:gd fmla="val 115470" name="vf"/>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935" name="Google Shape;935;p16"/>
            <p:cNvGrpSpPr/>
            <p:nvPr/>
          </p:nvGrpSpPr>
          <p:grpSpPr>
            <a:xfrm flipH="1">
              <a:off x="1617854" y="271165"/>
              <a:ext cx="449076" cy="119073"/>
              <a:chOff x="7108302" y="2550931"/>
              <a:chExt cx="281323" cy="74593"/>
            </a:xfrm>
          </p:grpSpPr>
          <p:sp>
            <p:nvSpPr>
              <p:cNvPr id="936" name="Google Shape;936;p16"/>
              <p:cNvSpPr/>
              <p:nvPr/>
            </p:nvSpPr>
            <p:spPr>
              <a:xfrm>
                <a:off x="7347000" y="2550931"/>
                <a:ext cx="42625" cy="74593"/>
              </a:xfrm>
              <a:custGeom>
                <a:rect b="b" l="l" r="r" t="t"/>
                <a:pathLst>
                  <a:path extrusionOk="0" h="35" w="2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37" name="Google Shape;937;p16"/>
              <p:cNvSpPr/>
              <p:nvPr/>
            </p:nvSpPr>
            <p:spPr>
              <a:xfrm>
                <a:off x="7285195" y="2550931"/>
                <a:ext cx="44757" cy="74593"/>
              </a:xfrm>
              <a:custGeom>
                <a:rect b="b" l="l" r="r" t="t"/>
                <a:pathLst>
                  <a:path extrusionOk="0" h="35" w="21">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38" name="Google Shape;938;p16"/>
              <p:cNvSpPr/>
              <p:nvPr/>
            </p:nvSpPr>
            <p:spPr>
              <a:xfrm>
                <a:off x="7227651" y="2550931"/>
                <a:ext cx="42625" cy="74593"/>
              </a:xfrm>
              <a:custGeom>
                <a:rect b="b" l="l" r="r" t="t"/>
                <a:pathLst>
                  <a:path extrusionOk="0" h="35" w="2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39" name="Google Shape;939;p16"/>
              <p:cNvSpPr/>
              <p:nvPr/>
            </p:nvSpPr>
            <p:spPr>
              <a:xfrm>
                <a:off x="7170108" y="2550931"/>
                <a:ext cx="42625" cy="74593"/>
              </a:xfrm>
              <a:custGeom>
                <a:rect b="b" l="l" r="r" t="t"/>
                <a:pathLst>
                  <a:path extrusionOk="0" h="35" w="2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40" name="Google Shape;940;p16"/>
              <p:cNvSpPr/>
              <p:nvPr/>
            </p:nvSpPr>
            <p:spPr>
              <a:xfrm>
                <a:off x="7108302" y="2550931"/>
                <a:ext cx="42625" cy="74593"/>
              </a:xfrm>
              <a:custGeom>
                <a:rect b="b" l="l" r="r" t="t"/>
                <a:pathLst>
                  <a:path extrusionOk="0" h="35" w="2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41" name="Google Shape;941;p16"/>
              <p:cNvSpPr/>
              <p:nvPr/>
            </p:nvSpPr>
            <p:spPr>
              <a:xfrm>
                <a:off x="7347000" y="2550931"/>
                <a:ext cx="42625" cy="74593"/>
              </a:xfrm>
              <a:custGeom>
                <a:rect b="b" l="l" r="r" t="t"/>
                <a:pathLst>
                  <a:path extrusionOk="0" h="35" w="2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42" name="Google Shape;942;p16"/>
              <p:cNvSpPr/>
              <p:nvPr/>
            </p:nvSpPr>
            <p:spPr>
              <a:xfrm>
                <a:off x="7285195" y="2550931"/>
                <a:ext cx="44757" cy="74593"/>
              </a:xfrm>
              <a:custGeom>
                <a:rect b="b" l="l" r="r" t="t"/>
                <a:pathLst>
                  <a:path extrusionOk="0" h="35" w="21">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43" name="Google Shape;943;p16"/>
              <p:cNvSpPr/>
              <p:nvPr/>
            </p:nvSpPr>
            <p:spPr>
              <a:xfrm>
                <a:off x="7227651" y="2550931"/>
                <a:ext cx="42625" cy="74593"/>
              </a:xfrm>
              <a:custGeom>
                <a:rect b="b" l="l" r="r" t="t"/>
                <a:pathLst>
                  <a:path extrusionOk="0" h="35" w="2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44" name="Google Shape;944;p16"/>
              <p:cNvSpPr/>
              <p:nvPr/>
            </p:nvSpPr>
            <p:spPr>
              <a:xfrm>
                <a:off x="7170108" y="2550931"/>
                <a:ext cx="42625" cy="74593"/>
              </a:xfrm>
              <a:custGeom>
                <a:rect b="b" l="l" r="r" t="t"/>
                <a:pathLst>
                  <a:path extrusionOk="0" h="35" w="2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45" name="Google Shape;945;p16"/>
              <p:cNvSpPr/>
              <p:nvPr/>
            </p:nvSpPr>
            <p:spPr>
              <a:xfrm>
                <a:off x="7108302" y="2550931"/>
                <a:ext cx="42625" cy="74593"/>
              </a:xfrm>
              <a:custGeom>
                <a:rect b="b" l="l" r="r" t="t"/>
                <a:pathLst>
                  <a:path extrusionOk="0" h="35" w="2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ONE_COLUMN_TEXT_1">
    <p:spTree>
      <p:nvGrpSpPr>
        <p:cNvPr id="946" name="Shape 946"/>
        <p:cNvGrpSpPr/>
        <p:nvPr/>
      </p:nvGrpSpPr>
      <p:grpSpPr>
        <a:xfrm>
          <a:off x="0" y="0"/>
          <a:ext cx="0" cy="0"/>
          <a:chOff x="0" y="0"/>
          <a:chExt cx="0" cy="0"/>
        </a:xfrm>
      </p:grpSpPr>
      <p:pic>
        <p:nvPicPr>
          <p:cNvPr id="947" name="Google Shape;947;p17"/>
          <p:cNvPicPr preferRelativeResize="0"/>
          <p:nvPr/>
        </p:nvPicPr>
        <p:blipFill rotWithShape="1">
          <a:blip r:embed="rId2">
            <a:alphaModFix/>
          </a:blip>
          <a:srcRect b="901" l="0" r="990" t="0"/>
          <a:stretch/>
        </p:blipFill>
        <p:spPr>
          <a:xfrm>
            <a:off x="0" y="0"/>
            <a:ext cx="9144003" cy="5143500"/>
          </a:xfrm>
          <a:prstGeom prst="rect">
            <a:avLst/>
          </a:prstGeom>
          <a:noFill/>
          <a:ln>
            <a:noFill/>
          </a:ln>
        </p:spPr>
      </p:pic>
      <p:grpSp>
        <p:nvGrpSpPr>
          <p:cNvPr id="948" name="Google Shape;948;p17"/>
          <p:cNvGrpSpPr/>
          <p:nvPr/>
        </p:nvGrpSpPr>
        <p:grpSpPr>
          <a:xfrm>
            <a:off x="-1107262" y="-972175"/>
            <a:ext cx="11393100" cy="6659200"/>
            <a:chOff x="-1107262" y="-972175"/>
            <a:chExt cx="11393100" cy="6659200"/>
          </a:xfrm>
        </p:grpSpPr>
        <p:sp>
          <p:nvSpPr>
            <p:cNvPr id="949" name="Google Shape;949;p17"/>
            <p:cNvSpPr/>
            <p:nvPr/>
          </p:nvSpPr>
          <p:spPr>
            <a:xfrm flipH="1">
              <a:off x="8384713" y="1017725"/>
              <a:ext cx="1417200" cy="10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950" name="Google Shape;950;p17"/>
            <p:cNvSpPr/>
            <p:nvPr/>
          </p:nvSpPr>
          <p:spPr>
            <a:xfrm flipH="1">
              <a:off x="8868638" y="1264160"/>
              <a:ext cx="1417200" cy="10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951" name="Google Shape;951;p17"/>
            <p:cNvSpPr/>
            <p:nvPr/>
          </p:nvSpPr>
          <p:spPr>
            <a:xfrm flipH="1" rot="-5400000">
              <a:off x="7934088" y="4925325"/>
              <a:ext cx="1417200" cy="10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952" name="Google Shape;952;p17"/>
            <p:cNvSpPr/>
            <p:nvPr/>
          </p:nvSpPr>
          <p:spPr>
            <a:xfrm flipH="1" rot="-5400000">
              <a:off x="342463" y="-316675"/>
              <a:ext cx="1417200" cy="10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953" name="Google Shape;953;p17"/>
            <p:cNvSpPr/>
            <p:nvPr/>
          </p:nvSpPr>
          <p:spPr>
            <a:xfrm flipH="1" rot="10800000">
              <a:off x="-842012" y="4163635"/>
              <a:ext cx="1417200" cy="10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954" name="Google Shape;954;p17"/>
            <p:cNvSpPr/>
            <p:nvPr/>
          </p:nvSpPr>
          <p:spPr>
            <a:xfrm flipH="1" rot="10800000">
              <a:off x="-1107262" y="3917200"/>
              <a:ext cx="1417200" cy="10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955" name="Google Shape;955;p17"/>
          <p:cNvGrpSpPr/>
          <p:nvPr/>
        </p:nvGrpSpPr>
        <p:grpSpPr>
          <a:xfrm>
            <a:off x="473320" y="140988"/>
            <a:ext cx="8446180" cy="4774098"/>
            <a:chOff x="473320" y="140988"/>
            <a:chExt cx="8446180" cy="4774098"/>
          </a:xfrm>
        </p:grpSpPr>
        <p:grpSp>
          <p:nvGrpSpPr>
            <p:cNvPr id="956" name="Google Shape;956;p17"/>
            <p:cNvGrpSpPr/>
            <p:nvPr/>
          </p:nvGrpSpPr>
          <p:grpSpPr>
            <a:xfrm>
              <a:off x="8789300" y="3401050"/>
              <a:ext cx="130200" cy="126125"/>
              <a:chOff x="3935725" y="167575"/>
              <a:chExt cx="130200" cy="126125"/>
            </a:xfrm>
          </p:grpSpPr>
          <p:sp>
            <p:nvSpPr>
              <p:cNvPr id="957" name="Google Shape;957;p17"/>
              <p:cNvSpPr/>
              <p:nvPr/>
            </p:nvSpPr>
            <p:spPr>
              <a:xfrm>
                <a:off x="3935725" y="167575"/>
                <a:ext cx="65100" cy="56400"/>
              </a:xfrm>
              <a:prstGeom prst="hexagon">
                <a:avLst>
                  <a:gd fmla="val 25000" name="adj"/>
                  <a:gd fmla="val 115470" name="vf"/>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958" name="Google Shape;958;p17"/>
              <p:cNvSpPr/>
              <p:nvPr/>
            </p:nvSpPr>
            <p:spPr>
              <a:xfrm>
                <a:off x="4000825" y="201775"/>
                <a:ext cx="65100" cy="56400"/>
              </a:xfrm>
              <a:prstGeom prst="hexagon">
                <a:avLst>
                  <a:gd fmla="val 25000" name="adj"/>
                  <a:gd fmla="val 115470" name="vf"/>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959" name="Google Shape;959;p17"/>
              <p:cNvSpPr/>
              <p:nvPr/>
            </p:nvSpPr>
            <p:spPr>
              <a:xfrm>
                <a:off x="3935725" y="237300"/>
                <a:ext cx="65100" cy="56400"/>
              </a:xfrm>
              <a:prstGeom prst="hexagon">
                <a:avLst>
                  <a:gd fmla="val 25000" name="adj"/>
                  <a:gd fmla="val 115470" name="vf"/>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960" name="Google Shape;960;p17"/>
            <p:cNvGrpSpPr/>
            <p:nvPr/>
          </p:nvGrpSpPr>
          <p:grpSpPr>
            <a:xfrm>
              <a:off x="473320" y="663929"/>
              <a:ext cx="101875" cy="134875"/>
              <a:chOff x="3928495" y="333391"/>
              <a:chExt cx="101875" cy="134875"/>
            </a:xfrm>
          </p:grpSpPr>
          <p:grpSp>
            <p:nvGrpSpPr>
              <p:cNvPr id="961" name="Google Shape;961;p17"/>
              <p:cNvGrpSpPr/>
              <p:nvPr/>
            </p:nvGrpSpPr>
            <p:grpSpPr>
              <a:xfrm>
                <a:off x="3928495" y="379241"/>
                <a:ext cx="44700" cy="42600"/>
                <a:chOff x="3928495" y="379241"/>
                <a:chExt cx="44700" cy="42600"/>
              </a:xfrm>
            </p:grpSpPr>
            <p:sp>
              <p:nvSpPr>
                <p:cNvPr id="962" name="Google Shape;962;p17"/>
                <p:cNvSpPr/>
                <p:nvPr/>
              </p:nvSpPr>
              <p:spPr>
                <a:xfrm>
                  <a:off x="3928495" y="396272"/>
                  <a:ext cx="44700" cy="81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63" name="Google Shape;963;p17"/>
                <p:cNvSpPr/>
                <p:nvPr/>
              </p:nvSpPr>
              <p:spPr>
                <a:xfrm>
                  <a:off x="3946802" y="379241"/>
                  <a:ext cx="8100" cy="426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964" name="Google Shape;964;p17"/>
              <p:cNvGrpSpPr/>
              <p:nvPr/>
            </p:nvGrpSpPr>
            <p:grpSpPr>
              <a:xfrm>
                <a:off x="3985670" y="425666"/>
                <a:ext cx="44700" cy="42600"/>
                <a:chOff x="3928495" y="379241"/>
                <a:chExt cx="44700" cy="42600"/>
              </a:xfrm>
            </p:grpSpPr>
            <p:sp>
              <p:nvSpPr>
                <p:cNvPr id="965" name="Google Shape;965;p17"/>
                <p:cNvSpPr/>
                <p:nvPr/>
              </p:nvSpPr>
              <p:spPr>
                <a:xfrm>
                  <a:off x="3928495" y="396272"/>
                  <a:ext cx="44700" cy="81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66" name="Google Shape;966;p17"/>
                <p:cNvSpPr/>
                <p:nvPr/>
              </p:nvSpPr>
              <p:spPr>
                <a:xfrm>
                  <a:off x="3946802" y="379241"/>
                  <a:ext cx="8100" cy="426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967" name="Google Shape;967;p17"/>
              <p:cNvGrpSpPr/>
              <p:nvPr/>
            </p:nvGrpSpPr>
            <p:grpSpPr>
              <a:xfrm>
                <a:off x="3985670" y="333391"/>
                <a:ext cx="44700" cy="42600"/>
                <a:chOff x="3928495" y="379241"/>
                <a:chExt cx="44700" cy="42600"/>
              </a:xfrm>
            </p:grpSpPr>
            <p:sp>
              <p:nvSpPr>
                <p:cNvPr id="968" name="Google Shape;968;p17"/>
                <p:cNvSpPr/>
                <p:nvPr/>
              </p:nvSpPr>
              <p:spPr>
                <a:xfrm>
                  <a:off x="3928495" y="396272"/>
                  <a:ext cx="44700" cy="81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69" name="Google Shape;969;p17"/>
                <p:cNvSpPr/>
                <p:nvPr/>
              </p:nvSpPr>
              <p:spPr>
                <a:xfrm>
                  <a:off x="3946802" y="379241"/>
                  <a:ext cx="8100" cy="426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970" name="Google Shape;970;p17"/>
            <p:cNvGrpSpPr/>
            <p:nvPr/>
          </p:nvGrpSpPr>
          <p:grpSpPr>
            <a:xfrm>
              <a:off x="1598700" y="4796012"/>
              <a:ext cx="445675" cy="119073"/>
              <a:chOff x="3578973" y="2550931"/>
              <a:chExt cx="279193" cy="74593"/>
            </a:xfrm>
          </p:grpSpPr>
          <p:sp>
            <p:nvSpPr>
              <p:cNvPr id="971" name="Google Shape;971;p17"/>
              <p:cNvSpPr/>
              <p:nvPr/>
            </p:nvSpPr>
            <p:spPr>
              <a:xfrm>
                <a:off x="3578973" y="2550931"/>
                <a:ext cx="42625" cy="74593"/>
              </a:xfrm>
              <a:custGeom>
                <a:rect b="b" l="l" r="r" t="t"/>
                <a:pathLst>
                  <a:path extrusionOk="0" h="35" w="20">
                    <a:moveTo>
                      <a:pt x="3" y="35"/>
                    </a:moveTo>
                    <a:lnTo>
                      <a:pt x="20" y="17"/>
                    </a:lnTo>
                    <a:lnTo>
                      <a:pt x="3" y="0"/>
                    </a:lnTo>
                    <a:lnTo>
                      <a:pt x="0" y="3"/>
                    </a:lnTo>
                    <a:lnTo>
                      <a:pt x="14"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72" name="Google Shape;972;p17"/>
              <p:cNvSpPr/>
              <p:nvPr/>
            </p:nvSpPr>
            <p:spPr>
              <a:xfrm>
                <a:off x="3636518"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73" name="Google Shape;973;p17"/>
              <p:cNvSpPr/>
              <p:nvPr/>
            </p:nvSpPr>
            <p:spPr>
              <a:xfrm>
                <a:off x="3698323" y="2550931"/>
                <a:ext cx="42625" cy="74593"/>
              </a:xfrm>
              <a:custGeom>
                <a:rect b="b" l="l" r="r" t="t"/>
                <a:pathLst>
                  <a:path extrusionOk="0" h="35" w="20">
                    <a:moveTo>
                      <a:pt x="2" y="35"/>
                    </a:moveTo>
                    <a:lnTo>
                      <a:pt x="20" y="17"/>
                    </a:lnTo>
                    <a:lnTo>
                      <a:pt x="2" y="0"/>
                    </a:lnTo>
                    <a:lnTo>
                      <a:pt x="0" y="3"/>
                    </a:lnTo>
                    <a:lnTo>
                      <a:pt x="13" y="17"/>
                    </a:lnTo>
                    <a:lnTo>
                      <a:pt x="0" y="32"/>
                    </a:lnTo>
                    <a:lnTo>
                      <a:pt x="2" y="35"/>
                    </a:lnTo>
                    <a:lnTo>
                      <a:pt x="2"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74" name="Google Shape;974;p17"/>
              <p:cNvSpPr/>
              <p:nvPr/>
            </p:nvSpPr>
            <p:spPr>
              <a:xfrm>
                <a:off x="3755867"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75" name="Google Shape;975;p17"/>
              <p:cNvSpPr/>
              <p:nvPr/>
            </p:nvSpPr>
            <p:spPr>
              <a:xfrm>
                <a:off x="3813410" y="2550931"/>
                <a:ext cx="44757" cy="74593"/>
              </a:xfrm>
              <a:custGeom>
                <a:rect b="b" l="l" r="r" t="t"/>
                <a:pathLst>
                  <a:path extrusionOk="0" h="35" w="21">
                    <a:moveTo>
                      <a:pt x="4" y="35"/>
                    </a:moveTo>
                    <a:lnTo>
                      <a:pt x="21" y="17"/>
                    </a:lnTo>
                    <a:lnTo>
                      <a:pt x="4" y="0"/>
                    </a:lnTo>
                    <a:lnTo>
                      <a:pt x="0" y="3"/>
                    </a:lnTo>
                    <a:lnTo>
                      <a:pt x="15" y="17"/>
                    </a:lnTo>
                    <a:lnTo>
                      <a:pt x="0" y="32"/>
                    </a:lnTo>
                    <a:lnTo>
                      <a:pt x="4" y="35"/>
                    </a:lnTo>
                    <a:lnTo>
                      <a:pt x="4"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76" name="Google Shape;976;p17"/>
              <p:cNvSpPr/>
              <p:nvPr/>
            </p:nvSpPr>
            <p:spPr>
              <a:xfrm>
                <a:off x="3578973" y="2550931"/>
                <a:ext cx="42625" cy="74593"/>
              </a:xfrm>
              <a:custGeom>
                <a:rect b="b" l="l" r="r" t="t"/>
                <a:pathLst>
                  <a:path extrusionOk="0" h="35" w="20">
                    <a:moveTo>
                      <a:pt x="3" y="35"/>
                    </a:moveTo>
                    <a:lnTo>
                      <a:pt x="20" y="17"/>
                    </a:lnTo>
                    <a:lnTo>
                      <a:pt x="3" y="0"/>
                    </a:lnTo>
                    <a:lnTo>
                      <a:pt x="0" y="3"/>
                    </a:lnTo>
                    <a:lnTo>
                      <a:pt x="14"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77" name="Google Shape;977;p17"/>
              <p:cNvSpPr/>
              <p:nvPr/>
            </p:nvSpPr>
            <p:spPr>
              <a:xfrm>
                <a:off x="3636518"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78" name="Google Shape;978;p17"/>
              <p:cNvSpPr/>
              <p:nvPr/>
            </p:nvSpPr>
            <p:spPr>
              <a:xfrm>
                <a:off x="3698323" y="2550931"/>
                <a:ext cx="42625" cy="74593"/>
              </a:xfrm>
              <a:custGeom>
                <a:rect b="b" l="l" r="r" t="t"/>
                <a:pathLst>
                  <a:path extrusionOk="0" h="35" w="20">
                    <a:moveTo>
                      <a:pt x="2" y="35"/>
                    </a:moveTo>
                    <a:lnTo>
                      <a:pt x="20" y="17"/>
                    </a:lnTo>
                    <a:lnTo>
                      <a:pt x="2" y="0"/>
                    </a:lnTo>
                    <a:lnTo>
                      <a:pt x="0" y="3"/>
                    </a:lnTo>
                    <a:lnTo>
                      <a:pt x="13" y="17"/>
                    </a:lnTo>
                    <a:lnTo>
                      <a:pt x="0" y="32"/>
                    </a:lnTo>
                    <a:lnTo>
                      <a:pt x="2" y="35"/>
                    </a:lnTo>
                    <a:lnTo>
                      <a:pt x="2"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79" name="Google Shape;979;p17"/>
              <p:cNvSpPr/>
              <p:nvPr/>
            </p:nvSpPr>
            <p:spPr>
              <a:xfrm>
                <a:off x="3755867"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0" name="Google Shape;980;p17"/>
              <p:cNvSpPr/>
              <p:nvPr/>
            </p:nvSpPr>
            <p:spPr>
              <a:xfrm>
                <a:off x="3813410" y="2550931"/>
                <a:ext cx="44757" cy="74593"/>
              </a:xfrm>
              <a:custGeom>
                <a:rect b="b" l="l" r="r" t="t"/>
                <a:pathLst>
                  <a:path extrusionOk="0" h="35" w="21">
                    <a:moveTo>
                      <a:pt x="4" y="35"/>
                    </a:moveTo>
                    <a:lnTo>
                      <a:pt x="21" y="17"/>
                    </a:lnTo>
                    <a:lnTo>
                      <a:pt x="4" y="0"/>
                    </a:lnTo>
                    <a:lnTo>
                      <a:pt x="0" y="3"/>
                    </a:lnTo>
                    <a:lnTo>
                      <a:pt x="15" y="17"/>
                    </a:lnTo>
                    <a:lnTo>
                      <a:pt x="0" y="32"/>
                    </a:lnTo>
                    <a:lnTo>
                      <a:pt x="4" y="35"/>
                    </a:lnTo>
                    <a:lnTo>
                      <a:pt x="4"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981" name="Google Shape;981;p17"/>
            <p:cNvGrpSpPr/>
            <p:nvPr/>
          </p:nvGrpSpPr>
          <p:grpSpPr>
            <a:xfrm>
              <a:off x="7562650" y="140988"/>
              <a:ext cx="130200" cy="126125"/>
              <a:chOff x="3935725" y="167575"/>
              <a:chExt cx="130200" cy="126125"/>
            </a:xfrm>
          </p:grpSpPr>
          <p:sp>
            <p:nvSpPr>
              <p:cNvPr id="982" name="Google Shape;982;p17"/>
              <p:cNvSpPr/>
              <p:nvPr/>
            </p:nvSpPr>
            <p:spPr>
              <a:xfrm>
                <a:off x="3935725" y="167575"/>
                <a:ext cx="65100" cy="56400"/>
              </a:xfrm>
              <a:prstGeom prst="hexagon">
                <a:avLst>
                  <a:gd fmla="val 25000" name="adj"/>
                  <a:gd fmla="val 115470" name="vf"/>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983" name="Google Shape;983;p17"/>
              <p:cNvSpPr/>
              <p:nvPr/>
            </p:nvSpPr>
            <p:spPr>
              <a:xfrm>
                <a:off x="4000825" y="201775"/>
                <a:ext cx="65100" cy="56400"/>
              </a:xfrm>
              <a:prstGeom prst="hexagon">
                <a:avLst>
                  <a:gd fmla="val 25000" name="adj"/>
                  <a:gd fmla="val 115470" name="vf"/>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984" name="Google Shape;984;p17"/>
              <p:cNvSpPr/>
              <p:nvPr/>
            </p:nvSpPr>
            <p:spPr>
              <a:xfrm>
                <a:off x="3935725" y="237300"/>
                <a:ext cx="65100" cy="56400"/>
              </a:xfrm>
              <a:prstGeom prst="hexagon">
                <a:avLst>
                  <a:gd fmla="val 25000" name="adj"/>
                  <a:gd fmla="val 115470" name="vf"/>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985" name="Google Shape;985;p17"/>
            <p:cNvGrpSpPr/>
            <p:nvPr/>
          </p:nvGrpSpPr>
          <p:grpSpPr>
            <a:xfrm flipH="1">
              <a:off x="1561096" y="234934"/>
              <a:ext cx="445675" cy="80822"/>
              <a:chOff x="6468929" y="3844579"/>
              <a:chExt cx="411329" cy="74593"/>
            </a:xfrm>
          </p:grpSpPr>
          <p:sp>
            <p:nvSpPr>
              <p:cNvPr id="986" name="Google Shape;986;p17"/>
              <p:cNvSpPr/>
              <p:nvPr/>
            </p:nvSpPr>
            <p:spPr>
              <a:xfrm>
                <a:off x="6814190" y="3848841"/>
                <a:ext cx="66069" cy="66068"/>
              </a:xfrm>
              <a:custGeom>
                <a:rect b="b" l="l" r="r" t="t"/>
                <a:pathLst>
                  <a:path extrusionOk="0" h="29" w="29">
                    <a:moveTo>
                      <a:pt x="2" y="14"/>
                    </a:moveTo>
                    <a:cubicBezTo>
                      <a:pt x="0" y="14"/>
                      <a:pt x="0" y="14"/>
                      <a:pt x="0" y="14"/>
                    </a:cubicBezTo>
                    <a:cubicBezTo>
                      <a:pt x="0" y="22"/>
                      <a:pt x="7" y="29"/>
                      <a:pt x="14" y="29"/>
                    </a:cubicBezTo>
                    <a:cubicBezTo>
                      <a:pt x="22" y="29"/>
                      <a:pt x="29" y="22"/>
                      <a:pt x="29" y="14"/>
                    </a:cubicBezTo>
                    <a:cubicBezTo>
                      <a:pt x="29" y="6"/>
                      <a:pt x="22" y="0"/>
                      <a:pt x="14" y="0"/>
                    </a:cubicBezTo>
                    <a:cubicBezTo>
                      <a:pt x="7" y="0"/>
                      <a:pt x="0" y="6"/>
                      <a:pt x="0" y="14"/>
                    </a:cubicBezTo>
                    <a:cubicBezTo>
                      <a:pt x="2" y="14"/>
                      <a:pt x="2" y="14"/>
                      <a:pt x="2" y="14"/>
                    </a:cubicBezTo>
                    <a:cubicBezTo>
                      <a:pt x="4" y="14"/>
                      <a:pt x="4" y="14"/>
                      <a:pt x="4" y="14"/>
                    </a:cubicBezTo>
                    <a:cubicBezTo>
                      <a:pt x="4" y="9"/>
                      <a:pt x="9" y="4"/>
                      <a:pt x="14" y="4"/>
                    </a:cubicBezTo>
                    <a:cubicBezTo>
                      <a:pt x="20" y="4"/>
                      <a:pt x="25" y="9"/>
                      <a:pt x="25" y="14"/>
                    </a:cubicBezTo>
                    <a:cubicBezTo>
                      <a:pt x="25" y="20"/>
                      <a:pt x="20" y="25"/>
                      <a:pt x="14" y="25"/>
                    </a:cubicBezTo>
                    <a:cubicBezTo>
                      <a:pt x="9" y="25"/>
                      <a:pt x="4" y="20"/>
                      <a:pt x="4" y="14"/>
                    </a:cubicBezTo>
                    <a:lnTo>
                      <a:pt x="2" y="1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7" name="Google Shape;987;p17"/>
              <p:cNvSpPr/>
              <p:nvPr/>
            </p:nvSpPr>
            <p:spPr>
              <a:xfrm>
                <a:off x="6475324" y="3876548"/>
                <a:ext cx="343130" cy="8525"/>
              </a:xfrm>
              <a:custGeom>
                <a:rect b="b" l="l" r="r" t="t"/>
                <a:pathLst>
                  <a:path extrusionOk="0" h="4" w="161">
                    <a:moveTo>
                      <a:pt x="161" y="0"/>
                    </a:moveTo>
                    <a:lnTo>
                      <a:pt x="0" y="0"/>
                    </a:lnTo>
                    <a:lnTo>
                      <a:pt x="0" y="4"/>
                    </a:lnTo>
                    <a:lnTo>
                      <a:pt x="161" y="4"/>
                    </a:lnTo>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8" name="Google Shape;988;p17"/>
              <p:cNvSpPr/>
              <p:nvPr/>
            </p:nvSpPr>
            <p:spPr>
              <a:xfrm>
                <a:off x="6468929" y="3844579"/>
                <a:ext cx="42625" cy="74593"/>
              </a:xfrm>
              <a:custGeom>
                <a:rect b="b" l="l" r="r" t="t"/>
                <a:pathLst>
                  <a:path extrusionOk="0" h="35" w="2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989" name="Google Shape;989;p17"/>
          <p:cNvGrpSpPr/>
          <p:nvPr/>
        </p:nvGrpSpPr>
        <p:grpSpPr>
          <a:xfrm>
            <a:off x="-1544370" y="-727803"/>
            <a:ext cx="10797489" cy="6768677"/>
            <a:chOff x="-1544370" y="-727803"/>
            <a:chExt cx="10797489" cy="6768677"/>
          </a:xfrm>
        </p:grpSpPr>
        <p:grpSp>
          <p:nvGrpSpPr>
            <p:cNvPr id="990" name="Google Shape;990;p17"/>
            <p:cNvGrpSpPr/>
            <p:nvPr/>
          </p:nvGrpSpPr>
          <p:grpSpPr>
            <a:xfrm>
              <a:off x="6818321" y="-727803"/>
              <a:ext cx="204128" cy="1115878"/>
              <a:chOff x="6605329" y="191675"/>
              <a:chExt cx="127876" cy="699040"/>
            </a:xfrm>
          </p:grpSpPr>
          <p:sp>
            <p:nvSpPr>
              <p:cNvPr id="991" name="Google Shape;991;p17"/>
              <p:cNvSpPr/>
              <p:nvPr/>
            </p:nvSpPr>
            <p:spPr>
              <a:xfrm>
                <a:off x="6701235" y="858746"/>
                <a:ext cx="31969" cy="31969"/>
              </a:xfrm>
              <a:custGeom>
                <a:rect b="b" l="l" r="r" t="t"/>
                <a:pathLst>
                  <a:path extrusionOk="0" h="14" w="15">
                    <a:moveTo>
                      <a:pt x="13" y="7"/>
                    </a:moveTo>
                    <a:cubicBezTo>
                      <a:pt x="11" y="7"/>
                      <a:pt x="11" y="7"/>
                      <a:pt x="11" y="7"/>
                    </a:cubicBezTo>
                    <a:cubicBezTo>
                      <a:pt x="11" y="9"/>
                      <a:pt x="9" y="10"/>
                      <a:pt x="7" y="10"/>
                    </a:cubicBezTo>
                    <a:cubicBezTo>
                      <a:pt x="6" y="10"/>
                      <a:pt x="4" y="9"/>
                      <a:pt x="4" y="7"/>
                    </a:cubicBezTo>
                    <a:cubicBezTo>
                      <a:pt x="4" y="5"/>
                      <a:pt x="6" y="4"/>
                      <a:pt x="7" y="4"/>
                    </a:cubicBezTo>
                    <a:cubicBezTo>
                      <a:pt x="9" y="4"/>
                      <a:pt x="11" y="5"/>
                      <a:pt x="11" y="7"/>
                    </a:cubicBezTo>
                    <a:cubicBezTo>
                      <a:pt x="13" y="7"/>
                      <a:pt x="13" y="7"/>
                      <a:pt x="13" y="7"/>
                    </a:cubicBezTo>
                    <a:cubicBezTo>
                      <a:pt x="15" y="7"/>
                      <a:pt x="15" y="7"/>
                      <a:pt x="15" y="7"/>
                    </a:cubicBezTo>
                    <a:cubicBezTo>
                      <a:pt x="15" y="3"/>
                      <a:pt x="11" y="0"/>
                      <a:pt x="7" y="0"/>
                    </a:cubicBezTo>
                    <a:cubicBezTo>
                      <a:pt x="3" y="0"/>
                      <a:pt x="0" y="3"/>
                      <a:pt x="0" y="7"/>
                    </a:cubicBezTo>
                    <a:cubicBezTo>
                      <a:pt x="0" y="11"/>
                      <a:pt x="3" y="14"/>
                      <a:pt x="7" y="14"/>
                    </a:cubicBezTo>
                    <a:cubicBezTo>
                      <a:pt x="11" y="14"/>
                      <a:pt x="15" y="11"/>
                      <a:pt x="15" y="7"/>
                    </a:cubicBezTo>
                    <a:lnTo>
                      <a:pt x="13"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92" name="Google Shape;992;p17"/>
              <p:cNvSpPr/>
              <p:nvPr/>
            </p:nvSpPr>
            <p:spPr>
              <a:xfrm>
                <a:off x="6605329" y="191675"/>
                <a:ext cx="115087" cy="671334"/>
              </a:xfrm>
              <a:custGeom>
                <a:rect b="b" l="l" r="r" t="t"/>
                <a:pathLst>
                  <a:path extrusionOk="0" h="315" w="54">
                    <a:moveTo>
                      <a:pt x="0" y="0"/>
                    </a:moveTo>
                    <a:lnTo>
                      <a:pt x="0" y="167"/>
                    </a:lnTo>
                    <a:lnTo>
                      <a:pt x="50" y="217"/>
                    </a:lnTo>
                    <a:lnTo>
                      <a:pt x="50" y="315"/>
                    </a:lnTo>
                    <a:lnTo>
                      <a:pt x="54" y="315"/>
                    </a:lnTo>
                    <a:lnTo>
                      <a:pt x="54" y="215"/>
                    </a:lnTo>
                    <a:lnTo>
                      <a:pt x="5" y="165"/>
                    </a:lnTo>
                    <a:lnTo>
                      <a:pt x="5" y="0"/>
                    </a:lnTo>
                    <a:lnTo>
                      <a:pt x="0" y="0"/>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993" name="Google Shape;993;p17"/>
            <p:cNvGrpSpPr/>
            <p:nvPr/>
          </p:nvGrpSpPr>
          <p:grpSpPr>
            <a:xfrm flipH="1" rot="10800000">
              <a:off x="6665090" y="4963070"/>
              <a:ext cx="1493520" cy="615774"/>
              <a:chOff x="5301012" y="396272"/>
              <a:chExt cx="935614" cy="385751"/>
            </a:xfrm>
          </p:grpSpPr>
          <p:sp>
            <p:nvSpPr>
              <p:cNvPr id="994" name="Google Shape;994;p17"/>
              <p:cNvSpPr/>
              <p:nvPr/>
            </p:nvSpPr>
            <p:spPr>
              <a:xfrm>
                <a:off x="6202525" y="396272"/>
                <a:ext cx="34100" cy="34099"/>
              </a:xfrm>
              <a:custGeom>
                <a:rect b="b" l="l" r="r" t="t"/>
                <a:pathLst>
                  <a:path extrusionOk="0" h="15" w="15">
                    <a:moveTo>
                      <a:pt x="13" y="8"/>
                    </a:moveTo>
                    <a:cubicBezTo>
                      <a:pt x="11" y="8"/>
                      <a:pt x="11" y="8"/>
                      <a:pt x="11" y="8"/>
                    </a:cubicBezTo>
                    <a:cubicBezTo>
                      <a:pt x="11" y="9"/>
                      <a:pt x="9" y="11"/>
                      <a:pt x="8" y="11"/>
                    </a:cubicBezTo>
                    <a:cubicBezTo>
                      <a:pt x="6" y="11"/>
                      <a:pt x="4" y="9"/>
                      <a:pt x="4" y="8"/>
                    </a:cubicBezTo>
                    <a:cubicBezTo>
                      <a:pt x="4" y="6"/>
                      <a:pt x="6" y="4"/>
                      <a:pt x="8" y="4"/>
                    </a:cubicBezTo>
                    <a:cubicBezTo>
                      <a:pt x="9" y="4"/>
                      <a:pt x="11" y="6"/>
                      <a:pt x="11" y="8"/>
                    </a:cubicBezTo>
                    <a:cubicBezTo>
                      <a:pt x="13" y="8"/>
                      <a:pt x="13" y="8"/>
                      <a:pt x="13" y="8"/>
                    </a:cubicBezTo>
                    <a:cubicBezTo>
                      <a:pt x="15" y="8"/>
                      <a:pt x="15" y="8"/>
                      <a:pt x="15" y="8"/>
                    </a:cubicBezTo>
                    <a:cubicBezTo>
                      <a:pt x="15" y="4"/>
                      <a:pt x="12" y="0"/>
                      <a:pt x="8" y="0"/>
                    </a:cubicBezTo>
                    <a:cubicBezTo>
                      <a:pt x="4" y="0"/>
                      <a:pt x="0" y="4"/>
                      <a:pt x="0" y="8"/>
                    </a:cubicBezTo>
                    <a:cubicBezTo>
                      <a:pt x="0" y="12"/>
                      <a:pt x="4" y="15"/>
                      <a:pt x="8" y="15"/>
                    </a:cubicBezTo>
                    <a:cubicBezTo>
                      <a:pt x="12" y="15"/>
                      <a:pt x="15" y="12"/>
                      <a:pt x="15" y="8"/>
                    </a:cubicBezTo>
                    <a:lnTo>
                      <a:pt x="13"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95" name="Google Shape;995;p17"/>
              <p:cNvSpPr/>
              <p:nvPr/>
            </p:nvSpPr>
            <p:spPr>
              <a:xfrm>
                <a:off x="5301012" y="750054"/>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6"/>
                      <a:pt x="5" y="4"/>
                      <a:pt x="7" y="4"/>
                    </a:cubicBezTo>
                    <a:cubicBezTo>
                      <a:pt x="9" y="4"/>
                      <a:pt x="10" y="6"/>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96" name="Google Shape;996;p17"/>
              <p:cNvSpPr/>
              <p:nvPr/>
            </p:nvSpPr>
            <p:spPr>
              <a:xfrm>
                <a:off x="5322324" y="426109"/>
                <a:ext cx="903645" cy="336732"/>
              </a:xfrm>
              <a:custGeom>
                <a:rect b="b" l="l" r="r" t="t"/>
                <a:pathLst>
                  <a:path extrusionOk="0" h="158" w="424">
                    <a:moveTo>
                      <a:pt x="419" y="0"/>
                    </a:moveTo>
                    <a:lnTo>
                      <a:pt x="419" y="51"/>
                    </a:lnTo>
                    <a:lnTo>
                      <a:pt x="388" y="82"/>
                    </a:lnTo>
                    <a:lnTo>
                      <a:pt x="72" y="82"/>
                    </a:lnTo>
                    <a:lnTo>
                      <a:pt x="0" y="154"/>
                    </a:lnTo>
                    <a:lnTo>
                      <a:pt x="3" y="158"/>
                    </a:lnTo>
                    <a:lnTo>
                      <a:pt x="74" y="86"/>
                    </a:lnTo>
                    <a:lnTo>
                      <a:pt x="390" y="86"/>
                    </a:lnTo>
                    <a:lnTo>
                      <a:pt x="424" y="53"/>
                    </a:lnTo>
                    <a:lnTo>
                      <a:pt x="424" y="0"/>
                    </a:lnTo>
                    <a:lnTo>
                      <a:pt x="419" y="0"/>
                    </a:lnTo>
                    <a:lnTo>
                      <a:pt x="419"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997" name="Google Shape;997;p17"/>
            <p:cNvGrpSpPr/>
            <p:nvPr/>
          </p:nvGrpSpPr>
          <p:grpSpPr>
            <a:xfrm>
              <a:off x="6967883" y="4702857"/>
              <a:ext cx="1064856" cy="813093"/>
              <a:chOff x="3843246" y="357910"/>
              <a:chExt cx="667078" cy="509361"/>
            </a:xfrm>
          </p:grpSpPr>
          <p:sp>
            <p:nvSpPr>
              <p:cNvPr id="998" name="Google Shape;998;p17"/>
              <p:cNvSpPr/>
              <p:nvPr/>
            </p:nvSpPr>
            <p:spPr>
              <a:xfrm>
                <a:off x="3870952" y="385616"/>
                <a:ext cx="626584" cy="471000"/>
              </a:xfrm>
              <a:custGeom>
                <a:rect b="b" l="l" r="r" t="t"/>
                <a:pathLst>
                  <a:path extrusionOk="0" h="221" w="294">
                    <a:moveTo>
                      <a:pt x="290" y="0"/>
                    </a:moveTo>
                    <a:lnTo>
                      <a:pt x="290" y="78"/>
                    </a:lnTo>
                    <a:lnTo>
                      <a:pt x="151" y="217"/>
                    </a:lnTo>
                    <a:lnTo>
                      <a:pt x="0" y="217"/>
                    </a:lnTo>
                    <a:lnTo>
                      <a:pt x="0" y="221"/>
                    </a:lnTo>
                    <a:lnTo>
                      <a:pt x="153" y="221"/>
                    </a:lnTo>
                    <a:lnTo>
                      <a:pt x="294" y="80"/>
                    </a:lnTo>
                    <a:lnTo>
                      <a:pt x="294" y="0"/>
                    </a:lnTo>
                    <a:lnTo>
                      <a:pt x="290" y="0"/>
                    </a:lnTo>
                    <a:lnTo>
                      <a:pt x="29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99" name="Google Shape;999;p17"/>
              <p:cNvSpPr/>
              <p:nvPr/>
            </p:nvSpPr>
            <p:spPr>
              <a:xfrm>
                <a:off x="3843246" y="835302"/>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5"/>
                      <a:pt x="5"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00" name="Google Shape;1000;p17"/>
              <p:cNvSpPr/>
              <p:nvPr/>
            </p:nvSpPr>
            <p:spPr>
              <a:xfrm>
                <a:off x="4478354" y="357910"/>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6"/>
                      <a:pt x="5" y="4"/>
                      <a:pt x="7" y="4"/>
                    </a:cubicBezTo>
                    <a:cubicBezTo>
                      <a:pt x="9" y="4"/>
                      <a:pt x="10" y="6"/>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001" name="Google Shape;1001;p17"/>
            <p:cNvGrpSpPr/>
            <p:nvPr/>
          </p:nvGrpSpPr>
          <p:grpSpPr>
            <a:xfrm>
              <a:off x="7916093" y="-325628"/>
              <a:ext cx="1337026" cy="826702"/>
              <a:chOff x="3421261" y="191675"/>
              <a:chExt cx="837578" cy="517886"/>
            </a:xfrm>
          </p:grpSpPr>
          <p:sp>
            <p:nvSpPr>
              <p:cNvPr id="1002" name="Google Shape;1002;p17"/>
              <p:cNvSpPr/>
              <p:nvPr/>
            </p:nvSpPr>
            <p:spPr>
              <a:xfrm>
                <a:off x="3421261" y="679724"/>
                <a:ext cx="31969" cy="29837"/>
              </a:xfrm>
              <a:custGeom>
                <a:rect b="b" l="l" r="r" t="t"/>
                <a:pathLst>
                  <a:path extrusionOk="0" h="14" w="14">
                    <a:moveTo>
                      <a:pt x="12" y="7"/>
                    </a:moveTo>
                    <a:cubicBezTo>
                      <a:pt x="10" y="7"/>
                      <a:pt x="10" y="7"/>
                      <a:pt x="10" y="7"/>
                    </a:cubicBezTo>
                    <a:cubicBezTo>
                      <a:pt x="10" y="8"/>
                      <a:pt x="9" y="10"/>
                      <a:pt x="7" y="10"/>
                    </a:cubicBezTo>
                    <a:cubicBezTo>
                      <a:pt x="5" y="10"/>
                      <a:pt x="4" y="8"/>
                      <a:pt x="4" y="7"/>
                    </a:cubicBezTo>
                    <a:cubicBezTo>
                      <a:pt x="4" y="5"/>
                      <a:pt x="5"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03" name="Google Shape;1003;p17"/>
              <p:cNvSpPr/>
              <p:nvPr/>
            </p:nvSpPr>
            <p:spPr>
              <a:xfrm>
                <a:off x="3442573" y="191675"/>
                <a:ext cx="816266" cy="498704"/>
              </a:xfrm>
              <a:custGeom>
                <a:rect b="b" l="l" r="r" t="t"/>
                <a:pathLst>
                  <a:path extrusionOk="0" h="234" w="383">
                    <a:moveTo>
                      <a:pt x="379" y="0"/>
                    </a:moveTo>
                    <a:lnTo>
                      <a:pt x="379" y="106"/>
                    </a:lnTo>
                    <a:lnTo>
                      <a:pt x="301" y="185"/>
                    </a:lnTo>
                    <a:lnTo>
                      <a:pt x="46" y="185"/>
                    </a:lnTo>
                    <a:lnTo>
                      <a:pt x="0" y="231"/>
                    </a:lnTo>
                    <a:lnTo>
                      <a:pt x="3" y="234"/>
                    </a:lnTo>
                    <a:lnTo>
                      <a:pt x="47" y="190"/>
                    </a:lnTo>
                    <a:lnTo>
                      <a:pt x="302" y="190"/>
                    </a:lnTo>
                    <a:lnTo>
                      <a:pt x="383" y="108"/>
                    </a:lnTo>
                    <a:lnTo>
                      <a:pt x="383" y="0"/>
                    </a:lnTo>
                    <a:lnTo>
                      <a:pt x="379" y="0"/>
                    </a:lnTo>
                    <a:lnTo>
                      <a:pt x="379"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004" name="Google Shape;1004;p17"/>
            <p:cNvGrpSpPr/>
            <p:nvPr/>
          </p:nvGrpSpPr>
          <p:grpSpPr>
            <a:xfrm>
              <a:off x="-1544370" y="1063795"/>
              <a:ext cx="2156910" cy="506908"/>
              <a:chOff x="4891825" y="3495059"/>
              <a:chExt cx="1351193" cy="317552"/>
            </a:xfrm>
          </p:grpSpPr>
          <p:sp>
            <p:nvSpPr>
              <p:cNvPr id="1005" name="Google Shape;1005;p17"/>
              <p:cNvSpPr/>
              <p:nvPr/>
            </p:nvSpPr>
            <p:spPr>
              <a:xfrm>
                <a:off x="6208918" y="3706050"/>
                <a:ext cx="34100" cy="31969"/>
              </a:xfrm>
              <a:custGeom>
                <a:rect b="b" l="l" r="r" t="t"/>
                <a:pathLst>
                  <a:path extrusionOk="0" h="15" w="15">
                    <a:moveTo>
                      <a:pt x="2" y="7"/>
                    </a:moveTo>
                    <a:cubicBezTo>
                      <a:pt x="4" y="7"/>
                      <a:pt x="4" y="7"/>
                      <a:pt x="4" y="7"/>
                    </a:cubicBezTo>
                    <a:cubicBezTo>
                      <a:pt x="4" y="6"/>
                      <a:pt x="6" y="4"/>
                      <a:pt x="8" y="4"/>
                    </a:cubicBezTo>
                    <a:cubicBezTo>
                      <a:pt x="9" y="4"/>
                      <a:pt x="11" y="6"/>
                      <a:pt x="11" y="7"/>
                    </a:cubicBezTo>
                    <a:cubicBezTo>
                      <a:pt x="11" y="9"/>
                      <a:pt x="9" y="11"/>
                      <a:pt x="8" y="11"/>
                    </a:cubicBezTo>
                    <a:cubicBezTo>
                      <a:pt x="6" y="11"/>
                      <a:pt x="4" y="9"/>
                      <a:pt x="4" y="7"/>
                    </a:cubicBezTo>
                    <a:cubicBezTo>
                      <a:pt x="2" y="7"/>
                      <a:pt x="2" y="7"/>
                      <a:pt x="2" y="7"/>
                    </a:cubicBezTo>
                    <a:cubicBezTo>
                      <a:pt x="0" y="7"/>
                      <a:pt x="0" y="7"/>
                      <a:pt x="0" y="7"/>
                    </a:cubicBezTo>
                    <a:cubicBezTo>
                      <a:pt x="0" y="11"/>
                      <a:pt x="4" y="15"/>
                      <a:pt x="8" y="15"/>
                    </a:cubicBezTo>
                    <a:cubicBezTo>
                      <a:pt x="12" y="15"/>
                      <a:pt x="15" y="11"/>
                      <a:pt x="15" y="7"/>
                    </a:cubicBezTo>
                    <a:cubicBezTo>
                      <a:pt x="15" y="3"/>
                      <a:pt x="12" y="0"/>
                      <a:pt x="8" y="0"/>
                    </a:cubicBezTo>
                    <a:cubicBezTo>
                      <a:pt x="4" y="0"/>
                      <a:pt x="0" y="3"/>
                      <a:pt x="0" y="7"/>
                    </a:cubicBezTo>
                    <a:lnTo>
                      <a:pt x="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06" name="Google Shape;1006;p17"/>
              <p:cNvSpPr/>
              <p:nvPr/>
            </p:nvSpPr>
            <p:spPr>
              <a:xfrm>
                <a:off x="4891825" y="3584575"/>
                <a:ext cx="29825" cy="29825"/>
              </a:xfrm>
              <a:custGeom>
                <a:rect b="b" l="l" r="r" t="t"/>
                <a:pathLst>
                  <a:path extrusionOk="0" h="14" w="15">
                    <a:moveTo>
                      <a:pt x="2" y="7"/>
                    </a:moveTo>
                    <a:cubicBezTo>
                      <a:pt x="4" y="7"/>
                      <a:pt x="4" y="7"/>
                      <a:pt x="4" y="7"/>
                    </a:cubicBezTo>
                    <a:cubicBezTo>
                      <a:pt x="4" y="5"/>
                      <a:pt x="6" y="4"/>
                      <a:pt x="7" y="4"/>
                    </a:cubicBezTo>
                    <a:cubicBezTo>
                      <a:pt x="9" y="4"/>
                      <a:pt x="11" y="5"/>
                      <a:pt x="11" y="7"/>
                    </a:cubicBezTo>
                    <a:cubicBezTo>
                      <a:pt x="11" y="9"/>
                      <a:pt x="9" y="10"/>
                      <a:pt x="7" y="10"/>
                    </a:cubicBezTo>
                    <a:cubicBezTo>
                      <a:pt x="6" y="10"/>
                      <a:pt x="4" y="9"/>
                      <a:pt x="4" y="7"/>
                    </a:cubicBezTo>
                    <a:cubicBezTo>
                      <a:pt x="2" y="7"/>
                      <a:pt x="2" y="7"/>
                      <a:pt x="2" y="7"/>
                    </a:cubicBezTo>
                    <a:cubicBezTo>
                      <a:pt x="0" y="7"/>
                      <a:pt x="0" y="7"/>
                      <a:pt x="0" y="7"/>
                    </a:cubicBezTo>
                    <a:cubicBezTo>
                      <a:pt x="0" y="11"/>
                      <a:pt x="3" y="14"/>
                      <a:pt x="7" y="14"/>
                    </a:cubicBezTo>
                    <a:cubicBezTo>
                      <a:pt x="11" y="14"/>
                      <a:pt x="15" y="11"/>
                      <a:pt x="15" y="7"/>
                    </a:cubicBezTo>
                    <a:cubicBezTo>
                      <a:pt x="15" y="3"/>
                      <a:pt x="11" y="0"/>
                      <a:pt x="7" y="0"/>
                    </a:cubicBezTo>
                    <a:cubicBezTo>
                      <a:pt x="3" y="0"/>
                      <a:pt x="0" y="3"/>
                      <a:pt x="0" y="7"/>
                    </a:cubicBezTo>
                    <a:lnTo>
                      <a:pt x="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07" name="Google Shape;1007;p17"/>
              <p:cNvSpPr/>
              <p:nvPr/>
            </p:nvSpPr>
            <p:spPr>
              <a:xfrm>
                <a:off x="4917389" y="3595227"/>
                <a:ext cx="1295792" cy="217384"/>
              </a:xfrm>
              <a:custGeom>
                <a:rect b="b" l="l" r="r" t="t"/>
                <a:pathLst>
                  <a:path extrusionOk="0" h="102" w="608">
                    <a:moveTo>
                      <a:pt x="0" y="4"/>
                    </a:moveTo>
                    <a:lnTo>
                      <a:pt x="207" y="4"/>
                    </a:lnTo>
                    <a:lnTo>
                      <a:pt x="305" y="102"/>
                    </a:lnTo>
                    <a:lnTo>
                      <a:pt x="498" y="102"/>
                    </a:lnTo>
                    <a:lnTo>
                      <a:pt x="539" y="61"/>
                    </a:lnTo>
                    <a:lnTo>
                      <a:pt x="608" y="61"/>
                    </a:lnTo>
                    <a:lnTo>
                      <a:pt x="608" y="57"/>
                    </a:lnTo>
                    <a:lnTo>
                      <a:pt x="537" y="57"/>
                    </a:lnTo>
                    <a:lnTo>
                      <a:pt x="497" y="98"/>
                    </a:lnTo>
                    <a:lnTo>
                      <a:pt x="307" y="98"/>
                    </a:lnTo>
                    <a:lnTo>
                      <a:pt x="210" y="0"/>
                    </a:lnTo>
                    <a:lnTo>
                      <a:pt x="0" y="0"/>
                    </a:lnTo>
                    <a:lnTo>
                      <a:pt x="0" y="4"/>
                    </a:lnTo>
                    <a:lnTo>
                      <a:pt x="0" y="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08" name="Google Shape;1008;p17"/>
              <p:cNvSpPr/>
              <p:nvPr/>
            </p:nvSpPr>
            <p:spPr>
              <a:xfrm>
                <a:off x="5933990" y="3716706"/>
                <a:ext cx="31969" cy="34099"/>
              </a:xfrm>
              <a:custGeom>
                <a:rect b="b" l="l" r="r" t="t"/>
                <a:pathLst>
                  <a:path extrusionOk="0" h="15" w="14">
                    <a:moveTo>
                      <a:pt x="2" y="8"/>
                    </a:moveTo>
                    <a:cubicBezTo>
                      <a:pt x="4" y="8"/>
                      <a:pt x="4" y="8"/>
                      <a:pt x="4" y="8"/>
                    </a:cubicBezTo>
                    <a:cubicBezTo>
                      <a:pt x="4" y="6"/>
                      <a:pt x="5" y="4"/>
                      <a:pt x="7" y="4"/>
                    </a:cubicBezTo>
                    <a:cubicBezTo>
                      <a:pt x="8" y="4"/>
                      <a:pt x="10" y="6"/>
                      <a:pt x="10" y="8"/>
                    </a:cubicBezTo>
                    <a:cubicBezTo>
                      <a:pt x="10" y="9"/>
                      <a:pt x="8" y="11"/>
                      <a:pt x="7" y="11"/>
                    </a:cubicBezTo>
                    <a:cubicBezTo>
                      <a:pt x="5" y="11"/>
                      <a:pt x="4" y="9"/>
                      <a:pt x="4" y="8"/>
                    </a:cubicBezTo>
                    <a:cubicBezTo>
                      <a:pt x="2" y="8"/>
                      <a:pt x="2" y="8"/>
                      <a:pt x="2" y="8"/>
                    </a:cubicBezTo>
                    <a:cubicBezTo>
                      <a:pt x="0" y="8"/>
                      <a:pt x="0" y="8"/>
                      <a:pt x="0" y="8"/>
                    </a:cubicBezTo>
                    <a:cubicBezTo>
                      <a:pt x="0" y="11"/>
                      <a:pt x="3" y="15"/>
                      <a:pt x="7" y="15"/>
                    </a:cubicBezTo>
                    <a:cubicBezTo>
                      <a:pt x="11" y="15"/>
                      <a:pt x="14" y="11"/>
                      <a:pt x="14" y="8"/>
                    </a:cubicBezTo>
                    <a:cubicBezTo>
                      <a:pt x="14" y="4"/>
                      <a:pt x="11" y="0"/>
                      <a:pt x="7" y="0"/>
                    </a:cubicBezTo>
                    <a:cubicBezTo>
                      <a:pt x="3" y="0"/>
                      <a:pt x="0" y="4"/>
                      <a:pt x="0" y="8"/>
                    </a:cubicBezTo>
                    <a:lnTo>
                      <a:pt x="2"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09" name="Google Shape;1009;p17"/>
              <p:cNvSpPr/>
              <p:nvPr/>
            </p:nvSpPr>
            <p:spPr>
              <a:xfrm>
                <a:off x="5286094" y="3495059"/>
                <a:ext cx="29837" cy="31969"/>
              </a:xfrm>
              <a:custGeom>
                <a:rect b="b" l="l" r="r" t="t"/>
                <a:pathLst>
                  <a:path extrusionOk="0" h="15" w="14">
                    <a:moveTo>
                      <a:pt x="2" y="8"/>
                    </a:moveTo>
                    <a:cubicBezTo>
                      <a:pt x="4" y="8"/>
                      <a:pt x="4" y="8"/>
                      <a:pt x="4" y="8"/>
                    </a:cubicBezTo>
                    <a:cubicBezTo>
                      <a:pt x="4" y="6"/>
                      <a:pt x="5" y="4"/>
                      <a:pt x="7" y="4"/>
                    </a:cubicBezTo>
                    <a:cubicBezTo>
                      <a:pt x="9" y="4"/>
                      <a:pt x="10" y="6"/>
                      <a:pt x="10" y="8"/>
                    </a:cubicBezTo>
                    <a:cubicBezTo>
                      <a:pt x="10" y="9"/>
                      <a:pt x="9" y="11"/>
                      <a:pt x="7" y="11"/>
                    </a:cubicBezTo>
                    <a:cubicBezTo>
                      <a:pt x="5" y="11"/>
                      <a:pt x="4" y="9"/>
                      <a:pt x="4" y="8"/>
                    </a:cubicBezTo>
                    <a:cubicBezTo>
                      <a:pt x="2" y="8"/>
                      <a:pt x="2" y="8"/>
                      <a:pt x="2" y="8"/>
                    </a:cubicBezTo>
                    <a:cubicBezTo>
                      <a:pt x="0" y="8"/>
                      <a:pt x="0" y="8"/>
                      <a:pt x="0" y="8"/>
                    </a:cubicBezTo>
                    <a:cubicBezTo>
                      <a:pt x="0" y="11"/>
                      <a:pt x="3" y="15"/>
                      <a:pt x="7" y="15"/>
                    </a:cubicBezTo>
                    <a:cubicBezTo>
                      <a:pt x="11" y="15"/>
                      <a:pt x="14" y="11"/>
                      <a:pt x="14" y="8"/>
                    </a:cubicBezTo>
                    <a:cubicBezTo>
                      <a:pt x="14" y="4"/>
                      <a:pt x="11" y="0"/>
                      <a:pt x="7" y="0"/>
                    </a:cubicBezTo>
                    <a:cubicBezTo>
                      <a:pt x="3" y="0"/>
                      <a:pt x="0" y="4"/>
                      <a:pt x="0" y="8"/>
                    </a:cubicBezTo>
                    <a:lnTo>
                      <a:pt x="2"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10" name="Google Shape;1010;p17"/>
              <p:cNvSpPr/>
              <p:nvPr/>
            </p:nvSpPr>
            <p:spPr>
              <a:xfrm>
                <a:off x="5311668" y="3507847"/>
                <a:ext cx="632979" cy="219516"/>
              </a:xfrm>
              <a:custGeom>
                <a:rect b="b" l="l" r="r" t="t"/>
                <a:pathLst>
                  <a:path extrusionOk="0" h="103" w="297">
                    <a:moveTo>
                      <a:pt x="0" y="4"/>
                    </a:moveTo>
                    <a:lnTo>
                      <a:pt x="39" y="4"/>
                    </a:lnTo>
                    <a:lnTo>
                      <a:pt x="115" y="79"/>
                    </a:lnTo>
                    <a:lnTo>
                      <a:pt x="270" y="79"/>
                    </a:lnTo>
                    <a:lnTo>
                      <a:pt x="294" y="103"/>
                    </a:lnTo>
                    <a:lnTo>
                      <a:pt x="297" y="100"/>
                    </a:lnTo>
                    <a:lnTo>
                      <a:pt x="272" y="75"/>
                    </a:lnTo>
                    <a:lnTo>
                      <a:pt x="117" y="75"/>
                    </a:lnTo>
                    <a:lnTo>
                      <a:pt x="41" y="0"/>
                    </a:lnTo>
                    <a:lnTo>
                      <a:pt x="0" y="0"/>
                    </a:lnTo>
                    <a:lnTo>
                      <a:pt x="0" y="4"/>
                    </a:lnTo>
                    <a:lnTo>
                      <a:pt x="0" y="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011" name="Google Shape;1011;p17"/>
            <p:cNvGrpSpPr/>
            <p:nvPr/>
          </p:nvGrpSpPr>
          <p:grpSpPr>
            <a:xfrm flipH="1">
              <a:off x="841978" y="4702860"/>
              <a:ext cx="619332" cy="1338013"/>
              <a:chOff x="6850421" y="775628"/>
              <a:chExt cx="398541" cy="861012"/>
            </a:xfrm>
          </p:grpSpPr>
          <p:sp>
            <p:nvSpPr>
              <p:cNvPr id="1012" name="Google Shape;1012;p17"/>
              <p:cNvSpPr/>
              <p:nvPr/>
            </p:nvSpPr>
            <p:spPr>
              <a:xfrm>
                <a:off x="6850421" y="1604672"/>
                <a:ext cx="34100" cy="31969"/>
              </a:xfrm>
              <a:custGeom>
                <a:rect b="b" l="l" r="r" t="t"/>
                <a:pathLst>
                  <a:path extrusionOk="0" h="15" w="15">
                    <a:moveTo>
                      <a:pt x="13" y="8"/>
                    </a:moveTo>
                    <a:cubicBezTo>
                      <a:pt x="11" y="8"/>
                      <a:pt x="11" y="8"/>
                      <a:pt x="11" y="8"/>
                    </a:cubicBezTo>
                    <a:cubicBezTo>
                      <a:pt x="11" y="9"/>
                      <a:pt x="9" y="11"/>
                      <a:pt x="7" y="11"/>
                    </a:cubicBezTo>
                    <a:cubicBezTo>
                      <a:pt x="6" y="11"/>
                      <a:pt x="4" y="9"/>
                      <a:pt x="4" y="8"/>
                    </a:cubicBezTo>
                    <a:cubicBezTo>
                      <a:pt x="4" y="6"/>
                      <a:pt x="6" y="4"/>
                      <a:pt x="7" y="4"/>
                    </a:cubicBezTo>
                    <a:cubicBezTo>
                      <a:pt x="9" y="4"/>
                      <a:pt x="11" y="6"/>
                      <a:pt x="11" y="8"/>
                    </a:cubicBezTo>
                    <a:cubicBezTo>
                      <a:pt x="13" y="8"/>
                      <a:pt x="13" y="8"/>
                      <a:pt x="13" y="8"/>
                    </a:cubicBezTo>
                    <a:cubicBezTo>
                      <a:pt x="15" y="8"/>
                      <a:pt x="15" y="8"/>
                      <a:pt x="15" y="8"/>
                    </a:cubicBezTo>
                    <a:cubicBezTo>
                      <a:pt x="15" y="4"/>
                      <a:pt x="11" y="0"/>
                      <a:pt x="7" y="0"/>
                    </a:cubicBezTo>
                    <a:cubicBezTo>
                      <a:pt x="3" y="0"/>
                      <a:pt x="0" y="4"/>
                      <a:pt x="0" y="8"/>
                    </a:cubicBezTo>
                    <a:cubicBezTo>
                      <a:pt x="0" y="12"/>
                      <a:pt x="3" y="15"/>
                      <a:pt x="7" y="15"/>
                    </a:cubicBezTo>
                    <a:cubicBezTo>
                      <a:pt x="11" y="15"/>
                      <a:pt x="15" y="12"/>
                      <a:pt x="15" y="8"/>
                    </a:cubicBezTo>
                    <a:lnTo>
                      <a:pt x="13"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13" name="Google Shape;1013;p17"/>
              <p:cNvSpPr/>
              <p:nvPr/>
            </p:nvSpPr>
            <p:spPr>
              <a:xfrm>
                <a:off x="7138138" y="775628"/>
                <a:ext cx="31969" cy="31969"/>
              </a:xfrm>
              <a:custGeom>
                <a:rect b="b" l="l" r="r" t="t"/>
                <a:pathLst>
                  <a:path extrusionOk="0" h="14" w="14">
                    <a:moveTo>
                      <a:pt x="12" y="7"/>
                    </a:moveTo>
                    <a:cubicBezTo>
                      <a:pt x="10" y="7"/>
                      <a:pt x="10" y="7"/>
                      <a:pt x="10" y="7"/>
                    </a:cubicBezTo>
                    <a:cubicBezTo>
                      <a:pt x="10" y="9"/>
                      <a:pt x="9" y="10"/>
                      <a:pt x="7" y="10"/>
                    </a:cubicBezTo>
                    <a:cubicBezTo>
                      <a:pt x="6" y="10"/>
                      <a:pt x="4" y="9"/>
                      <a:pt x="4" y="7"/>
                    </a:cubicBezTo>
                    <a:cubicBezTo>
                      <a:pt x="4" y="5"/>
                      <a:pt x="6"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14" name="Google Shape;1014;p17"/>
              <p:cNvSpPr/>
              <p:nvPr/>
            </p:nvSpPr>
            <p:spPr>
              <a:xfrm>
                <a:off x="6861077" y="794810"/>
                <a:ext cx="387885" cy="814124"/>
              </a:xfrm>
              <a:custGeom>
                <a:rect b="b" l="l" r="r" t="t"/>
                <a:pathLst>
                  <a:path extrusionOk="0" h="382" w="182">
                    <a:moveTo>
                      <a:pt x="5" y="382"/>
                    </a:moveTo>
                    <a:lnTo>
                      <a:pt x="5" y="306"/>
                    </a:lnTo>
                    <a:lnTo>
                      <a:pt x="79" y="231"/>
                    </a:lnTo>
                    <a:lnTo>
                      <a:pt x="146" y="231"/>
                    </a:lnTo>
                    <a:lnTo>
                      <a:pt x="182" y="194"/>
                    </a:lnTo>
                    <a:lnTo>
                      <a:pt x="182" y="40"/>
                    </a:lnTo>
                    <a:lnTo>
                      <a:pt x="142" y="0"/>
                    </a:lnTo>
                    <a:lnTo>
                      <a:pt x="140" y="3"/>
                    </a:lnTo>
                    <a:lnTo>
                      <a:pt x="178" y="42"/>
                    </a:lnTo>
                    <a:lnTo>
                      <a:pt x="178" y="192"/>
                    </a:lnTo>
                    <a:lnTo>
                      <a:pt x="143" y="227"/>
                    </a:lnTo>
                    <a:lnTo>
                      <a:pt x="78" y="227"/>
                    </a:lnTo>
                    <a:lnTo>
                      <a:pt x="0" y="304"/>
                    </a:lnTo>
                    <a:lnTo>
                      <a:pt x="0" y="382"/>
                    </a:lnTo>
                    <a:lnTo>
                      <a:pt x="5" y="382"/>
                    </a:lnTo>
                    <a:lnTo>
                      <a:pt x="5" y="38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1015" name="Google Shape;1015;p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1016" name="Google Shape;1016;p17"/>
          <p:cNvSpPr txBox="1"/>
          <p:nvPr>
            <p:ph idx="1" type="subTitle"/>
          </p:nvPr>
        </p:nvSpPr>
        <p:spPr>
          <a:xfrm>
            <a:off x="4848375" y="1640575"/>
            <a:ext cx="3582300" cy="20700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b="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017" name="Google Shape;1017;p17"/>
          <p:cNvSpPr txBox="1"/>
          <p:nvPr>
            <p:ph idx="2" type="subTitle"/>
          </p:nvPr>
        </p:nvSpPr>
        <p:spPr>
          <a:xfrm>
            <a:off x="713325" y="1640575"/>
            <a:ext cx="3582300" cy="20700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b="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1018" name="Shape 1018"/>
        <p:cNvGrpSpPr/>
        <p:nvPr/>
      </p:nvGrpSpPr>
      <p:grpSpPr>
        <a:xfrm>
          <a:off x="0" y="0"/>
          <a:ext cx="0" cy="0"/>
          <a:chOff x="0" y="0"/>
          <a:chExt cx="0" cy="0"/>
        </a:xfrm>
      </p:grpSpPr>
      <p:pic>
        <p:nvPicPr>
          <p:cNvPr id="1019" name="Google Shape;1019;p18"/>
          <p:cNvPicPr preferRelativeResize="0"/>
          <p:nvPr/>
        </p:nvPicPr>
        <p:blipFill rotWithShape="1">
          <a:blip r:embed="rId2">
            <a:alphaModFix/>
          </a:blip>
          <a:srcRect b="901" l="0" r="990" t="0"/>
          <a:stretch/>
        </p:blipFill>
        <p:spPr>
          <a:xfrm>
            <a:off x="0" y="0"/>
            <a:ext cx="9144003" cy="5143500"/>
          </a:xfrm>
          <a:prstGeom prst="rect">
            <a:avLst/>
          </a:prstGeom>
          <a:noFill/>
          <a:ln>
            <a:noFill/>
          </a:ln>
        </p:spPr>
      </p:pic>
      <p:grpSp>
        <p:nvGrpSpPr>
          <p:cNvPr id="1020" name="Google Shape;1020;p18"/>
          <p:cNvGrpSpPr/>
          <p:nvPr/>
        </p:nvGrpSpPr>
        <p:grpSpPr>
          <a:xfrm>
            <a:off x="-995975" y="-1108125"/>
            <a:ext cx="11299300" cy="7403525"/>
            <a:chOff x="-995975" y="-1108125"/>
            <a:chExt cx="11299300" cy="7403525"/>
          </a:xfrm>
        </p:grpSpPr>
        <p:sp>
          <p:nvSpPr>
            <p:cNvPr id="1021" name="Google Shape;1021;p18"/>
            <p:cNvSpPr/>
            <p:nvPr/>
          </p:nvSpPr>
          <p:spPr>
            <a:xfrm>
              <a:off x="-512050" y="4669675"/>
              <a:ext cx="1417200" cy="10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022" name="Google Shape;1022;p18"/>
            <p:cNvSpPr/>
            <p:nvPr/>
          </p:nvSpPr>
          <p:spPr>
            <a:xfrm>
              <a:off x="-995975" y="4916110"/>
              <a:ext cx="1417200" cy="10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023" name="Google Shape;1023;p18"/>
            <p:cNvSpPr/>
            <p:nvPr/>
          </p:nvSpPr>
          <p:spPr>
            <a:xfrm>
              <a:off x="8886125" y="1153700"/>
              <a:ext cx="1417200" cy="10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024" name="Google Shape;1024;p18"/>
            <p:cNvSpPr/>
            <p:nvPr/>
          </p:nvSpPr>
          <p:spPr>
            <a:xfrm>
              <a:off x="8609550" y="1392375"/>
              <a:ext cx="1417200" cy="10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025" name="Google Shape;1025;p18"/>
            <p:cNvSpPr/>
            <p:nvPr/>
          </p:nvSpPr>
          <p:spPr>
            <a:xfrm rot="5400000">
              <a:off x="7085625" y="5533700"/>
              <a:ext cx="1417200" cy="10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026" name="Google Shape;1026;p18"/>
            <p:cNvSpPr/>
            <p:nvPr/>
          </p:nvSpPr>
          <p:spPr>
            <a:xfrm rot="5400000">
              <a:off x="1259775" y="-452625"/>
              <a:ext cx="1417200" cy="10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1027" name="Google Shape;1027;p18"/>
          <p:cNvGrpSpPr/>
          <p:nvPr/>
        </p:nvGrpSpPr>
        <p:grpSpPr>
          <a:xfrm>
            <a:off x="-790820" y="-32167"/>
            <a:ext cx="10389925" cy="4945602"/>
            <a:chOff x="-790820" y="-32167"/>
            <a:chExt cx="10389925" cy="4945602"/>
          </a:xfrm>
        </p:grpSpPr>
        <p:grpSp>
          <p:nvGrpSpPr>
            <p:cNvPr id="1028" name="Google Shape;1028;p18"/>
            <p:cNvGrpSpPr/>
            <p:nvPr/>
          </p:nvGrpSpPr>
          <p:grpSpPr>
            <a:xfrm rot="5400000">
              <a:off x="8563445" y="3974459"/>
              <a:ext cx="1064856" cy="813093"/>
              <a:chOff x="3843246" y="357910"/>
              <a:chExt cx="667078" cy="509361"/>
            </a:xfrm>
          </p:grpSpPr>
          <p:sp>
            <p:nvSpPr>
              <p:cNvPr id="1029" name="Google Shape;1029;p18"/>
              <p:cNvSpPr/>
              <p:nvPr/>
            </p:nvSpPr>
            <p:spPr>
              <a:xfrm>
                <a:off x="3870952" y="385616"/>
                <a:ext cx="626584" cy="471000"/>
              </a:xfrm>
              <a:custGeom>
                <a:rect b="b" l="l" r="r" t="t"/>
                <a:pathLst>
                  <a:path extrusionOk="0" h="221" w="294">
                    <a:moveTo>
                      <a:pt x="290" y="0"/>
                    </a:moveTo>
                    <a:lnTo>
                      <a:pt x="290" y="78"/>
                    </a:lnTo>
                    <a:lnTo>
                      <a:pt x="151" y="217"/>
                    </a:lnTo>
                    <a:lnTo>
                      <a:pt x="0" y="217"/>
                    </a:lnTo>
                    <a:lnTo>
                      <a:pt x="0" y="221"/>
                    </a:lnTo>
                    <a:lnTo>
                      <a:pt x="153" y="221"/>
                    </a:lnTo>
                    <a:lnTo>
                      <a:pt x="294" y="80"/>
                    </a:lnTo>
                    <a:lnTo>
                      <a:pt x="294" y="0"/>
                    </a:lnTo>
                    <a:lnTo>
                      <a:pt x="290" y="0"/>
                    </a:lnTo>
                    <a:lnTo>
                      <a:pt x="29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30" name="Google Shape;1030;p18"/>
              <p:cNvSpPr/>
              <p:nvPr/>
            </p:nvSpPr>
            <p:spPr>
              <a:xfrm>
                <a:off x="3843246" y="835302"/>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5"/>
                      <a:pt x="5"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31" name="Google Shape;1031;p18"/>
              <p:cNvSpPr/>
              <p:nvPr/>
            </p:nvSpPr>
            <p:spPr>
              <a:xfrm>
                <a:off x="4478354" y="357910"/>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6"/>
                      <a:pt x="5" y="4"/>
                      <a:pt x="7" y="4"/>
                    </a:cubicBezTo>
                    <a:cubicBezTo>
                      <a:pt x="9" y="4"/>
                      <a:pt x="10" y="6"/>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032" name="Google Shape;1032;p18"/>
            <p:cNvGrpSpPr/>
            <p:nvPr/>
          </p:nvGrpSpPr>
          <p:grpSpPr>
            <a:xfrm rot="5400000">
              <a:off x="8517242" y="3526701"/>
              <a:ext cx="1337026" cy="826702"/>
              <a:chOff x="3421261" y="191675"/>
              <a:chExt cx="837578" cy="517886"/>
            </a:xfrm>
          </p:grpSpPr>
          <p:sp>
            <p:nvSpPr>
              <p:cNvPr id="1033" name="Google Shape;1033;p18"/>
              <p:cNvSpPr/>
              <p:nvPr/>
            </p:nvSpPr>
            <p:spPr>
              <a:xfrm>
                <a:off x="3421261" y="679724"/>
                <a:ext cx="31969" cy="29837"/>
              </a:xfrm>
              <a:custGeom>
                <a:rect b="b" l="l" r="r" t="t"/>
                <a:pathLst>
                  <a:path extrusionOk="0" h="14" w="14">
                    <a:moveTo>
                      <a:pt x="12" y="7"/>
                    </a:moveTo>
                    <a:cubicBezTo>
                      <a:pt x="10" y="7"/>
                      <a:pt x="10" y="7"/>
                      <a:pt x="10" y="7"/>
                    </a:cubicBezTo>
                    <a:cubicBezTo>
                      <a:pt x="10" y="8"/>
                      <a:pt x="9" y="10"/>
                      <a:pt x="7" y="10"/>
                    </a:cubicBezTo>
                    <a:cubicBezTo>
                      <a:pt x="5" y="10"/>
                      <a:pt x="4" y="8"/>
                      <a:pt x="4" y="7"/>
                    </a:cubicBezTo>
                    <a:cubicBezTo>
                      <a:pt x="4" y="5"/>
                      <a:pt x="5"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34" name="Google Shape;1034;p18"/>
              <p:cNvSpPr/>
              <p:nvPr/>
            </p:nvSpPr>
            <p:spPr>
              <a:xfrm>
                <a:off x="3442573" y="191675"/>
                <a:ext cx="816266" cy="498704"/>
              </a:xfrm>
              <a:custGeom>
                <a:rect b="b" l="l" r="r" t="t"/>
                <a:pathLst>
                  <a:path extrusionOk="0" h="234" w="383">
                    <a:moveTo>
                      <a:pt x="379" y="0"/>
                    </a:moveTo>
                    <a:lnTo>
                      <a:pt x="379" y="106"/>
                    </a:lnTo>
                    <a:lnTo>
                      <a:pt x="301" y="185"/>
                    </a:lnTo>
                    <a:lnTo>
                      <a:pt x="46" y="185"/>
                    </a:lnTo>
                    <a:lnTo>
                      <a:pt x="0" y="231"/>
                    </a:lnTo>
                    <a:lnTo>
                      <a:pt x="3" y="234"/>
                    </a:lnTo>
                    <a:lnTo>
                      <a:pt x="47" y="190"/>
                    </a:lnTo>
                    <a:lnTo>
                      <a:pt x="302" y="190"/>
                    </a:lnTo>
                    <a:lnTo>
                      <a:pt x="383" y="108"/>
                    </a:lnTo>
                    <a:lnTo>
                      <a:pt x="383" y="0"/>
                    </a:lnTo>
                    <a:lnTo>
                      <a:pt x="379" y="0"/>
                    </a:lnTo>
                    <a:lnTo>
                      <a:pt x="379"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035" name="Google Shape;1035;p18"/>
            <p:cNvGrpSpPr/>
            <p:nvPr/>
          </p:nvGrpSpPr>
          <p:grpSpPr>
            <a:xfrm>
              <a:off x="-790820" y="-32167"/>
              <a:ext cx="2156910" cy="506908"/>
              <a:chOff x="4891825" y="3495059"/>
              <a:chExt cx="1351193" cy="317552"/>
            </a:xfrm>
          </p:grpSpPr>
          <p:sp>
            <p:nvSpPr>
              <p:cNvPr id="1036" name="Google Shape;1036;p18"/>
              <p:cNvSpPr/>
              <p:nvPr/>
            </p:nvSpPr>
            <p:spPr>
              <a:xfrm>
                <a:off x="6208918" y="3706050"/>
                <a:ext cx="34100" cy="31969"/>
              </a:xfrm>
              <a:custGeom>
                <a:rect b="b" l="l" r="r" t="t"/>
                <a:pathLst>
                  <a:path extrusionOk="0" h="15" w="15">
                    <a:moveTo>
                      <a:pt x="2" y="7"/>
                    </a:moveTo>
                    <a:cubicBezTo>
                      <a:pt x="4" y="7"/>
                      <a:pt x="4" y="7"/>
                      <a:pt x="4" y="7"/>
                    </a:cubicBezTo>
                    <a:cubicBezTo>
                      <a:pt x="4" y="6"/>
                      <a:pt x="6" y="4"/>
                      <a:pt x="8" y="4"/>
                    </a:cubicBezTo>
                    <a:cubicBezTo>
                      <a:pt x="9" y="4"/>
                      <a:pt x="11" y="6"/>
                      <a:pt x="11" y="7"/>
                    </a:cubicBezTo>
                    <a:cubicBezTo>
                      <a:pt x="11" y="9"/>
                      <a:pt x="9" y="11"/>
                      <a:pt x="8" y="11"/>
                    </a:cubicBezTo>
                    <a:cubicBezTo>
                      <a:pt x="6" y="11"/>
                      <a:pt x="4" y="9"/>
                      <a:pt x="4" y="7"/>
                    </a:cubicBezTo>
                    <a:cubicBezTo>
                      <a:pt x="2" y="7"/>
                      <a:pt x="2" y="7"/>
                      <a:pt x="2" y="7"/>
                    </a:cubicBezTo>
                    <a:cubicBezTo>
                      <a:pt x="0" y="7"/>
                      <a:pt x="0" y="7"/>
                      <a:pt x="0" y="7"/>
                    </a:cubicBezTo>
                    <a:cubicBezTo>
                      <a:pt x="0" y="11"/>
                      <a:pt x="4" y="15"/>
                      <a:pt x="8" y="15"/>
                    </a:cubicBezTo>
                    <a:cubicBezTo>
                      <a:pt x="12" y="15"/>
                      <a:pt x="15" y="11"/>
                      <a:pt x="15" y="7"/>
                    </a:cubicBezTo>
                    <a:cubicBezTo>
                      <a:pt x="15" y="3"/>
                      <a:pt x="12" y="0"/>
                      <a:pt x="8" y="0"/>
                    </a:cubicBezTo>
                    <a:cubicBezTo>
                      <a:pt x="4" y="0"/>
                      <a:pt x="0" y="3"/>
                      <a:pt x="0" y="7"/>
                    </a:cubicBezTo>
                    <a:lnTo>
                      <a:pt x="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37" name="Google Shape;1037;p18"/>
              <p:cNvSpPr/>
              <p:nvPr/>
            </p:nvSpPr>
            <p:spPr>
              <a:xfrm>
                <a:off x="4891825" y="3584575"/>
                <a:ext cx="29825" cy="29825"/>
              </a:xfrm>
              <a:custGeom>
                <a:rect b="b" l="l" r="r" t="t"/>
                <a:pathLst>
                  <a:path extrusionOk="0" h="14" w="15">
                    <a:moveTo>
                      <a:pt x="2" y="7"/>
                    </a:moveTo>
                    <a:cubicBezTo>
                      <a:pt x="4" y="7"/>
                      <a:pt x="4" y="7"/>
                      <a:pt x="4" y="7"/>
                    </a:cubicBezTo>
                    <a:cubicBezTo>
                      <a:pt x="4" y="5"/>
                      <a:pt x="6" y="4"/>
                      <a:pt x="7" y="4"/>
                    </a:cubicBezTo>
                    <a:cubicBezTo>
                      <a:pt x="9" y="4"/>
                      <a:pt x="11" y="5"/>
                      <a:pt x="11" y="7"/>
                    </a:cubicBezTo>
                    <a:cubicBezTo>
                      <a:pt x="11" y="9"/>
                      <a:pt x="9" y="10"/>
                      <a:pt x="7" y="10"/>
                    </a:cubicBezTo>
                    <a:cubicBezTo>
                      <a:pt x="6" y="10"/>
                      <a:pt x="4" y="9"/>
                      <a:pt x="4" y="7"/>
                    </a:cubicBezTo>
                    <a:cubicBezTo>
                      <a:pt x="2" y="7"/>
                      <a:pt x="2" y="7"/>
                      <a:pt x="2" y="7"/>
                    </a:cubicBezTo>
                    <a:cubicBezTo>
                      <a:pt x="0" y="7"/>
                      <a:pt x="0" y="7"/>
                      <a:pt x="0" y="7"/>
                    </a:cubicBezTo>
                    <a:cubicBezTo>
                      <a:pt x="0" y="11"/>
                      <a:pt x="3" y="14"/>
                      <a:pt x="7" y="14"/>
                    </a:cubicBezTo>
                    <a:cubicBezTo>
                      <a:pt x="11" y="14"/>
                      <a:pt x="15" y="11"/>
                      <a:pt x="15" y="7"/>
                    </a:cubicBezTo>
                    <a:cubicBezTo>
                      <a:pt x="15" y="3"/>
                      <a:pt x="11" y="0"/>
                      <a:pt x="7" y="0"/>
                    </a:cubicBezTo>
                    <a:cubicBezTo>
                      <a:pt x="3" y="0"/>
                      <a:pt x="0" y="3"/>
                      <a:pt x="0" y="7"/>
                    </a:cubicBezTo>
                    <a:lnTo>
                      <a:pt x="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38" name="Google Shape;1038;p18"/>
              <p:cNvSpPr/>
              <p:nvPr/>
            </p:nvSpPr>
            <p:spPr>
              <a:xfrm>
                <a:off x="4917389" y="3595227"/>
                <a:ext cx="1295792" cy="217384"/>
              </a:xfrm>
              <a:custGeom>
                <a:rect b="b" l="l" r="r" t="t"/>
                <a:pathLst>
                  <a:path extrusionOk="0" h="102" w="608">
                    <a:moveTo>
                      <a:pt x="0" y="4"/>
                    </a:moveTo>
                    <a:lnTo>
                      <a:pt x="207" y="4"/>
                    </a:lnTo>
                    <a:lnTo>
                      <a:pt x="305" y="102"/>
                    </a:lnTo>
                    <a:lnTo>
                      <a:pt x="498" y="102"/>
                    </a:lnTo>
                    <a:lnTo>
                      <a:pt x="539" y="61"/>
                    </a:lnTo>
                    <a:lnTo>
                      <a:pt x="608" y="61"/>
                    </a:lnTo>
                    <a:lnTo>
                      <a:pt x="608" y="57"/>
                    </a:lnTo>
                    <a:lnTo>
                      <a:pt x="537" y="57"/>
                    </a:lnTo>
                    <a:lnTo>
                      <a:pt x="497" y="98"/>
                    </a:lnTo>
                    <a:lnTo>
                      <a:pt x="307" y="98"/>
                    </a:lnTo>
                    <a:lnTo>
                      <a:pt x="210" y="0"/>
                    </a:lnTo>
                    <a:lnTo>
                      <a:pt x="0" y="0"/>
                    </a:lnTo>
                    <a:lnTo>
                      <a:pt x="0" y="4"/>
                    </a:lnTo>
                    <a:lnTo>
                      <a:pt x="0" y="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39" name="Google Shape;1039;p18"/>
              <p:cNvSpPr/>
              <p:nvPr/>
            </p:nvSpPr>
            <p:spPr>
              <a:xfrm>
                <a:off x="5933990" y="3716706"/>
                <a:ext cx="31969" cy="34099"/>
              </a:xfrm>
              <a:custGeom>
                <a:rect b="b" l="l" r="r" t="t"/>
                <a:pathLst>
                  <a:path extrusionOk="0" h="15" w="14">
                    <a:moveTo>
                      <a:pt x="2" y="8"/>
                    </a:moveTo>
                    <a:cubicBezTo>
                      <a:pt x="4" y="8"/>
                      <a:pt x="4" y="8"/>
                      <a:pt x="4" y="8"/>
                    </a:cubicBezTo>
                    <a:cubicBezTo>
                      <a:pt x="4" y="6"/>
                      <a:pt x="5" y="4"/>
                      <a:pt x="7" y="4"/>
                    </a:cubicBezTo>
                    <a:cubicBezTo>
                      <a:pt x="8" y="4"/>
                      <a:pt x="10" y="6"/>
                      <a:pt x="10" y="8"/>
                    </a:cubicBezTo>
                    <a:cubicBezTo>
                      <a:pt x="10" y="9"/>
                      <a:pt x="8" y="11"/>
                      <a:pt x="7" y="11"/>
                    </a:cubicBezTo>
                    <a:cubicBezTo>
                      <a:pt x="5" y="11"/>
                      <a:pt x="4" y="9"/>
                      <a:pt x="4" y="8"/>
                    </a:cubicBezTo>
                    <a:cubicBezTo>
                      <a:pt x="2" y="8"/>
                      <a:pt x="2" y="8"/>
                      <a:pt x="2" y="8"/>
                    </a:cubicBezTo>
                    <a:cubicBezTo>
                      <a:pt x="0" y="8"/>
                      <a:pt x="0" y="8"/>
                      <a:pt x="0" y="8"/>
                    </a:cubicBezTo>
                    <a:cubicBezTo>
                      <a:pt x="0" y="11"/>
                      <a:pt x="3" y="15"/>
                      <a:pt x="7" y="15"/>
                    </a:cubicBezTo>
                    <a:cubicBezTo>
                      <a:pt x="11" y="15"/>
                      <a:pt x="14" y="11"/>
                      <a:pt x="14" y="8"/>
                    </a:cubicBezTo>
                    <a:cubicBezTo>
                      <a:pt x="14" y="4"/>
                      <a:pt x="11" y="0"/>
                      <a:pt x="7" y="0"/>
                    </a:cubicBezTo>
                    <a:cubicBezTo>
                      <a:pt x="3" y="0"/>
                      <a:pt x="0" y="4"/>
                      <a:pt x="0" y="8"/>
                    </a:cubicBezTo>
                    <a:lnTo>
                      <a:pt x="2"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40" name="Google Shape;1040;p18"/>
              <p:cNvSpPr/>
              <p:nvPr/>
            </p:nvSpPr>
            <p:spPr>
              <a:xfrm>
                <a:off x="5286094" y="3495059"/>
                <a:ext cx="29837" cy="31969"/>
              </a:xfrm>
              <a:custGeom>
                <a:rect b="b" l="l" r="r" t="t"/>
                <a:pathLst>
                  <a:path extrusionOk="0" h="15" w="14">
                    <a:moveTo>
                      <a:pt x="2" y="8"/>
                    </a:moveTo>
                    <a:cubicBezTo>
                      <a:pt x="4" y="8"/>
                      <a:pt x="4" y="8"/>
                      <a:pt x="4" y="8"/>
                    </a:cubicBezTo>
                    <a:cubicBezTo>
                      <a:pt x="4" y="6"/>
                      <a:pt x="5" y="4"/>
                      <a:pt x="7" y="4"/>
                    </a:cubicBezTo>
                    <a:cubicBezTo>
                      <a:pt x="9" y="4"/>
                      <a:pt x="10" y="6"/>
                      <a:pt x="10" y="8"/>
                    </a:cubicBezTo>
                    <a:cubicBezTo>
                      <a:pt x="10" y="9"/>
                      <a:pt x="9" y="11"/>
                      <a:pt x="7" y="11"/>
                    </a:cubicBezTo>
                    <a:cubicBezTo>
                      <a:pt x="5" y="11"/>
                      <a:pt x="4" y="9"/>
                      <a:pt x="4" y="8"/>
                    </a:cubicBezTo>
                    <a:cubicBezTo>
                      <a:pt x="2" y="8"/>
                      <a:pt x="2" y="8"/>
                      <a:pt x="2" y="8"/>
                    </a:cubicBezTo>
                    <a:cubicBezTo>
                      <a:pt x="0" y="8"/>
                      <a:pt x="0" y="8"/>
                      <a:pt x="0" y="8"/>
                    </a:cubicBezTo>
                    <a:cubicBezTo>
                      <a:pt x="0" y="11"/>
                      <a:pt x="3" y="15"/>
                      <a:pt x="7" y="15"/>
                    </a:cubicBezTo>
                    <a:cubicBezTo>
                      <a:pt x="11" y="15"/>
                      <a:pt x="14" y="11"/>
                      <a:pt x="14" y="8"/>
                    </a:cubicBezTo>
                    <a:cubicBezTo>
                      <a:pt x="14" y="4"/>
                      <a:pt x="11" y="0"/>
                      <a:pt x="7" y="0"/>
                    </a:cubicBezTo>
                    <a:cubicBezTo>
                      <a:pt x="3" y="0"/>
                      <a:pt x="0" y="4"/>
                      <a:pt x="0" y="8"/>
                    </a:cubicBezTo>
                    <a:lnTo>
                      <a:pt x="2"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41" name="Google Shape;1041;p18"/>
              <p:cNvSpPr/>
              <p:nvPr/>
            </p:nvSpPr>
            <p:spPr>
              <a:xfrm>
                <a:off x="5311668" y="3507847"/>
                <a:ext cx="632979" cy="219516"/>
              </a:xfrm>
              <a:custGeom>
                <a:rect b="b" l="l" r="r" t="t"/>
                <a:pathLst>
                  <a:path extrusionOk="0" h="103" w="297">
                    <a:moveTo>
                      <a:pt x="0" y="4"/>
                    </a:moveTo>
                    <a:lnTo>
                      <a:pt x="39" y="4"/>
                    </a:lnTo>
                    <a:lnTo>
                      <a:pt x="115" y="79"/>
                    </a:lnTo>
                    <a:lnTo>
                      <a:pt x="270" y="79"/>
                    </a:lnTo>
                    <a:lnTo>
                      <a:pt x="294" y="103"/>
                    </a:lnTo>
                    <a:lnTo>
                      <a:pt x="297" y="100"/>
                    </a:lnTo>
                    <a:lnTo>
                      <a:pt x="272" y="75"/>
                    </a:lnTo>
                    <a:lnTo>
                      <a:pt x="117" y="75"/>
                    </a:lnTo>
                    <a:lnTo>
                      <a:pt x="41" y="0"/>
                    </a:lnTo>
                    <a:lnTo>
                      <a:pt x="0" y="0"/>
                    </a:lnTo>
                    <a:lnTo>
                      <a:pt x="0" y="4"/>
                    </a:lnTo>
                    <a:lnTo>
                      <a:pt x="0" y="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042" name="Google Shape;1042;p18"/>
            <p:cNvGrpSpPr/>
            <p:nvPr/>
          </p:nvGrpSpPr>
          <p:grpSpPr>
            <a:xfrm rot="-5400000">
              <a:off x="-205329" y="3557422"/>
              <a:ext cx="204128" cy="1115878"/>
              <a:chOff x="6605329" y="191675"/>
              <a:chExt cx="127876" cy="699040"/>
            </a:xfrm>
          </p:grpSpPr>
          <p:sp>
            <p:nvSpPr>
              <p:cNvPr id="1043" name="Google Shape;1043;p18"/>
              <p:cNvSpPr/>
              <p:nvPr/>
            </p:nvSpPr>
            <p:spPr>
              <a:xfrm>
                <a:off x="6701235" y="858746"/>
                <a:ext cx="31969" cy="31969"/>
              </a:xfrm>
              <a:custGeom>
                <a:rect b="b" l="l" r="r" t="t"/>
                <a:pathLst>
                  <a:path extrusionOk="0" h="14" w="15">
                    <a:moveTo>
                      <a:pt x="13" y="7"/>
                    </a:moveTo>
                    <a:cubicBezTo>
                      <a:pt x="11" y="7"/>
                      <a:pt x="11" y="7"/>
                      <a:pt x="11" y="7"/>
                    </a:cubicBezTo>
                    <a:cubicBezTo>
                      <a:pt x="11" y="9"/>
                      <a:pt x="9" y="10"/>
                      <a:pt x="7" y="10"/>
                    </a:cubicBezTo>
                    <a:cubicBezTo>
                      <a:pt x="6" y="10"/>
                      <a:pt x="4" y="9"/>
                      <a:pt x="4" y="7"/>
                    </a:cubicBezTo>
                    <a:cubicBezTo>
                      <a:pt x="4" y="5"/>
                      <a:pt x="6" y="4"/>
                      <a:pt x="7" y="4"/>
                    </a:cubicBezTo>
                    <a:cubicBezTo>
                      <a:pt x="9" y="4"/>
                      <a:pt x="11" y="5"/>
                      <a:pt x="11" y="7"/>
                    </a:cubicBezTo>
                    <a:cubicBezTo>
                      <a:pt x="13" y="7"/>
                      <a:pt x="13" y="7"/>
                      <a:pt x="13" y="7"/>
                    </a:cubicBezTo>
                    <a:cubicBezTo>
                      <a:pt x="15" y="7"/>
                      <a:pt x="15" y="7"/>
                      <a:pt x="15" y="7"/>
                    </a:cubicBezTo>
                    <a:cubicBezTo>
                      <a:pt x="15" y="3"/>
                      <a:pt x="11" y="0"/>
                      <a:pt x="7" y="0"/>
                    </a:cubicBezTo>
                    <a:cubicBezTo>
                      <a:pt x="3" y="0"/>
                      <a:pt x="0" y="3"/>
                      <a:pt x="0" y="7"/>
                    </a:cubicBezTo>
                    <a:cubicBezTo>
                      <a:pt x="0" y="11"/>
                      <a:pt x="3" y="14"/>
                      <a:pt x="7" y="14"/>
                    </a:cubicBezTo>
                    <a:cubicBezTo>
                      <a:pt x="11" y="14"/>
                      <a:pt x="15" y="11"/>
                      <a:pt x="15" y="7"/>
                    </a:cubicBezTo>
                    <a:lnTo>
                      <a:pt x="13"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44" name="Google Shape;1044;p18"/>
              <p:cNvSpPr/>
              <p:nvPr/>
            </p:nvSpPr>
            <p:spPr>
              <a:xfrm>
                <a:off x="6605329" y="191675"/>
                <a:ext cx="115087" cy="671334"/>
              </a:xfrm>
              <a:custGeom>
                <a:rect b="b" l="l" r="r" t="t"/>
                <a:pathLst>
                  <a:path extrusionOk="0" h="315" w="54">
                    <a:moveTo>
                      <a:pt x="0" y="0"/>
                    </a:moveTo>
                    <a:lnTo>
                      <a:pt x="0" y="167"/>
                    </a:lnTo>
                    <a:lnTo>
                      <a:pt x="50" y="217"/>
                    </a:lnTo>
                    <a:lnTo>
                      <a:pt x="50" y="315"/>
                    </a:lnTo>
                    <a:lnTo>
                      <a:pt x="54" y="315"/>
                    </a:lnTo>
                    <a:lnTo>
                      <a:pt x="54" y="215"/>
                    </a:lnTo>
                    <a:lnTo>
                      <a:pt x="5" y="165"/>
                    </a:lnTo>
                    <a:lnTo>
                      <a:pt x="5" y="0"/>
                    </a:lnTo>
                    <a:lnTo>
                      <a:pt x="0" y="0"/>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1045" name="Google Shape;1045;p18"/>
          <p:cNvGrpSpPr/>
          <p:nvPr/>
        </p:nvGrpSpPr>
        <p:grpSpPr>
          <a:xfrm>
            <a:off x="369575" y="190012"/>
            <a:ext cx="8370163" cy="4726098"/>
            <a:chOff x="369575" y="190012"/>
            <a:chExt cx="8370163" cy="4726098"/>
          </a:xfrm>
        </p:grpSpPr>
        <p:grpSp>
          <p:nvGrpSpPr>
            <p:cNvPr id="1046" name="Google Shape;1046;p18"/>
            <p:cNvGrpSpPr/>
            <p:nvPr/>
          </p:nvGrpSpPr>
          <p:grpSpPr>
            <a:xfrm>
              <a:off x="369575" y="1325038"/>
              <a:ext cx="130200" cy="126125"/>
              <a:chOff x="3935725" y="167575"/>
              <a:chExt cx="130200" cy="126125"/>
            </a:xfrm>
          </p:grpSpPr>
          <p:sp>
            <p:nvSpPr>
              <p:cNvPr id="1047" name="Google Shape;1047;p18"/>
              <p:cNvSpPr/>
              <p:nvPr/>
            </p:nvSpPr>
            <p:spPr>
              <a:xfrm>
                <a:off x="3935725" y="167575"/>
                <a:ext cx="65100" cy="56400"/>
              </a:xfrm>
              <a:prstGeom prst="hexagon">
                <a:avLst>
                  <a:gd fmla="val 25000" name="adj"/>
                  <a:gd fmla="val 115470" name="vf"/>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048" name="Google Shape;1048;p18"/>
              <p:cNvSpPr/>
              <p:nvPr/>
            </p:nvSpPr>
            <p:spPr>
              <a:xfrm>
                <a:off x="4000825" y="201775"/>
                <a:ext cx="65100" cy="56400"/>
              </a:xfrm>
              <a:prstGeom prst="hexagon">
                <a:avLst>
                  <a:gd fmla="val 25000" name="adj"/>
                  <a:gd fmla="val 115470" name="vf"/>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049" name="Google Shape;1049;p18"/>
              <p:cNvSpPr/>
              <p:nvPr/>
            </p:nvSpPr>
            <p:spPr>
              <a:xfrm>
                <a:off x="3935725" y="237300"/>
                <a:ext cx="65100" cy="56400"/>
              </a:xfrm>
              <a:prstGeom prst="hexagon">
                <a:avLst>
                  <a:gd fmla="val 25000" name="adj"/>
                  <a:gd fmla="val 115470" name="vf"/>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1050" name="Google Shape;1050;p18"/>
            <p:cNvGrpSpPr/>
            <p:nvPr/>
          </p:nvGrpSpPr>
          <p:grpSpPr>
            <a:xfrm>
              <a:off x="8206229" y="190012"/>
              <a:ext cx="449076" cy="119073"/>
              <a:chOff x="7108302" y="2550931"/>
              <a:chExt cx="281323" cy="74593"/>
            </a:xfrm>
          </p:grpSpPr>
          <p:sp>
            <p:nvSpPr>
              <p:cNvPr id="1051" name="Google Shape;1051;p18"/>
              <p:cNvSpPr/>
              <p:nvPr/>
            </p:nvSpPr>
            <p:spPr>
              <a:xfrm>
                <a:off x="7347000" y="2550931"/>
                <a:ext cx="42625" cy="74593"/>
              </a:xfrm>
              <a:custGeom>
                <a:rect b="b" l="l" r="r" t="t"/>
                <a:pathLst>
                  <a:path extrusionOk="0" h="35" w="2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52" name="Google Shape;1052;p18"/>
              <p:cNvSpPr/>
              <p:nvPr/>
            </p:nvSpPr>
            <p:spPr>
              <a:xfrm>
                <a:off x="7285195" y="2550931"/>
                <a:ext cx="44757" cy="74593"/>
              </a:xfrm>
              <a:custGeom>
                <a:rect b="b" l="l" r="r" t="t"/>
                <a:pathLst>
                  <a:path extrusionOk="0" h="35" w="21">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53" name="Google Shape;1053;p18"/>
              <p:cNvSpPr/>
              <p:nvPr/>
            </p:nvSpPr>
            <p:spPr>
              <a:xfrm>
                <a:off x="7227651" y="2550931"/>
                <a:ext cx="42625" cy="74593"/>
              </a:xfrm>
              <a:custGeom>
                <a:rect b="b" l="l" r="r" t="t"/>
                <a:pathLst>
                  <a:path extrusionOk="0" h="35" w="2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54" name="Google Shape;1054;p18"/>
              <p:cNvSpPr/>
              <p:nvPr/>
            </p:nvSpPr>
            <p:spPr>
              <a:xfrm>
                <a:off x="7170108" y="2550931"/>
                <a:ext cx="42625" cy="74593"/>
              </a:xfrm>
              <a:custGeom>
                <a:rect b="b" l="l" r="r" t="t"/>
                <a:pathLst>
                  <a:path extrusionOk="0" h="35" w="2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55" name="Google Shape;1055;p18"/>
              <p:cNvSpPr/>
              <p:nvPr/>
            </p:nvSpPr>
            <p:spPr>
              <a:xfrm>
                <a:off x="7108302" y="2550931"/>
                <a:ext cx="42625" cy="74593"/>
              </a:xfrm>
              <a:custGeom>
                <a:rect b="b" l="l" r="r" t="t"/>
                <a:pathLst>
                  <a:path extrusionOk="0" h="35" w="2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56" name="Google Shape;1056;p18"/>
              <p:cNvSpPr/>
              <p:nvPr/>
            </p:nvSpPr>
            <p:spPr>
              <a:xfrm>
                <a:off x="7347000" y="2550931"/>
                <a:ext cx="42625" cy="74593"/>
              </a:xfrm>
              <a:custGeom>
                <a:rect b="b" l="l" r="r" t="t"/>
                <a:pathLst>
                  <a:path extrusionOk="0" h="35" w="2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57" name="Google Shape;1057;p18"/>
              <p:cNvSpPr/>
              <p:nvPr/>
            </p:nvSpPr>
            <p:spPr>
              <a:xfrm>
                <a:off x="7285195" y="2550931"/>
                <a:ext cx="44757" cy="74593"/>
              </a:xfrm>
              <a:custGeom>
                <a:rect b="b" l="l" r="r" t="t"/>
                <a:pathLst>
                  <a:path extrusionOk="0" h="35" w="21">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58" name="Google Shape;1058;p18"/>
              <p:cNvSpPr/>
              <p:nvPr/>
            </p:nvSpPr>
            <p:spPr>
              <a:xfrm>
                <a:off x="7227651" y="2550931"/>
                <a:ext cx="42625" cy="74593"/>
              </a:xfrm>
              <a:custGeom>
                <a:rect b="b" l="l" r="r" t="t"/>
                <a:pathLst>
                  <a:path extrusionOk="0" h="35" w="2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59" name="Google Shape;1059;p18"/>
              <p:cNvSpPr/>
              <p:nvPr/>
            </p:nvSpPr>
            <p:spPr>
              <a:xfrm>
                <a:off x="7170108" y="2550931"/>
                <a:ext cx="42625" cy="74593"/>
              </a:xfrm>
              <a:custGeom>
                <a:rect b="b" l="l" r="r" t="t"/>
                <a:pathLst>
                  <a:path extrusionOk="0" h="35" w="2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60" name="Google Shape;1060;p18"/>
              <p:cNvSpPr/>
              <p:nvPr/>
            </p:nvSpPr>
            <p:spPr>
              <a:xfrm>
                <a:off x="7108302" y="2550931"/>
                <a:ext cx="42625" cy="74593"/>
              </a:xfrm>
              <a:custGeom>
                <a:rect b="b" l="l" r="r" t="t"/>
                <a:pathLst>
                  <a:path extrusionOk="0" h="35" w="2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061" name="Google Shape;1061;p18"/>
            <p:cNvGrpSpPr/>
            <p:nvPr/>
          </p:nvGrpSpPr>
          <p:grpSpPr>
            <a:xfrm>
              <a:off x="2477220" y="4778554"/>
              <a:ext cx="101875" cy="134875"/>
              <a:chOff x="3928495" y="333391"/>
              <a:chExt cx="101875" cy="134875"/>
            </a:xfrm>
          </p:grpSpPr>
          <p:grpSp>
            <p:nvGrpSpPr>
              <p:cNvPr id="1062" name="Google Shape;1062;p18"/>
              <p:cNvGrpSpPr/>
              <p:nvPr/>
            </p:nvGrpSpPr>
            <p:grpSpPr>
              <a:xfrm>
                <a:off x="3928495" y="379241"/>
                <a:ext cx="44700" cy="42600"/>
                <a:chOff x="3928495" y="379241"/>
                <a:chExt cx="44700" cy="42600"/>
              </a:xfrm>
            </p:grpSpPr>
            <p:sp>
              <p:nvSpPr>
                <p:cNvPr id="1063" name="Google Shape;1063;p18"/>
                <p:cNvSpPr/>
                <p:nvPr/>
              </p:nvSpPr>
              <p:spPr>
                <a:xfrm>
                  <a:off x="3928495" y="396272"/>
                  <a:ext cx="44700" cy="81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64" name="Google Shape;1064;p18"/>
                <p:cNvSpPr/>
                <p:nvPr/>
              </p:nvSpPr>
              <p:spPr>
                <a:xfrm>
                  <a:off x="3946802" y="379241"/>
                  <a:ext cx="8100" cy="426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065" name="Google Shape;1065;p18"/>
              <p:cNvGrpSpPr/>
              <p:nvPr/>
            </p:nvGrpSpPr>
            <p:grpSpPr>
              <a:xfrm>
                <a:off x="3985670" y="425666"/>
                <a:ext cx="44700" cy="42600"/>
                <a:chOff x="3928495" y="379241"/>
                <a:chExt cx="44700" cy="42600"/>
              </a:xfrm>
            </p:grpSpPr>
            <p:sp>
              <p:nvSpPr>
                <p:cNvPr id="1066" name="Google Shape;1066;p18"/>
                <p:cNvSpPr/>
                <p:nvPr/>
              </p:nvSpPr>
              <p:spPr>
                <a:xfrm>
                  <a:off x="3928495" y="396272"/>
                  <a:ext cx="44700" cy="81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67" name="Google Shape;1067;p18"/>
                <p:cNvSpPr/>
                <p:nvPr/>
              </p:nvSpPr>
              <p:spPr>
                <a:xfrm>
                  <a:off x="3946802" y="379241"/>
                  <a:ext cx="8100" cy="426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068" name="Google Shape;1068;p18"/>
              <p:cNvGrpSpPr/>
              <p:nvPr/>
            </p:nvGrpSpPr>
            <p:grpSpPr>
              <a:xfrm>
                <a:off x="3985670" y="333391"/>
                <a:ext cx="44700" cy="42600"/>
                <a:chOff x="3928495" y="379241"/>
                <a:chExt cx="44700" cy="42600"/>
              </a:xfrm>
            </p:grpSpPr>
            <p:sp>
              <p:nvSpPr>
                <p:cNvPr id="1069" name="Google Shape;1069;p18"/>
                <p:cNvSpPr/>
                <p:nvPr/>
              </p:nvSpPr>
              <p:spPr>
                <a:xfrm>
                  <a:off x="3928495" y="396272"/>
                  <a:ext cx="44700" cy="81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70" name="Google Shape;1070;p18"/>
                <p:cNvSpPr/>
                <p:nvPr/>
              </p:nvSpPr>
              <p:spPr>
                <a:xfrm>
                  <a:off x="3946802" y="379241"/>
                  <a:ext cx="8100" cy="426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1071" name="Google Shape;1071;p18"/>
            <p:cNvGrpSpPr/>
            <p:nvPr/>
          </p:nvGrpSpPr>
          <p:grpSpPr>
            <a:xfrm>
              <a:off x="8609538" y="668313"/>
              <a:ext cx="130200" cy="126125"/>
              <a:chOff x="3935725" y="167575"/>
              <a:chExt cx="130200" cy="126125"/>
            </a:xfrm>
          </p:grpSpPr>
          <p:sp>
            <p:nvSpPr>
              <p:cNvPr id="1072" name="Google Shape;1072;p18"/>
              <p:cNvSpPr/>
              <p:nvPr/>
            </p:nvSpPr>
            <p:spPr>
              <a:xfrm>
                <a:off x="3935725" y="167575"/>
                <a:ext cx="65100" cy="56400"/>
              </a:xfrm>
              <a:prstGeom prst="hexagon">
                <a:avLst>
                  <a:gd fmla="val 25000" name="adj"/>
                  <a:gd fmla="val 115470" name="vf"/>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073" name="Google Shape;1073;p18"/>
              <p:cNvSpPr/>
              <p:nvPr/>
            </p:nvSpPr>
            <p:spPr>
              <a:xfrm>
                <a:off x="4000825" y="201775"/>
                <a:ext cx="65100" cy="56400"/>
              </a:xfrm>
              <a:prstGeom prst="hexagon">
                <a:avLst>
                  <a:gd fmla="val 25000" name="adj"/>
                  <a:gd fmla="val 115470" name="vf"/>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074" name="Google Shape;1074;p18"/>
              <p:cNvSpPr/>
              <p:nvPr/>
            </p:nvSpPr>
            <p:spPr>
              <a:xfrm>
                <a:off x="3935725" y="237300"/>
                <a:ext cx="65100" cy="56400"/>
              </a:xfrm>
              <a:prstGeom prst="hexagon">
                <a:avLst>
                  <a:gd fmla="val 25000" name="adj"/>
                  <a:gd fmla="val 115470" name="vf"/>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1075" name="Google Shape;1075;p18"/>
            <p:cNvGrpSpPr/>
            <p:nvPr/>
          </p:nvGrpSpPr>
          <p:grpSpPr>
            <a:xfrm rot="10800000">
              <a:off x="1617854" y="4797037"/>
              <a:ext cx="449076" cy="119073"/>
              <a:chOff x="7108302" y="2550931"/>
              <a:chExt cx="281323" cy="74593"/>
            </a:xfrm>
          </p:grpSpPr>
          <p:sp>
            <p:nvSpPr>
              <p:cNvPr id="1076" name="Google Shape;1076;p18"/>
              <p:cNvSpPr/>
              <p:nvPr/>
            </p:nvSpPr>
            <p:spPr>
              <a:xfrm>
                <a:off x="7347000" y="2550931"/>
                <a:ext cx="42625" cy="74593"/>
              </a:xfrm>
              <a:custGeom>
                <a:rect b="b" l="l" r="r" t="t"/>
                <a:pathLst>
                  <a:path extrusionOk="0" h="35" w="2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77" name="Google Shape;1077;p18"/>
              <p:cNvSpPr/>
              <p:nvPr/>
            </p:nvSpPr>
            <p:spPr>
              <a:xfrm>
                <a:off x="7285195" y="2550931"/>
                <a:ext cx="44757" cy="74593"/>
              </a:xfrm>
              <a:custGeom>
                <a:rect b="b" l="l" r="r" t="t"/>
                <a:pathLst>
                  <a:path extrusionOk="0" h="35" w="21">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78" name="Google Shape;1078;p18"/>
              <p:cNvSpPr/>
              <p:nvPr/>
            </p:nvSpPr>
            <p:spPr>
              <a:xfrm>
                <a:off x="7227651" y="2550931"/>
                <a:ext cx="42625" cy="74593"/>
              </a:xfrm>
              <a:custGeom>
                <a:rect b="b" l="l" r="r" t="t"/>
                <a:pathLst>
                  <a:path extrusionOk="0" h="35" w="2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79" name="Google Shape;1079;p18"/>
              <p:cNvSpPr/>
              <p:nvPr/>
            </p:nvSpPr>
            <p:spPr>
              <a:xfrm>
                <a:off x="7170108" y="2550931"/>
                <a:ext cx="42625" cy="74593"/>
              </a:xfrm>
              <a:custGeom>
                <a:rect b="b" l="l" r="r" t="t"/>
                <a:pathLst>
                  <a:path extrusionOk="0" h="35" w="2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80" name="Google Shape;1080;p18"/>
              <p:cNvSpPr/>
              <p:nvPr/>
            </p:nvSpPr>
            <p:spPr>
              <a:xfrm>
                <a:off x="7108302" y="2550931"/>
                <a:ext cx="42625" cy="74593"/>
              </a:xfrm>
              <a:custGeom>
                <a:rect b="b" l="l" r="r" t="t"/>
                <a:pathLst>
                  <a:path extrusionOk="0" h="35" w="2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81" name="Google Shape;1081;p18"/>
              <p:cNvSpPr/>
              <p:nvPr/>
            </p:nvSpPr>
            <p:spPr>
              <a:xfrm>
                <a:off x="7347000" y="2550931"/>
                <a:ext cx="42625" cy="74593"/>
              </a:xfrm>
              <a:custGeom>
                <a:rect b="b" l="l" r="r" t="t"/>
                <a:pathLst>
                  <a:path extrusionOk="0" h="35" w="2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82" name="Google Shape;1082;p18"/>
              <p:cNvSpPr/>
              <p:nvPr/>
            </p:nvSpPr>
            <p:spPr>
              <a:xfrm>
                <a:off x="7285195" y="2550931"/>
                <a:ext cx="44757" cy="74593"/>
              </a:xfrm>
              <a:custGeom>
                <a:rect b="b" l="l" r="r" t="t"/>
                <a:pathLst>
                  <a:path extrusionOk="0" h="35" w="21">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83" name="Google Shape;1083;p18"/>
              <p:cNvSpPr/>
              <p:nvPr/>
            </p:nvSpPr>
            <p:spPr>
              <a:xfrm>
                <a:off x="7227651" y="2550931"/>
                <a:ext cx="42625" cy="74593"/>
              </a:xfrm>
              <a:custGeom>
                <a:rect b="b" l="l" r="r" t="t"/>
                <a:pathLst>
                  <a:path extrusionOk="0" h="35" w="2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84" name="Google Shape;1084;p18"/>
              <p:cNvSpPr/>
              <p:nvPr/>
            </p:nvSpPr>
            <p:spPr>
              <a:xfrm>
                <a:off x="7170108" y="2550931"/>
                <a:ext cx="42625" cy="74593"/>
              </a:xfrm>
              <a:custGeom>
                <a:rect b="b" l="l" r="r" t="t"/>
                <a:pathLst>
                  <a:path extrusionOk="0" h="35" w="2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85" name="Google Shape;1085;p18"/>
              <p:cNvSpPr/>
              <p:nvPr/>
            </p:nvSpPr>
            <p:spPr>
              <a:xfrm>
                <a:off x="7108302" y="2550931"/>
                <a:ext cx="42625" cy="74593"/>
              </a:xfrm>
              <a:custGeom>
                <a:rect b="b" l="l" r="r" t="t"/>
                <a:pathLst>
                  <a:path extrusionOk="0" h="35" w="2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1086" name="Google Shape;1086;p18"/>
          <p:cNvSpPr txBox="1"/>
          <p:nvPr>
            <p:ph type="title"/>
          </p:nvPr>
        </p:nvSpPr>
        <p:spPr>
          <a:xfrm>
            <a:off x="720000" y="1784150"/>
            <a:ext cx="3852000" cy="6654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087" name="Google Shape;1087;p18"/>
          <p:cNvSpPr txBox="1"/>
          <p:nvPr>
            <p:ph idx="1" type="subTitle"/>
          </p:nvPr>
        </p:nvSpPr>
        <p:spPr>
          <a:xfrm>
            <a:off x="720000" y="2449450"/>
            <a:ext cx="3852000" cy="114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TITLE_AND_BODY_1">
    <p:spTree>
      <p:nvGrpSpPr>
        <p:cNvPr id="1088" name="Shape 1088"/>
        <p:cNvGrpSpPr/>
        <p:nvPr/>
      </p:nvGrpSpPr>
      <p:grpSpPr>
        <a:xfrm>
          <a:off x="0" y="0"/>
          <a:ext cx="0" cy="0"/>
          <a:chOff x="0" y="0"/>
          <a:chExt cx="0" cy="0"/>
        </a:xfrm>
      </p:grpSpPr>
      <p:pic>
        <p:nvPicPr>
          <p:cNvPr id="1089" name="Google Shape;1089;p19"/>
          <p:cNvPicPr preferRelativeResize="0"/>
          <p:nvPr/>
        </p:nvPicPr>
        <p:blipFill rotWithShape="1">
          <a:blip r:embed="rId2">
            <a:alphaModFix/>
          </a:blip>
          <a:srcRect b="901" l="0" r="990" t="0"/>
          <a:stretch/>
        </p:blipFill>
        <p:spPr>
          <a:xfrm>
            <a:off x="0" y="0"/>
            <a:ext cx="9144003" cy="5143500"/>
          </a:xfrm>
          <a:prstGeom prst="rect">
            <a:avLst/>
          </a:prstGeom>
          <a:noFill/>
          <a:ln>
            <a:noFill/>
          </a:ln>
        </p:spPr>
      </p:pic>
      <p:sp>
        <p:nvSpPr>
          <p:cNvPr id="1090" name="Google Shape;1090;p1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1091" name="Google Shape;1091;p19"/>
          <p:cNvSpPr txBox="1"/>
          <p:nvPr>
            <p:ph idx="1" type="body"/>
          </p:nvPr>
        </p:nvSpPr>
        <p:spPr>
          <a:xfrm>
            <a:off x="720000" y="1215744"/>
            <a:ext cx="7704000" cy="33927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Clr>
                <a:schemeClr val="lt2"/>
              </a:buClr>
              <a:buSzPts val="1400"/>
              <a:buChar char="●"/>
              <a:defRPr/>
            </a:lvl1pPr>
            <a:lvl2pPr indent="-317500" lvl="1" marL="914400" rtl="0">
              <a:lnSpc>
                <a:spcPct val="115000"/>
              </a:lnSpc>
              <a:spcBef>
                <a:spcPts val="0"/>
              </a:spcBef>
              <a:spcAft>
                <a:spcPts val="0"/>
              </a:spcAft>
              <a:buSzPts val="1400"/>
              <a:buChar char="○"/>
              <a:defRPr/>
            </a:lvl2pPr>
            <a:lvl3pPr indent="-317500" lvl="2" marL="1371600" rtl="0">
              <a:lnSpc>
                <a:spcPct val="115000"/>
              </a:lnSpc>
              <a:spcBef>
                <a:spcPts val="0"/>
              </a:spcBef>
              <a:spcAft>
                <a:spcPts val="0"/>
              </a:spcAft>
              <a:buSzPts val="1400"/>
              <a:buChar char="■"/>
              <a:defRPr/>
            </a:lvl3pPr>
            <a:lvl4pPr indent="-317500" lvl="3" marL="1828800" rtl="0">
              <a:lnSpc>
                <a:spcPct val="115000"/>
              </a:lnSpc>
              <a:spcBef>
                <a:spcPts val="0"/>
              </a:spcBef>
              <a:spcAft>
                <a:spcPts val="0"/>
              </a:spcAft>
              <a:buSzPts val="1400"/>
              <a:buChar char="●"/>
              <a:defRPr/>
            </a:lvl4pPr>
            <a:lvl5pPr indent="-317500" lvl="4" marL="2286000" rtl="0">
              <a:lnSpc>
                <a:spcPct val="115000"/>
              </a:lnSpc>
              <a:spcBef>
                <a:spcPts val="0"/>
              </a:spcBef>
              <a:spcAft>
                <a:spcPts val="0"/>
              </a:spcAft>
              <a:buSzPts val="1400"/>
              <a:buChar char="○"/>
              <a:defRPr/>
            </a:lvl5pPr>
            <a:lvl6pPr indent="-317500" lvl="5" marL="2743200" rtl="0">
              <a:lnSpc>
                <a:spcPct val="115000"/>
              </a:lnSpc>
              <a:spcBef>
                <a:spcPts val="0"/>
              </a:spcBef>
              <a:spcAft>
                <a:spcPts val="0"/>
              </a:spcAft>
              <a:buSzPts val="1400"/>
              <a:buChar char="■"/>
              <a:defRPr/>
            </a:lvl6pPr>
            <a:lvl7pPr indent="-317500" lvl="6" marL="3200400" rtl="0">
              <a:lnSpc>
                <a:spcPct val="115000"/>
              </a:lnSpc>
              <a:spcBef>
                <a:spcPts val="0"/>
              </a:spcBef>
              <a:spcAft>
                <a:spcPts val="0"/>
              </a:spcAft>
              <a:buSzPts val="1400"/>
              <a:buChar char="●"/>
              <a:defRPr/>
            </a:lvl7pPr>
            <a:lvl8pPr indent="-317500" lvl="7" marL="3657600" rtl="0">
              <a:lnSpc>
                <a:spcPct val="115000"/>
              </a:lnSpc>
              <a:spcBef>
                <a:spcPts val="0"/>
              </a:spcBef>
              <a:spcAft>
                <a:spcPts val="0"/>
              </a:spcAft>
              <a:buSzPts val="1400"/>
              <a:buChar char="○"/>
              <a:defRPr/>
            </a:lvl8pPr>
            <a:lvl9pPr indent="-317500" lvl="8" marL="4114800" rtl="0">
              <a:lnSpc>
                <a:spcPct val="115000"/>
              </a:lnSpc>
              <a:spcBef>
                <a:spcPts val="0"/>
              </a:spcBef>
              <a:spcAft>
                <a:spcPts val="0"/>
              </a:spcAft>
              <a:buSzPts val="1400"/>
              <a:buChar char="■"/>
              <a:defRPr/>
            </a:lvl9pPr>
          </a:lstStyle>
          <a:p/>
        </p:txBody>
      </p:sp>
      <p:grpSp>
        <p:nvGrpSpPr>
          <p:cNvPr id="1092" name="Google Shape;1092;p19"/>
          <p:cNvGrpSpPr/>
          <p:nvPr/>
        </p:nvGrpSpPr>
        <p:grpSpPr>
          <a:xfrm rot="10800000">
            <a:off x="-65760" y="-60168"/>
            <a:ext cx="9879489" cy="5650844"/>
            <a:chOff x="-606129" y="-451253"/>
            <a:chExt cx="9879489" cy="5650844"/>
          </a:xfrm>
        </p:grpSpPr>
        <p:grpSp>
          <p:nvGrpSpPr>
            <p:cNvPr id="1093" name="Google Shape;1093;p19"/>
            <p:cNvGrpSpPr/>
            <p:nvPr/>
          </p:nvGrpSpPr>
          <p:grpSpPr>
            <a:xfrm rot="-5400000">
              <a:off x="-150254" y="1671147"/>
              <a:ext cx="204128" cy="1115878"/>
              <a:chOff x="6605329" y="191675"/>
              <a:chExt cx="127876" cy="699040"/>
            </a:xfrm>
          </p:grpSpPr>
          <p:sp>
            <p:nvSpPr>
              <p:cNvPr id="1094" name="Google Shape;1094;p19"/>
              <p:cNvSpPr/>
              <p:nvPr/>
            </p:nvSpPr>
            <p:spPr>
              <a:xfrm>
                <a:off x="6701235" y="858746"/>
                <a:ext cx="31969" cy="31969"/>
              </a:xfrm>
              <a:custGeom>
                <a:rect b="b" l="l" r="r" t="t"/>
                <a:pathLst>
                  <a:path extrusionOk="0" h="14" w="15">
                    <a:moveTo>
                      <a:pt x="13" y="7"/>
                    </a:moveTo>
                    <a:cubicBezTo>
                      <a:pt x="11" y="7"/>
                      <a:pt x="11" y="7"/>
                      <a:pt x="11" y="7"/>
                    </a:cubicBezTo>
                    <a:cubicBezTo>
                      <a:pt x="11" y="9"/>
                      <a:pt x="9" y="10"/>
                      <a:pt x="7" y="10"/>
                    </a:cubicBezTo>
                    <a:cubicBezTo>
                      <a:pt x="6" y="10"/>
                      <a:pt x="4" y="9"/>
                      <a:pt x="4" y="7"/>
                    </a:cubicBezTo>
                    <a:cubicBezTo>
                      <a:pt x="4" y="5"/>
                      <a:pt x="6" y="4"/>
                      <a:pt x="7" y="4"/>
                    </a:cubicBezTo>
                    <a:cubicBezTo>
                      <a:pt x="9" y="4"/>
                      <a:pt x="11" y="5"/>
                      <a:pt x="11" y="7"/>
                    </a:cubicBezTo>
                    <a:cubicBezTo>
                      <a:pt x="13" y="7"/>
                      <a:pt x="13" y="7"/>
                      <a:pt x="13" y="7"/>
                    </a:cubicBezTo>
                    <a:cubicBezTo>
                      <a:pt x="15" y="7"/>
                      <a:pt x="15" y="7"/>
                      <a:pt x="15" y="7"/>
                    </a:cubicBezTo>
                    <a:cubicBezTo>
                      <a:pt x="15" y="3"/>
                      <a:pt x="11" y="0"/>
                      <a:pt x="7" y="0"/>
                    </a:cubicBezTo>
                    <a:cubicBezTo>
                      <a:pt x="3" y="0"/>
                      <a:pt x="0" y="3"/>
                      <a:pt x="0" y="7"/>
                    </a:cubicBezTo>
                    <a:cubicBezTo>
                      <a:pt x="0" y="11"/>
                      <a:pt x="3" y="14"/>
                      <a:pt x="7" y="14"/>
                    </a:cubicBezTo>
                    <a:cubicBezTo>
                      <a:pt x="11" y="14"/>
                      <a:pt x="15" y="11"/>
                      <a:pt x="15" y="7"/>
                    </a:cubicBezTo>
                    <a:lnTo>
                      <a:pt x="13"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95" name="Google Shape;1095;p19"/>
              <p:cNvSpPr/>
              <p:nvPr/>
            </p:nvSpPr>
            <p:spPr>
              <a:xfrm>
                <a:off x="6605329" y="191675"/>
                <a:ext cx="115087" cy="671334"/>
              </a:xfrm>
              <a:custGeom>
                <a:rect b="b" l="l" r="r" t="t"/>
                <a:pathLst>
                  <a:path extrusionOk="0" h="315" w="54">
                    <a:moveTo>
                      <a:pt x="0" y="0"/>
                    </a:moveTo>
                    <a:lnTo>
                      <a:pt x="0" y="167"/>
                    </a:lnTo>
                    <a:lnTo>
                      <a:pt x="50" y="217"/>
                    </a:lnTo>
                    <a:lnTo>
                      <a:pt x="50" y="315"/>
                    </a:lnTo>
                    <a:lnTo>
                      <a:pt x="54" y="315"/>
                    </a:lnTo>
                    <a:lnTo>
                      <a:pt x="54" y="215"/>
                    </a:lnTo>
                    <a:lnTo>
                      <a:pt x="5" y="165"/>
                    </a:lnTo>
                    <a:lnTo>
                      <a:pt x="5" y="0"/>
                    </a:lnTo>
                    <a:lnTo>
                      <a:pt x="0" y="0"/>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096" name="Google Shape;1096;p19"/>
            <p:cNvGrpSpPr/>
            <p:nvPr/>
          </p:nvGrpSpPr>
          <p:grpSpPr>
            <a:xfrm>
              <a:off x="4045668" y="-451253"/>
              <a:ext cx="1614046" cy="857229"/>
              <a:chOff x="1009718" y="191672"/>
              <a:chExt cx="1614046" cy="857229"/>
            </a:xfrm>
          </p:grpSpPr>
          <p:grpSp>
            <p:nvGrpSpPr>
              <p:cNvPr id="1097" name="Google Shape;1097;p19"/>
              <p:cNvGrpSpPr/>
              <p:nvPr/>
            </p:nvGrpSpPr>
            <p:grpSpPr>
              <a:xfrm>
                <a:off x="1558908" y="235807"/>
                <a:ext cx="1064856" cy="813093"/>
                <a:chOff x="3843246" y="357910"/>
                <a:chExt cx="667078" cy="509361"/>
              </a:xfrm>
            </p:grpSpPr>
            <p:sp>
              <p:nvSpPr>
                <p:cNvPr id="1098" name="Google Shape;1098;p19"/>
                <p:cNvSpPr/>
                <p:nvPr/>
              </p:nvSpPr>
              <p:spPr>
                <a:xfrm>
                  <a:off x="3870952" y="385616"/>
                  <a:ext cx="626584" cy="471000"/>
                </a:xfrm>
                <a:custGeom>
                  <a:rect b="b" l="l" r="r" t="t"/>
                  <a:pathLst>
                    <a:path extrusionOk="0" h="221" w="294">
                      <a:moveTo>
                        <a:pt x="290" y="0"/>
                      </a:moveTo>
                      <a:lnTo>
                        <a:pt x="290" y="78"/>
                      </a:lnTo>
                      <a:lnTo>
                        <a:pt x="151" y="217"/>
                      </a:lnTo>
                      <a:lnTo>
                        <a:pt x="0" y="217"/>
                      </a:lnTo>
                      <a:lnTo>
                        <a:pt x="0" y="221"/>
                      </a:lnTo>
                      <a:lnTo>
                        <a:pt x="153" y="221"/>
                      </a:lnTo>
                      <a:lnTo>
                        <a:pt x="294" y="80"/>
                      </a:lnTo>
                      <a:lnTo>
                        <a:pt x="294" y="0"/>
                      </a:lnTo>
                      <a:lnTo>
                        <a:pt x="290" y="0"/>
                      </a:lnTo>
                      <a:lnTo>
                        <a:pt x="29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99" name="Google Shape;1099;p19"/>
                <p:cNvSpPr/>
                <p:nvPr/>
              </p:nvSpPr>
              <p:spPr>
                <a:xfrm>
                  <a:off x="3843246" y="835302"/>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5"/>
                        <a:pt x="5"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00" name="Google Shape;1100;p19"/>
                <p:cNvSpPr/>
                <p:nvPr/>
              </p:nvSpPr>
              <p:spPr>
                <a:xfrm>
                  <a:off x="4478354" y="357910"/>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6"/>
                        <a:pt x="5" y="4"/>
                        <a:pt x="7" y="4"/>
                      </a:cubicBezTo>
                      <a:cubicBezTo>
                        <a:pt x="9" y="4"/>
                        <a:pt x="10" y="6"/>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101" name="Google Shape;1101;p19"/>
              <p:cNvGrpSpPr/>
              <p:nvPr/>
            </p:nvGrpSpPr>
            <p:grpSpPr>
              <a:xfrm>
                <a:off x="1009718" y="191672"/>
                <a:ext cx="1337026" cy="826702"/>
                <a:chOff x="3421261" y="191675"/>
                <a:chExt cx="837578" cy="517886"/>
              </a:xfrm>
            </p:grpSpPr>
            <p:sp>
              <p:nvSpPr>
                <p:cNvPr id="1102" name="Google Shape;1102;p19"/>
                <p:cNvSpPr/>
                <p:nvPr/>
              </p:nvSpPr>
              <p:spPr>
                <a:xfrm>
                  <a:off x="3421261" y="679724"/>
                  <a:ext cx="31969" cy="29837"/>
                </a:xfrm>
                <a:custGeom>
                  <a:rect b="b" l="l" r="r" t="t"/>
                  <a:pathLst>
                    <a:path extrusionOk="0" h="14" w="14">
                      <a:moveTo>
                        <a:pt x="12" y="7"/>
                      </a:moveTo>
                      <a:cubicBezTo>
                        <a:pt x="10" y="7"/>
                        <a:pt x="10" y="7"/>
                        <a:pt x="10" y="7"/>
                      </a:cubicBezTo>
                      <a:cubicBezTo>
                        <a:pt x="10" y="8"/>
                        <a:pt x="9" y="10"/>
                        <a:pt x="7" y="10"/>
                      </a:cubicBezTo>
                      <a:cubicBezTo>
                        <a:pt x="5" y="10"/>
                        <a:pt x="4" y="8"/>
                        <a:pt x="4" y="7"/>
                      </a:cubicBezTo>
                      <a:cubicBezTo>
                        <a:pt x="4" y="5"/>
                        <a:pt x="5"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03" name="Google Shape;1103;p19"/>
                <p:cNvSpPr/>
                <p:nvPr/>
              </p:nvSpPr>
              <p:spPr>
                <a:xfrm>
                  <a:off x="3442573" y="191675"/>
                  <a:ext cx="816266" cy="498704"/>
                </a:xfrm>
                <a:custGeom>
                  <a:rect b="b" l="l" r="r" t="t"/>
                  <a:pathLst>
                    <a:path extrusionOk="0" h="234" w="383">
                      <a:moveTo>
                        <a:pt x="379" y="0"/>
                      </a:moveTo>
                      <a:lnTo>
                        <a:pt x="379" y="106"/>
                      </a:lnTo>
                      <a:lnTo>
                        <a:pt x="301" y="185"/>
                      </a:lnTo>
                      <a:lnTo>
                        <a:pt x="46" y="185"/>
                      </a:lnTo>
                      <a:lnTo>
                        <a:pt x="0" y="231"/>
                      </a:lnTo>
                      <a:lnTo>
                        <a:pt x="3" y="234"/>
                      </a:lnTo>
                      <a:lnTo>
                        <a:pt x="47" y="190"/>
                      </a:lnTo>
                      <a:lnTo>
                        <a:pt x="302" y="190"/>
                      </a:lnTo>
                      <a:lnTo>
                        <a:pt x="383" y="108"/>
                      </a:lnTo>
                      <a:lnTo>
                        <a:pt x="383" y="0"/>
                      </a:lnTo>
                      <a:lnTo>
                        <a:pt x="379" y="0"/>
                      </a:lnTo>
                      <a:lnTo>
                        <a:pt x="379"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1104" name="Google Shape;1104;p19"/>
            <p:cNvGrpSpPr/>
            <p:nvPr/>
          </p:nvGrpSpPr>
          <p:grpSpPr>
            <a:xfrm>
              <a:off x="3493530" y="4692683"/>
              <a:ext cx="2156910" cy="506908"/>
              <a:chOff x="4891825" y="3495059"/>
              <a:chExt cx="1351193" cy="317552"/>
            </a:xfrm>
          </p:grpSpPr>
          <p:sp>
            <p:nvSpPr>
              <p:cNvPr id="1105" name="Google Shape;1105;p19"/>
              <p:cNvSpPr/>
              <p:nvPr/>
            </p:nvSpPr>
            <p:spPr>
              <a:xfrm>
                <a:off x="6208918" y="3706050"/>
                <a:ext cx="34100" cy="31969"/>
              </a:xfrm>
              <a:custGeom>
                <a:rect b="b" l="l" r="r" t="t"/>
                <a:pathLst>
                  <a:path extrusionOk="0" h="15" w="15">
                    <a:moveTo>
                      <a:pt x="2" y="7"/>
                    </a:moveTo>
                    <a:cubicBezTo>
                      <a:pt x="4" y="7"/>
                      <a:pt x="4" y="7"/>
                      <a:pt x="4" y="7"/>
                    </a:cubicBezTo>
                    <a:cubicBezTo>
                      <a:pt x="4" y="6"/>
                      <a:pt x="6" y="4"/>
                      <a:pt x="8" y="4"/>
                    </a:cubicBezTo>
                    <a:cubicBezTo>
                      <a:pt x="9" y="4"/>
                      <a:pt x="11" y="6"/>
                      <a:pt x="11" y="7"/>
                    </a:cubicBezTo>
                    <a:cubicBezTo>
                      <a:pt x="11" y="9"/>
                      <a:pt x="9" y="11"/>
                      <a:pt x="8" y="11"/>
                    </a:cubicBezTo>
                    <a:cubicBezTo>
                      <a:pt x="6" y="11"/>
                      <a:pt x="4" y="9"/>
                      <a:pt x="4" y="7"/>
                    </a:cubicBezTo>
                    <a:cubicBezTo>
                      <a:pt x="2" y="7"/>
                      <a:pt x="2" y="7"/>
                      <a:pt x="2" y="7"/>
                    </a:cubicBezTo>
                    <a:cubicBezTo>
                      <a:pt x="0" y="7"/>
                      <a:pt x="0" y="7"/>
                      <a:pt x="0" y="7"/>
                    </a:cubicBezTo>
                    <a:cubicBezTo>
                      <a:pt x="0" y="11"/>
                      <a:pt x="4" y="15"/>
                      <a:pt x="8" y="15"/>
                    </a:cubicBezTo>
                    <a:cubicBezTo>
                      <a:pt x="12" y="15"/>
                      <a:pt x="15" y="11"/>
                      <a:pt x="15" y="7"/>
                    </a:cubicBezTo>
                    <a:cubicBezTo>
                      <a:pt x="15" y="3"/>
                      <a:pt x="12" y="0"/>
                      <a:pt x="8" y="0"/>
                    </a:cubicBezTo>
                    <a:cubicBezTo>
                      <a:pt x="4" y="0"/>
                      <a:pt x="0" y="3"/>
                      <a:pt x="0" y="7"/>
                    </a:cubicBezTo>
                    <a:lnTo>
                      <a:pt x="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06" name="Google Shape;1106;p19"/>
              <p:cNvSpPr/>
              <p:nvPr/>
            </p:nvSpPr>
            <p:spPr>
              <a:xfrm>
                <a:off x="4891825" y="3584575"/>
                <a:ext cx="29825" cy="29825"/>
              </a:xfrm>
              <a:custGeom>
                <a:rect b="b" l="l" r="r" t="t"/>
                <a:pathLst>
                  <a:path extrusionOk="0" h="14" w="15">
                    <a:moveTo>
                      <a:pt x="2" y="7"/>
                    </a:moveTo>
                    <a:cubicBezTo>
                      <a:pt x="4" y="7"/>
                      <a:pt x="4" y="7"/>
                      <a:pt x="4" y="7"/>
                    </a:cubicBezTo>
                    <a:cubicBezTo>
                      <a:pt x="4" y="5"/>
                      <a:pt x="6" y="4"/>
                      <a:pt x="7" y="4"/>
                    </a:cubicBezTo>
                    <a:cubicBezTo>
                      <a:pt x="9" y="4"/>
                      <a:pt x="11" y="5"/>
                      <a:pt x="11" y="7"/>
                    </a:cubicBezTo>
                    <a:cubicBezTo>
                      <a:pt x="11" y="9"/>
                      <a:pt x="9" y="10"/>
                      <a:pt x="7" y="10"/>
                    </a:cubicBezTo>
                    <a:cubicBezTo>
                      <a:pt x="6" y="10"/>
                      <a:pt x="4" y="9"/>
                      <a:pt x="4" y="7"/>
                    </a:cubicBezTo>
                    <a:cubicBezTo>
                      <a:pt x="2" y="7"/>
                      <a:pt x="2" y="7"/>
                      <a:pt x="2" y="7"/>
                    </a:cubicBezTo>
                    <a:cubicBezTo>
                      <a:pt x="0" y="7"/>
                      <a:pt x="0" y="7"/>
                      <a:pt x="0" y="7"/>
                    </a:cubicBezTo>
                    <a:cubicBezTo>
                      <a:pt x="0" y="11"/>
                      <a:pt x="3" y="14"/>
                      <a:pt x="7" y="14"/>
                    </a:cubicBezTo>
                    <a:cubicBezTo>
                      <a:pt x="11" y="14"/>
                      <a:pt x="15" y="11"/>
                      <a:pt x="15" y="7"/>
                    </a:cubicBezTo>
                    <a:cubicBezTo>
                      <a:pt x="15" y="3"/>
                      <a:pt x="11" y="0"/>
                      <a:pt x="7" y="0"/>
                    </a:cubicBezTo>
                    <a:cubicBezTo>
                      <a:pt x="3" y="0"/>
                      <a:pt x="0" y="3"/>
                      <a:pt x="0" y="7"/>
                    </a:cubicBezTo>
                    <a:lnTo>
                      <a:pt x="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07" name="Google Shape;1107;p19"/>
              <p:cNvSpPr/>
              <p:nvPr/>
            </p:nvSpPr>
            <p:spPr>
              <a:xfrm>
                <a:off x="4917389" y="3595227"/>
                <a:ext cx="1295792" cy="217384"/>
              </a:xfrm>
              <a:custGeom>
                <a:rect b="b" l="l" r="r" t="t"/>
                <a:pathLst>
                  <a:path extrusionOk="0" h="102" w="608">
                    <a:moveTo>
                      <a:pt x="0" y="4"/>
                    </a:moveTo>
                    <a:lnTo>
                      <a:pt x="207" y="4"/>
                    </a:lnTo>
                    <a:lnTo>
                      <a:pt x="305" y="102"/>
                    </a:lnTo>
                    <a:lnTo>
                      <a:pt x="498" y="102"/>
                    </a:lnTo>
                    <a:lnTo>
                      <a:pt x="539" y="61"/>
                    </a:lnTo>
                    <a:lnTo>
                      <a:pt x="608" y="61"/>
                    </a:lnTo>
                    <a:lnTo>
                      <a:pt x="608" y="57"/>
                    </a:lnTo>
                    <a:lnTo>
                      <a:pt x="537" y="57"/>
                    </a:lnTo>
                    <a:lnTo>
                      <a:pt x="497" y="98"/>
                    </a:lnTo>
                    <a:lnTo>
                      <a:pt x="307" y="98"/>
                    </a:lnTo>
                    <a:lnTo>
                      <a:pt x="210" y="0"/>
                    </a:lnTo>
                    <a:lnTo>
                      <a:pt x="0" y="0"/>
                    </a:lnTo>
                    <a:lnTo>
                      <a:pt x="0" y="4"/>
                    </a:lnTo>
                    <a:lnTo>
                      <a:pt x="0" y="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08" name="Google Shape;1108;p19"/>
              <p:cNvSpPr/>
              <p:nvPr/>
            </p:nvSpPr>
            <p:spPr>
              <a:xfrm>
                <a:off x="5933990" y="3716706"/>
                <a:ext cx="31969" cy="34099"/>
              </a:xfrm>
              <a:custGeom>
                <a:rect b="b" l="l" r="r" t="t"/>
                <a:pathLst>
                  <a:path extrusionOk="0" h="15" w="14">
                    <a:moveTo>
                      <a:pt x="2" y="8"/>
                    </a:moveTo>
                    <a:cubicBezTo>
                      <a:pt x="4" y="8"/>
                      <a:pt x="4" y="8"/>
                      <a:pt x="4" y="8"/>
                    </a:cubicBezTo>
                    <a:cubicBezTo>
                      <a:pt x="4" y="6"/>
                      <a:pt x="5" y="4"/>
                      <a:pt x="7" y="4"/>
                    </a:cubicBezTo>
                    <a:cubicBezTo>
                      <a:pt x="8" y="4"/>
                      <a:pt x="10" y="6"/>
                      <a:pt x="10" y="8"/>
                    </a:cubicBezTo>
                    <a:cubicBezTo>
                      <a:pt x="10" y="9"/>
                      <a:pt x="8" y="11"/>
                      <a:pt x="7" y="11"/>
                    </a:cubicBezTo>
                    <a:cubicBezTo>
                      <a:pt x="5" y="11"/>
                      <a:pt x="4" y="9"/>
                      <a:pt x="4" y="8"/>
                    </a:cubicBezTo>
                    <a:cubicBezTo>
                      <a:pt x="2" y="8"/>
                      <a:pt x="2" y="8"/>
                      <a:pt x="2" y="8"/>
                    </a:cubicBezTo>
                    <a:cubicBezTo>
                      <a:pt x="0" y="8"/>
                      <a:pt x="0" y="8"/>
                      <a:pt x="0" y="8"/>
                    </a:cubicBezTo>
                    <a:cubicBezTo>
                      <a:pt x="0" y="11"/>
                      <a:pt x="3" y="15"/>
                      <a:pt x="7" y="15"/>
                    </a:cubicBezTo>
                    <a:cubicBezTo>
                      <a:pt x="11" y="15"/>
                      <a:pt x="14" y="11"/>
                      <a:pt x="14" y="8"/>
                    </a:cubicBezTo>
                    <a:cubicBezTo>
                      <a:pt x="14" y="4"/>
                      <a:pt x="11" y="0"/>
                      <a:pt x="7" y="0"/>
                    </a:cubicBezTo>
                    <a:cubicBezTo>
                      <a:pt x="3" y="0"/>
                      <a:pt x="0" y="4"/>
                      <a:pt x="0" y="8"/>
                    </a:cubicBezTo>
                    <a:lnTo>
                      <a:pt x="2"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09" name="Google Shape;1109;p19"/>
              <p:cNvSpPr/>
              <p:nvPr/>
            </p:nvSpPr>
            <p:spPr>
              <a:xfrm>
                <a:off x="5286094" y="3495059"/>
                <a:ext cx="29837" cy="31969"/>
              </a:xfrm>
              <a:custGeom>
                <a:rect b="b" l="l" r="r" t="t"/>
                <a:pathLst>
                  <a:path extrusionOk="0" h="15" w="14">
                    <a:moveTo>
                      <a:pt x="2" y="8"/>
                    </a:moveTo>
                    <a:cubicBezTo>
                      <a:pt x="4" y="8"/>
                      <a:pt x="4" y="8"/>
                      <a:pt x="4" y="8"/>
                    </a:cubicBezTo>
                    <a:cubicBezTo>
                      <a:pt x="4" y="6"/>
                      <a:pt x="5" y="4"/>
                      <a:pt x="7" y="4"/>
                    </a:cubicBezTo>
                    <a:cubicBezTo>
                      <a:pt x="9" y="4"/>
                      <a:pt x="10" y="6"/>
                      <a:pt x="10" y="8"/>
                    </a:cubicBezTo>
                    <a:cubicBezTo>
                      <a:pt x="10" y="9"/>
                      <a:pt x="9" y="11"/>
                      <a:pt x="7" y="11"/>
                    </a:cubicBezTo>
                    <a:cubicBezTo>
                      <a:pt x="5" y="11"/>
                      <a:pt x="4" y="9"/>
                      <a:pt x="4" y="8"/>
                    </a:cubicBezTo>
                    <a:cubicBezTo>
                      <a:pt x="2" y="8"/>
                      <a:pt x="2" y="8"/>
                      <a:pt x="2" y="8"/>
                    </a:cubicBezTo>
                    <a:cubicBezTo>
                      <a:pt x="0" y="8"/>
                      <a:pt x="0" y="8"/>
                      <a:pt x="0" y="8"/>
                    </a:cubicBezTo>
                    <a:cubicBezTo>
                      <a:pt x="0" y="11"/>
                      <a:pt x="3" y="15"/>
                      <a:pt x="7" y="15"/>
                    </a:cubicBezTo>
                    <a:cubicBezTo>
                      <a:pt x="11" y="15"/>
                      <a:pt x="14" y="11"/>
                      <a:pt x="14" y="8"/>
                    </a:cubicBezTo>
                    <a:cubicBezTo>
                      <a:pt x="14" y="4"/>
                      <a:pt x="11" y="0"/>
                      <a:pt x="7" y="0"/>
                    </a:cubicBezTo>
                    <a:cubicBezTo>
                      <a:pt x="3" y="0"/>
                      <a:pt x="0" y="4"/>
                      <a:pt x="0" y="8"/>
                    </a:cubicBezTo>
                    <a:lnTo>
                      <a:pt x="2"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10" name="Google Shape;1110;p19"/>
              <p:cNvSpPr/>
              <p:nvPr/>
            </p:nvSpPr>
            <p:spPr>
              <a:xfrm>
                <a:off x="5311668" y="3507847"/>
                <a:ext cx="632979" cy="219516"/>
              </a:xfrm>
              <a:custGeom>
                <a:rect b="b" l="l" r="r" t="t"/>
                <a:pathLst>
                  <a:path extrusionOk="0" h="103" w="297">
                    <a:moveTo>
                      <a:pt x="0" y="4"/>
                    </a:moveTo>
                    <a:lnTo>
                      <a:pt x="39" y="4"/>
                    </a:lnTo>
                    <a:lnTo>
                      <a:pt x="115" y="79"/>
                    </a:lnTo>
                    <a:lnTo>
                      <a:pt x="270" y="79"/>
                    </a:lnTo>
                    <a:lnTo>
                      <a:pt x="294" y="103"/>
                    </a:lnTo>
                    <a:lnTo>
                      <a:pt x="297" y="100"/>
                    </a:lnTo>
                    <a:lnTo>
                      <a:pt x="272" y="75"/>
                    </a:lnTo>
                    <a:lnTo>
                      <a:pt x="117" y="75"/>
                    </a:lnTo>
                    <a:lnTo>
                      <a:pt x="41" y="0"/>
                    </a:lnTo>
                    <a:lnTo>
                      <a:pt x="0" y="0"/>
                    </a:lnTo>
                    <a:lnTo>
                      <a:pt x="0" y="4"/>
                    </a:lnTo>
                    <a:lnTo>
                      <a:pt x="0" y="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111" name="Google Shape;1111;p19"/>
            <p:cNvGrpSpPr/>
            <p:nvPr/>
          </p:nvGrpSpPr>
          <p:grpSpPr>
            <a:xfrm>
              <a:off x="8654028" y="-358165"/>
              <a:ext cx="619332" cy="1338013"/>
              <a:chOff x="6850421" y="775628"/>
              <a:chExt cx="398541" cy="861012"/>
            </a:xfrm>
          </p:grpSpPr>
          <p:sp>
            <p:nvSpPr>
              <p:cNvPr id="1112" name="Google Shape;1112;p19"/>
              <p:cNvSpPr/>
              <p:nvPr/>
            </p:nvSpPr>
            <p:spPr>
              <a:xfrm>
                <a:off x="6850421" y="1604672"/>
                <a:ext cx="34100" cy="31969"/>
              </a:xfrm>
              <a:custGeom>
                <a:rect b="b" l="l" r="r" t="t"/>
                <a:pathLst>
                  <a:path extrusionOk="0" h="15" w="15">
                    <a:moveTo>
                      <a:pt x="13" y="8"/>
                    </a:moveTo>
                    <a:cubicBezTo>
                      <a:pt x="11" y="8"/>
                      <a:pt x="11" y="8"/>
                      <a:pt x="11" y="8"/>
                    </a:cubicBezTo>
                    <a:cubicBezTo>
                      <a:pt x="11" y="9"/>
                      <a:pt x="9" y="11"/>
                      <a:pt x="7" y="11"/>
                    </a:cubicBezTo>
                    <a:cubicBezTo>
                      <a:pt x="6" y="11"/>
                      <a:pt x="4" y="9"/>
                      <a:pt x="4" y="8"/>
                    </a:cubicBezTo>
                    <a:cubicBezTo>
                      <a:pt x="4" y="6"/>
                      <a:pt x="6" y="4"/>
                      <a:pt x="7" y="4"/>
                    </a:cubicBezTo>
                    <a:cubicBezTo>
                      <a:pt x="9" y="4"/>
                      <a:pt x="11" y="6"/>
                      <a:pt x="11" y="8"/>
                    </a:cubicBezTo>
                    <a:cubicBezTo>
                      <a:pt x="13" y="8"/>
                      <a:pt x="13" y="8"/>
                      <a:pt x="13" y="8"/>
                    </a:cubicBezTo>
                    <a:cubicBezTo>
                      <a:pt x="15" y="8"/>
                      <a:pt x="15" y="8"/>
                      <a:pt x="15" y="8"/>
                    </a:cubicBezTo>
                    <a:cubicBezTo>
                      <a:pt x="15" y="4"/>
                      <a:pt x="11" y="0"/>
                      <a:pt x="7" y="0"/>
                    </a:cubicBezTo>
                    <a:cubicBezTo>
                      <a:pt x="3" y="0"/>
                      <a:pt x="0" y="4"/>
                      <a:pt x="0" y="8"/>
                    </a:cubicBezTo>
                    <a:cubicBezTo>
                      <a:pt x="0" y="12"/>
                      <a:pt x="3" y="15"/>
                      <a:pt x="7" y="15"/>
                    </a:cubicBezTo>
                    <a:cubicBezTo>
                      <a:pt x="11" y="15"/>
                      <a:pt x="15" y="12"/>
                      <a:pt x="15" y="8"/>
                    </a:cubicBezTo>
                    <a:lnTo>
                      <a:pt x="13"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13" name="Google Shape;1113;p19"/>
              <p:cNvSpPr/>
              <p:nvPr/>
            </p:nvSpPr>
            <p:spPr>
              <a:xfrm>
                <a:off x="7138138" y="775628"/>
                <a:ext cx="31969" cy="31969"/>
              </a:xfrm>
              <a:custGeom>
                <a:rect b="b" l="l" r="r" t="t"/>
                <a:pathLst>
                  <a:path extrusionOk="0" h="14" w="14">
                    <a:moveTo>
                      <a:pt x="12" y="7"/>
                    </a:moveTo>
                    <a:cubicBezTo>
                      <a:pt x="10" y="7"/>
                      <a:pt x="10" y="7"/>
                      <a:pt x="10" y="7"/>
                    </a:cubicBezTo>
                    <a:cubicBezTo>
                      <a:pt x="10" y="9"/>
                      <a:pt x="9" y="10"/>
                      <a:pt x="7" y="10"/>
                    </a:cubicBezTo>
                    <a:cubicBezTo>
                      <a:pt x="6" y="10"/>
                      <a:pt x="4" y="9"/>
                      <a:pt x="4" y="7"/>
                    </a:cubicBezTo>
                    <a:cubicBezTo>
                      <a:pt x="4" y="5"/>
                      <a:pt x="6"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14" name="Google Shape;1114;p19"/>
              <p:cNvSpPr/>
              <p:nvPr/>
            </p:nvSpPr>
            <p:spPr>
              <a:xfrm>
                <a:off x="6861077" y="794810"/>
                <a:ext cx="387885" cy="814124"/>
              </a:xfrm>
              <a:custGeom>
                <a:rect b="b" l="l" r="r" t="t"/>
                <a:pathLst>
                  <a:path extrusionOk="0" h="382" w="182">
                    <a:moveTo>
                      <a:pt x="5" y="382"/>
                    </a:moveTo>
                    <a:lnTo>
                      <a:pt x="5" y="306"/>
                    </a:lnTo>
                    <a:lnTo>
                      <a:pt x="79" y="231"/>
                    </a:lnTo>
                    <a:lnTo>
                      <a:pt x="146" y="231"/>
                    </a:lnTo>
                    <a:lnTo>
                      <a:pt x="182" y="194"/>
                    </a:lnTo>
                    <a:lnTo>
                      <a:pt x="182" y="40"/>
                    </a:lnTo>
                    <a:lnTo>
                      <a:pt x="142" y="0"/>
                    </a:lnTo>
                    <a:lnTo>
                      <a:pt x="140" y="3"/>
                    </a:lnTo>
                    <a:lnTo>
                      <a:pt x="178" y="42"/>
                    </a:lnTo>
                    <a:lnTo>
                      <a:pt x="178" y="192"/>
                    </a:lnTo>
                    <a:lnTo>
                      <a:pt x="143" y="227"/>
                    </a:lnTo>
                    <a:lnTo>
                      <a:pt x="78" y="227"/>
                    </a:lnTo>
                    <a:lnTo>
                      <a:pt x="0" y="304"/>
                    </a:lnTo>
                    <a:lnTo>
                      <a:pt x="0" y="382"/>
                    </a:lnTo>
                    <a:lnTo>
                      <a:pt x="5" y="382"/>
                    </a:lnTo>
                    <a:lnTo>
                      <a:pt x="5" y="38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1115" name="Google Shape;1115;p19"/>
          <p:cNvGrpSpPr/>
          <p:nvPr/>
        </p:nvGrpSpPr>
        <p:grpSpPr>
          <a:xfrm flipH="1">
            <a:off x="-1267075" y="-972164"/>
            <a:ext cx="11678150" cy="7153825"/>
            <a:chOff x="-1203475" y="-1124125"/>
            <a:chExt cx="11678150" cy="7153825"/>
          </a:xfrm>
        </p:grpSpPr>
        <p:sp>
          <p:nvSpPr>
            <p:cNvPr id="1116" name="Google Shape;1116;p19"/>
            <p:cNvSpPr/>
            <p:nvPr/>
          </p:nvSpPr>
          <p:spPr>
            <a:xfrm>
              <a:off x="-850925" y="723600"/>
              <a:ext cx="1417200" cy="10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117" name="Google Shape;1117;p19"/>
            <p:cNvSpPr/>
            <p:nvPr/>
          </p:nvSpPr>
          <p:spPr>
            <a:xfrm>
              <a:off x="-1203475" y="970035"/>
              <a:ext cx="1417200" cy="10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118" name="Google Shape;1118;p19"/>
            <p:cNvSpPr/>
            <p:nvPr/>
          </p:nvSpPr>
          <p:spPr>
            <a:xfrm rot="5400000">
              <a:off x="-314675" y="5268000"/>
              <a:ext cx="1417200" cy="10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119" name="Google Shape;1119;p19"/>
            <p:cNvSpPr/>
            <p:nvPr/>
          </p:nvSpPr>
          <p:spPr>
            <a:xfrm rot="5400000">
              <a:off x="5531450" y="-468625"/>
              <a:ext cx="1417200" cy="10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120" name="Google Shape;1120;p19"/>
            <p:cNvSpPr/>
            <p:nvPr/>
          </p:nvSpPr>
          <p:spPr>
            <a:xfrm rot="10800000">
              <a:off x="8573550" y="1693661"/>
              <a:ext cx="1417200" cy="106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121" name="Google Shape;1121;p19"/>
            <p:cNvSpPr/>
            <p:nvPr/>
          </p:nvSpPr>
          <p:spPr>
            <a:xfrm rot="10800000">
              <a:off x="9057475" y="1446412"/>
              <a:ext cx="1417200" cy="106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1122" name="Google Shape;1122;p19"/>
          <p:cNvGrpSpPr/>
          <p:nvPr/>
        </p:nvGrpSpPr>
        <p:grpSpPr>
          <a:xfrm rot="10800000">
            <a:off x="358175" y="217700"/>
            <a:ext cx="8320055" cy="4774098"/>
            <a:chOff x="473320" y="140988"/>
            <a:chExt cx="8320055" cy="4774098"/>
          </a:xfrm>
        </p:grpSpPr>
        <p:grpSp>
          <p:nvGrpSpPr>
            <p:cNvPr id="1123" name="Google Shape;1123;p19"/>
            <p:cNvGrpSpPr/>
            <p:nvPr/>
          </p:nvGrpSpPr>
          <p:grpSpPr>
            <a:xfrm>
              <a:off x="8663175" y="4220925"/>
              <a:ext cx="130200" cy="126125"/>
              <a:chOff x="3809600" y="987450"/>
              <a:chExt cx="130200" cy="126125"/>
            </a:xfrm>
          </p:grpSpPr>
          <p:sp>
            <p:nvSpPr>
              <p:cNvPr id="1124" name="Google Shape;1124;p19"/>
              <p:cNvSpPr/>
              <p:nvPr/>
            </p:nvSpPr>
            <p:spPr>
              <a:xfrm>
                <a:off x="3809600" y="987450"/>
                <a:ext cx="65100" cy="56400"/>
              </a:xfrm>
              <a:prstGeom prst="hexagon">
                <a:avLst>
                  <a:gd fmla="val 25000" name="adj"/>
                  <a:gd fmla="val 115470" name="vf"/>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125" name="Google Shape;1125;p19"/>
              <p:cNvSpPr/>
              <p:nvPr/>
            </p:nvSpPr>
            <p:spPr>
              <a:xfrm>
                <a:off x="3874700" y="1021650"/>
                <a:ext cx="65100" cy="56400"/>
              </a:xfrm>
              <a:prstGeom prst="hexagon">
                <a:avLst>
                  <a:gd fmla="val 25000" name="adj"/>
                  <a:gd fmla="val 115470" name="vf"/>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126" name="Google Shape;1126;p19"/>
              <p:cNvSpPr/>
              <p:nvPr/>
            </p:nvSpPr>
            <p:spPr>
              <a:xfrm>
                <a:off x="3809600" y="1057175"/>
                <a:ext cx="65100" cy="56400"/>
              </a:xfrm>
              <a:prstGeom prst="hexagon">
                <a:avLst>
                  <a:gd fmla="val 25000" name="adj"/>
                  <a:gd fmla="val 115470" name="vf"/>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1127" name="Google Shape;1127;p19"/>
            <p:cNvGrpSpPr/>
            <p:nvPr/>
          </p:nvGrpSpPr>
          <p:grpSpPr>
            <a:xfrm>
              <a:off x="473320" y="663929"/>
              <a:ext cx="101875" cy="134875"/>
              <a:chOff x="3928495" y="333391"/>
              <a:chExt cx="101875" cy="134875"/>
            </a:xfrm>
          </p:grpSpPr>
          <p:grpSp>
            <p:nvGrpSpPr>
              <p:cNvPr id="1128" name="Google Shape;1128;p19"/>
              <p:cNvGrpSpPr/>
              <p:nvPr/>
            </p:nvGrpSpPr>
            <p:grpSpPr>
              <a:xfrm>
                <a:off x="3928495" y="379241"/>
                <a:ext cx="44700" cy="42600"/>
                <a:chOff x="3928495" y="379241"/>
                <a:chExt cx="44700" cy="42600"/>
              </a:xfrm>
            </p:grpSpPr>
            <p:sp>
              <p:nvSpPr>
                <p:cNvPr id="1129" name="Google Shape;1129;p19"/>
                <p:cNvSpPr/>
                <p:nvPr/>
              </p:nvSpPr>
              <p:spPr>
                <a:xfrm>
                  <a:off x="3928495" y="396272"/>
                  <a:ext cx="44700" cy="81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30" name="Google Shape;1130;p19"/>
                <p:cNvSpPr/>
                <p:nvPr/>
              </p:nvSpPr>
              <p:spPr>
                <a:xfrm>
                  <a:off x="3946802" y="379241"/>
                  <a:ext cx="8100" cy="426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131" name="Google Shape;1131;p19"/>
              <p:cNvGrpSpPr/>
              <p:nvPr/>
            </p:nvGrpSpPr>
            <p:grpSpPr>
              <a:xfrm>
                <a:off x="3985670" y="425666"/>
                <a:ext cx="44700" cy="42600"/>
                <a:chOff x="3928495" y="379241"/>
                <a:chExt cx="44700" cy="42600"/>
              </a:xfrm>
            </p:grpSpPr>
            <p:sp>
              <p:nvSpPr>
                <p:cNvPr id="1132" name="Google Shape;1132;p19"/>
                <p:cNvSpPr/>
                <p:nvPr/>
              </p:nvSpPr>
              <p:spPr>
                <a:xfrm>
                  <a:off x="3928495" y="396272"/>
                  <a:ext cx="44700" cy="81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33" name="Google Shape;1133;p19"/>
                <p:cNvSpPr/>
                <p:nvPr/>
              </p:nvSpPr>
              <p:spPr>
                <a:xfrm>
                  <a:off x="3946802" y="379241"/>
                  <a:ext cx="8100" cy="426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134" name="Google Shape;1134;p19"/>
              <p:cNvGrpSpPr/>
              <p:nvPr/>
            </p:nvGrpSpPr>
            <p:grpSpPr>
              <a:xfrm>
                <a:off x="3985670" y="333391"/>
                <a:ext cx="44700" cy="42600"/>
                <a:chOff x="3928495" y="379241"/>
                <a:chExt cx="44700" cy="42600"/>
              </a:xfrm>
            </p:grpSpPr>
            <p:sp>
              <p:nvSpPr>
                <p:cNvPr id="1135" name="Google Shape;1135;p19"/>
                <p:cNvSpPr/>
                <p:nvPr/>
              </p:nvSpPr>
              <p:spPr>
                <a:xfrm>
                  <a:off x="3928495" y="396272"/>
                  <a:ext cx="44700" cy="81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36" name="Google Shape;1136;p19"/>
                <p:cNvSpPr/>
                <p:nvPr/>
              </p:nvSpPr>
              <p:spPr>
                <a:xfrm>
                  <a:off x="3946802" y="379241"/>
                  <a:ext cx="8100" cy="426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1137" name="Google Shape;1137;p19"/>
            <p:cNvGrpSpPr/>
            <p:nvPr/>
          </p:nvGrpSpPr>
          <p:grpSpPr>
            <a:xfrm>
              <a:off x="1598700" y="4796012"/>
              <a:ext cx="445675" cy="119073"/>
              <a:chOff x="3578973" y="2550931"/>
              <a:chExt cx="279193" cy="74593"/>
            </a:xfrm>
          </p:grpSpPr>
          <p:sp>
            <p:nvSpPr>
              <p:cNvPr id="1138" name="Google Shape;1138;p19"/>
              <p:cNvSpPr/>
              <p:nvPr/>
            </p:nvSpPr>
            <p:spPr>
              <a:xfrm>
                <a:off x="3578973" y="2550931"/>
                <a:ext cx="42625" cy="74593"/>
              </a:xfrm>
              <a:custGeom>
                <a:rect b="b" l="l" r="r" t="t"/>
                <a:pathLst>
                  <a:path extrusionOk="0" h="35" w="20">
                    <a:moveTo>
                      <a:pt x="3" y="35"/>
                    </a:moveTo>
                    <a:lnTo>
                      <a:pt x="20" y="17"/>
                    </a:lnTo>
                    <a:lnTo>
                      <a:pt x="3" y="0"/>
                    </a:lnTo>
                    <a:lnTo>
                      <a:pt x="0" y="3"/>
                    </a:lnTo>
                    <a:lnTo>
                      <a:pt x="14"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39" name="Google Shape;1139;p19"/>
              <p:cNvSpPr/>
              <p:nvPr/>
            </p:nvSpPr>
            <p:spPr>
              <a:xfrm>
                <a:off x="3636518"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40" name="Google Shape;1140;p19"/>
              <p:cNvSpPr/>
              <p:nvPr/>
            </p:nvSpPr>
            <p:spPr>
              <a:xfrm>
                <a:off x="3698323" y="2550931"/>
                <a:ext cx="42625" cy="74593"/>
              </a:xfrm>
              <a:custGeom>
                <a:rect b="b" l="l" r="r" t="t"/>
                <a:pathLst>
                  <a:path extrusionOk="0" h="35" w="20">
                    <a:moveTo>
                      <a:pt x="2" y="35"/>
                    </a:moveTo>
                    <a:lnTo>
                      <a:pt x="20" y="17"/>
                    </a:lnTo>
                    <a:lnTo>
                      <a:pt x="2" y="0"/>
                    </a:lnTo>
                    <a:lnTo>
                      <a:pt x="0" y="3"/>
                    </a:lnTo>
                    <a:lnTo>
                      <a:pt x="13" y="17"/>
                    </a:lnTo>
                    <a:lnTo>
                      <a:pt x="0" y="32"/>
                    </a:lnTo>
                    <a:lnTo>
                      <a:pt x="2" y="35"/>
                    </a:lnTo>
                    <a:lnTo>
                      <a:pt x="2"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41" name="Google Shape;1141;p19"/>
              <p:cNvSpPr/>
              <p:nvPr/>
            </p:nvSpPr>
            <p:spPr>
              <a:xfrm>
                <a:off x="3755867"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42" name="Google Shape;1142;p19"/>
              <p:cNvSpPr/>
              <p:nvPr/>
            </p:nvSpPr>
            <p:spPr>
              <a:xfrm>
                <a:off x="3813410" y="2550931"/>
                <a:ext cx="44757" cy="74593"/>
              </a:xfrm>
              <a:custGeom>
                <a:rect b="b" l="l" r="r" t="t"/>
                <a:pathLst>
                  <a:path extrusionOk="0" h="35" w="21">
                    <a:moveTo>
                      <a:pt x="4" y="35"/>
                    </a:moveTo>
                    <a:lnTo>
                      <a:pt x="21" y="17"/>
                    </a:lnTo>
                    <a:lnTo>
                      <a:pt x="4" y="0"/>
                    </a:lnTo>
                    <a:lnTo>
                      <a:pt x="0" y="3"/>
                    </a:lnTo>
                    <a:lnTo>
                      <a:pt x="15" y="17"/>
                    </a:lnTo>
                    <a:lnTo>
                      <a:pt x="0" y="32"/>
                    </a:lnTo>
                    <a:lnTo>
                      <a:pt x="4" y="35"/>
                    </a:lnTo>
                    <a:lnTo>
                      <a:pt x="4"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43" name="Google Shape;1143;p19"/>
              <p:cNvSpPr/>
              <p:nvPr/>
            </p:nvSpPr>
            <p:spPr>
              <a:xfrm>
                <a:off x="3578973" y="2550931"/>
                <a:ext cx="42625" cy="74593"/>
              </a:xfrm>
              <a:custGeom>
                <a:rect b="b" l="l" r="r" t="t"/>
                <a:pathLst>
                  <a:path extrusionOk="0" h="35" w="20">
                    <a:moveTo>
                      <a:pt x="3" y="35"/>
                    </a:moveTo>
                    <a:lnTo>
                      <a:pt x="20" y="17"/>
                    </a:lnTo>
                    <a:lnTo>
                      <a:pt x="3" y="0"/>
                    </a:lnTo>
                    <a:lnTo>
                      <a:pt x="0" y="3"/>
                    </a:lnTo>
                    <a:lnTo>
                      <a:pt x="14"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44" name="Google Shape;1144;p19"/>
              <p:cNvSpPr/>
              <p:nvPr/>
            </p:nvSpPr>
            <p:spPr>
              <a:xfrm>
                <a:off x="3636518"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45" name="Google Shape;1145;p19"/>
              <p:cNvSpPr/>
              <p:nvPr/>
            </p:nvSpPr>
            <p:spPr>
              <a:xfrm>
                <a:off x="3698323" y="2550931"/>
                <a:ext cx="42625" cy="74593"/>
              </a:xfrm>
              <a:custGeom>
                <a:rect b="b" l="l" r="r" t="t"/>
                <a:pathLst>
                  <a:path extrusionOk="0" h="35" w="20">
                    <a:moveTo>
                      <a:pt x="2" y="35"/>
                    </a:moveTo>
                    <a:lnTo>
                      <a:pt x="20" y="17"/>
                    </a:lnTo>
                    <a:lnTo>
                      <a:pt x="2" y="0"/>
                    </a:lnTo>
                    <a:lnTo>
                      <a:pt x="0" y="3"/>
                    </a:lnTo>
                    <a:lnTo>
                      <a:pt x="13" y="17"/>
                    </a:lnTo>
                    <a:lnTo>
                      <a:pt x="0" y="32"/>
                    </a:lnTo>
                    <a:lnTo>
                      <a:pt x="2" y="35"/>
                    </a:lnTo>
                    <a:lnTo>
                      <a:pt x="2"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46" name="Google Shape;1146;p19"/>
              <p:cNvSpPr/>
              <p:nvPr/>
            </p:nvSpPr>
            <p:spPr>
              <a:xfrm>
                <a:off x="3755867"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47" name="Google Shape;1147;p19"/>
              <p:cNvSpPr/>
              <p:nvPr/>
            </p:nvSpPr>
            <p:spPr>
              <a:xfrm>
                <a:off x="3813410" y="2550931"/>
                <a:ext cx="44757" cy="74593"/>
              </a:xfrm>
              <a:custGeom>
                <a:rect b="b" l="l" r="r" t="t"/>
                <a:pathLst>
                  <a:path extrusionOk="0" h="35" w="21">
                    <a:moveTo>
                      <a:pt x="4" y="35"/>
                    </a:moveTo>
                    <a:lnTo>
                      <a:pt x="21" y="17"/>
                    </a:lnTo>
                    <a:lnTo>
                      <a:pt x="4" y="0"/>
                    </a:lnTo>
                    <a:lnTo>
                      <a:pt x="0" y="3"/>
                    </a:lnTo>
                    <a:lnTo>
                      <a:pt x="15" y="17"/>
                    </a:lnTo>
                    <a:lnTo>
                      <a:pt x="0" y="32"/>
                    </a:lnTo>
                    <a:lnTo>
                      <a:pt x="4" y="35"/>
                    </a:lnTo>
                    <a:lnTo>
                      <a:pt x="4"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148" name="Google Shape;1148;p19"/>
            <p:cNvGrpSpPr/>
            <p:nvPr/>
          </p:nvGrpSpPr>
          <p:grpSpPr>
            <a:xfrm>
              <a:off x="7562650" y="140988"/>
              <a:ext cx="130200" cy="126125"/>
              <a:chOff x="3935725" y="167575"/>
              <a:chExt cx="130200" cy="126125"/>
            </a:xfrm>
          </p:grpSpPr>
          <p:sp>
            <p:nvSpPr>
              <p:cNvPr id="1149" name="Google Shape;1149;p19"/>
              <p:cNvSpPr/>
              <p:nvPr/>
            </p:nvSpPr>
            <p:spPr>
              <a:xfrm>
                <a:off x="3935725" y="167575"/>
                <a:ext cx="65100" cy="56400"/>
              </a:xfrm>
              <a:prstGeom prst="hexagon">
                <a:avLst>
                  <a:gd fmla="val 25000" name="adj"/>
                  <a:gd fmla="val 115470" name="vf"/>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150" name="Google Shape;1150;p19"/>
              <p:cNvSpPr/>
              <p:nvPr/>
            </p:nvSpPr>
            <p:spPr>
              <a:xfrm>
                <a:off x="4000825" y="201775"/>
                <a:ext cx="65100" cy="56400"/>
              </a:xfrm>
              <a:prstGeom prst="hexagon">
                <a:avLst>
                  <a:gd fmla="val 25000" name="adj"/>
                  <a:gd fmla="val 115470" name="vf"/>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151" name="Google Shape;1151;p19"/>
              <p:cNvSpPr/>
              <p:nvPr/>
            </p:nvSpPr>
            <p:spPr>
              <a:xfrm>
                <a:off x="3935725" y="237300"/>
                <a:ext cx="65100" cy="56400"/>
              </a:xfrm>
              <a:prstGeom prst="hexagon">
                <a:avLst>
                  <a:gd fmla="val 25000" name="adj"/>
                  <a:gd fmla="val 115470" name="vf"/>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1152" name="Google Shape;1152;p19"/>
            <p:cNvGrpSpPr/>
            <p:nvPr/>
          </p:nvGrpSpPr>
          <p:grpSpPr>
            <a:xfrm flipH="1">
              <a:off x="1561096" y="234934"/>
              <a:ext cx="445675" cy="80822"/>
              <a:chOff x="6468929" y="3844579"/>
              <a:chExt cx="411329" cy="74593"/>
            </a:xfrm>
          </p:grpSpPr>
          <p:sp>
            <p:nvSpPr>
              <p:cNvPr id="1153" name="Google Shape;1153;p19"/>
              <p:cNvSpPr/>
              <p:nvPr/>
            </p:nvSpPr>
            <p:spPr>
              <a:xfrm>
                <a:off x="6814190" y="3848841"/>
                <a:ext cx="66069" cy="66068"/>
              </a:xfrm>
              <a:custGeom>
                <a:rect b="b" l="l" r="r" t="t"/>
                <a:pathLst>
                  <a:path extrusionOk="0" h="29" w="29">
                    <a:moveTo>
                      <a:pt x="2" y="14"/>
                    </a:moveTo>
                    <a:cubicBezTo>
                      <a:pt x="0" y="14"/>
                      <a:pt x="0" y="14"/>
                      <a:pt x="0" y="14"/>
                    </a:cubicBezTo>
                    <a:cubicBezTo>
                      <a:pt x="0" y="22"/>
                      <a:pt x="7" y="29"/>
                      <a:pt x="14" y="29"/>
                    </a:cubicBezTo>
                    <a:cubicBezTo>
                      <a:pt x="22" y="29"/>
                      <a:pt x="29" y="22"/>
                      <a:pt x="29" y="14"/>
                    </a:cubicBezTo>
                    <a:cubicBezTo>
                      <a:pt x="29" y="6"/>
                      <a:pt x="22" y="0"/>
                      <a:pt x="14" y="0"/>
                    </a:cubicBezTo>
                    <a:cubicBezTo>
                      <a:pt x="7" y="0"/>
                      <a:pt x="0" y="6"/>
                      <a:pt x="0" y="14"/>
                    </a:cubicBezTo>
                    <a:cubicBezTo>
                      <a:pt x="2" y="14"/>
                      <a:pt x="2" y="14"/>
                      <a:pt x="2" y="14"/>
                    </a:cubicBezTo>
                    <a:cubicBezTo>
                      <a:pt x="4" y="14"/>
                      <a:pt x="4" y="14"/>
                      <a:pt x="4" y="14"/>
                    </a:cubicBezTo>
                    <a:cubicBezTo>
                      <a:pt x="4" y="9"/>
                      <a:pt x="9" y="4"/>
                      <a:pt x="14" y="4"/>
                    </a:cubicBezTo>
                    <a:cubicBezTo>
                      <a:pt x="20" y="4"/>
                      <a:pt x="25" y="9"/>
                      <a:pt x="25" y="14"/>
                    </a:cubicBezTo>
                    <a:cubicBezTo>
                      <a:pt x="25" y="20"/>
                      <a:pt x="20" y="25"/>
                      <a:pt x="14" y="25"/>
                    </a:cubicBezTo>
                    <a:cubicBezTo>
                      <a:pt x="9" y="25"/>
                      <a:pt x="4" y="20"/>
                      <a:pt x="4" y="14"/>
                    </a:cubicBezTo>
                    <a:lnTo>
                      <a:pt x="2" y="1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54" name="Google Shape;1154;p19"/>
              <p:cNvSpPr/>
              <p:nvPr/>
            </p:nvSpPr>
            <p:spPr>
              <a:xfrm>
                <a:off x="6475324" y="3876548"/>
                <a:ext cx="343130" cy="8525"/>
              </a:xfrm>
              <a:custGeom>
                <a:rect b="b" l="l" r="r" t="t"/>
                <a:pathLst>
                  <a:path extrusionOk="0" h="4" w="161">
                    <a:moveTo>
                      <a:pt x="161" y="0"/>
                    </a:moveTo>
                    <a:lnTo>
                      <a:pt x="0" y="0"/>
                    </a:lnTo>
                    <a:lnTo>
                      <a:pt x="0" y="4"/>
                    </a:lnTo>
                    <a:lnTo>
                      <a:pt x="161" y="4"/>
                    </a:lnTo>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55" name="Google Shape;1155;p19"/>
              <p:cNvSpPr/>
              <p:nvPr/>
            </p:nvSpPr>
            <p:spPr>
              <a:xfrm>
                <a:off x="6468929" y="3844579"/>
                <a:ext cx="42625" cy="74593"/>
              </a:xfrm>
              <a:custGeom>
                <a:rect b="b" l="l" r="r" t="t"/>
                <a:pathLst>
                  <a:path extrusionOk="0" h="35" w="2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1156" name="Shape 1156"/>
        <p:cNvGrpSpPr/>
        <p:nvPr/>
      </p:nvGrpSpPr>
      <p:grpSpPr>
        <a:xfrm>
          <a:off x="0" y="0"/>
          <a:ext cx="0" cy="0"/>
          <a:chOff x="0" y="0"/>
          <a:chExt cx="0" cy="0"/>
        </a:xfrm>
      </p:grpSpPr>
      <p:pic>
        <p:nvPicPr>
          <p:cNvPr id="1157" name="Google Shape;1157;p20"/>
          <p:cNvPicPr preferRelativeResize="0"/>
          <p:nvPr/>
        </p:nvPicPr>
        <p:blipFill rotWithShape="1">
          <a:blip r:embed="rId2">
            <a:alphaModFix/>
          </a:blip>
          <a:srcRect b="901" l="0" r="990" t="0"/>
          <a:stretch/>
        </p:blipFill>
        <p:spPr>
          <a:xfrm>
            <a:off x="0" y="0"/>
            <a:ext cx="9144003" cy="5143500"/>
          </a:xfrm>
          <a:prstGeom prst="rect">
            <a:avLst/>
          </a:prstGeom>
          <a:noFill/>
          <a:ln>
            <a:noFill/>
          </a:ln>
        </p:spPr>
      </p:pic>
      <p:grpSp>
        <p:nvGrpSpPr>
          <p:cNvPr id="1158" name="Google Shape;1158;p20"/>
          <p:cNvGrpSpPr/>
          <p:nvPr/>
        </p:nvGrpSpPr>
        <p:grpSpPr>
          <a:xfrm>
            <a:off x="-995975" y="-1108125"/>
            <a:ext cx="11299300" cy="7403525"/>
            <a:chOff x="-995975" y="-1108125"/>
            <a:chExt cx="11299300" cy="7403525"/>
          </a:xfrm>
        </p:grpSpPr>
        <p:sp>
          <p:nvSpPr>
            <p:cNvPr id="1159" name="Google Shape;1159;p20"/>
            <p:cNvSpPr/>
            <p:nvPr/>
          </p:nvSpPr>
          <p:spPr>
            <a:xfrm flipH="1" rot="10800000">
              <a:off x="-512050" y="411400"/>
              <a:ext cx="1417200" cy="10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160" name="Google Shape;1160;p20"/>
            <p:cNvSpPr/>
            <p:nvPr/>
          </p:nvSpPr>
          <p:spPr>
            <a:xfrm flipH="1" rot="10800000">
              <a:off x="-995975" y="164965"/>
              <a:ext cx="1417200" cy="10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161" name="Google Shape;1161;p20"/>
            <p:cNvSpPr/>
            <p:nvPr/>
          </p:nvSpPr>
          <p:spPr>
            <a:xfrm flipH="1" rot="10800000">
              <a:off x="8886125" y="3927375"/>
              <a:ext cx="1417200" cy="10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162" name="Google Shape;1162;p20"/>
            <p:cNvSpPr/>
            <p:nvPr/>
          </p:nvSpPr>
          <p:spPr>
            <a:xfrm flipH="1" rot="10800000">
              <a:off x="8609550" y="3688700"/>
              <a:ext cx="1417200" cy="10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163" name="Google Shape;1163;p20"/>
            <p:cNvSpPr/>
            <p:nvPr/>
          </p:nvSpPr>
          <p:spPr>
            <a:xfrm flipH="1" rot="5400000">
              <a:off x="7085625" y="-452625"/>
              <a:ext cx="1417200" cy="10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164" name="Google Shape;1164;p20"/>
            <p:cNvSpPr/>
            <p:nvPr/>
          </p:nvSpPr>
          <p:spPr>
            <a:xfrm flipH="1" rot="5400000">
              <a:off x="1259775" y="5533700"/>
              <a:ext cx="1417200" cy="10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1165" name="Google Shape;1165;p20"/>
          <p:cNvGrpSpPr/>
          <p:nvPr/>
        </p:nvGrpSpPr>
        <p:grpSpPr>
          <a:xfrm>
            <a:off x="-790820" y="273841"/>
            <a:ext cx="10389925" cy="4945602"/>
            <a:chOff x="-790820" y="273841"/>
            <a:chExt cx="10389925" cy="4945602"/>
          </a:xfrm>
        </p:grpSpPr>
        <p:grpSp>
          <p:nvGrpSpPr>
            <p:cNvPr id="1166" name="Google Shape;1166;p20"/>
            <p:cNvGrpSpPr/>
            <p:nvPr/>
          </p:nvGrpSpPr>
          <p:grpSpPr>
            <a:xfrm flipH="1" rot="5400000">
              <a:off x="8563445" y="399722"/>
              <a:ext cx="1064856" cy="813093"/>
              <a:chOff x="3843246" y="357910"/>
              <a:chExt cx="667078" cy="509361"/>
            </a:xfrm>
          </p:grpSpPr>
          <p:sp>
            <p:nvSpPr>
              <p:cNvPr id="1167" name="Google Shape;1167;p20"/>
              <p:cNvSpPr/>
              <p:nvPr/>
            </p:nvSpPr>
            <p:spPr>
              <a:xfrm>
                <a:off x="3870952" y="385616"/>
                <a:ext cx="626584" cy="471000"/>
              </a:xfrm>
              <a:custGeom>
                <a:rect b="b" l="l" r="r" t="t"/>
                <a:pathLst>
                  <a:path extrusionOk="0" h="221" w="294">
                    <a:moveTo>
                      <a:pt x="290" y="0"/>
                    </a:moveTo>
                    <a:lnTo>
                      <a:pt x="290" y="78"/>
                    </a:lnTo>
                    <a:lnTo>
                      <a:pt x="151" y="217"/>
                    </a:lnTo>
                    <a:lnTo>
                      <a:pt x="0" y="217"/>
                    </a:lnTo>
                    <a:lnTo>
                      <a:pt x="0" y="221"/>
                    </a:lnTo>
                    <a:lnTo>
                      <a:pt x="153" y="221"/>
                    </a:lnTo>
                    <a:lnTo>
                      <a:pt x="294" y="80"/>
                    </a:lnTo>
                    <a:lnTo>
                      <a:pt x="294" y="0"/>
                    </a:lnTo>
                    <a:lnTo>
                      <a:pt x="290" y="0"/>
                    </a:lnTo>
                    <a:lnTo>
                      <a:pt x="29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68" name="Google Shape;1168;p20"/>
              <p:cNvSpPr/>
              <p:nvPr/>
            </p:nvSpPr>
            <p:spPr>
              <a:xfrm>
                <a:off x="3843246" y="835302"/>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5"/>
                      <a:pt x="5"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69" name="Google Shape;1169;p20"/>
              <p:cNvSpPr/>
              <p:nvPr/>
            </p:nvSpPr>
            <p:spPr>
              <a:xfrm>
                <a:off x="4478354" y="357910"/>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6"/>
                      <a:pt x="5" y="4"/>
                      <a:pt x="7" y="4"/>
                    </a:cubicBezTo>
                    <a:cubicBezTo>
                      <a:pt x="9" y="4"/>
                      <a:pt x="10" y="6"/>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170" name="Google Shape;1170;p20"/>
            <p:cNvGrpSpPr/>
            <p:nvPr/>
          </p:nvGrpSpPr>
          <p:grpSpPr>
            <a:xfrm flipH="1" rot="5400000">
              <a:off x="8517242" y="833873"/>
              <a:ext cx="1337026" cy="826702"/>
              <a:chOff x="3421261" y="191675"/>
              <a:chExt cx="837578" cy="517886"/>
            </a:xfrm>
          </p:grpSpPr>
          <p:sp>
            <p:nvSpPr>
              <p:cNvPr id="1171" name="Google Shape;1171;p20"/>
              <p:cNvSpPr/>
              <p:nvPr/>
            </p:nvSpPr>
            <p:spPr>
              <a:xfrm>
                <a:off x="3421261" y="679724"/>
                <a:ext cx="31969" cy="29837"/>
              </a:xfrm>
              <a:custGeom>
                <a:rect b="b" l="l" r="r" t="t"/>
                <a:pathLst>
                  <a:path extrusionOk="0" h="14" w="14">
                    <a:moveTo>
                      <a:pt x="12" y="7"/>
                    </a:moveTo>
                    <a:cubicBezTo>
                      <a:pt x="10" y="7"/>
                      <a:pt x="10" y="7"/>
                      <a:pt x="10" y="7"/>
                    </a:cubicBezTo>
                    <a:cubicBezTo>
                      <a:pt x="10" y="8"/>
                      <a:pt x="9" y="10"/>
                      <a:pt x="7" y="10"/>
                    </a:cubicBezTo>
                    <a:cubicBezTo>
                      <a:pt x="5" y="10"/>
                      <a:pt x="4" y="8"/>
                      <a:pt x="4" y="7"/>
                    </a:cubicBezTo>
                    <a:cubicBezTo>
                      <a:pt x="4" y="5"/>
                      <a:pt x="5"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72" name="Google Shape;1172;p20"/>
              <p:cNvSpPr/>
              <p:nvPr/>
            </p:nvSpPr>
            <p:spPr>
              <a:xfrm>
                <a:off x="3442573" y="191675"/>
                <a:ext cx="816266" cy="498704"/>
              </a:xfrm>
              <a:custGeom>
                <a:rect b="b" l="l" r="r" t="t"/>
                <a:pathLst>
                  <a:path extrusionOk="0" h="234" w="383">
                    <a:moveTo>
                      <a:pt x="379" y="0"/>
                    </a:moveTo>
                    <a:lnTo>
                      <a:pt x="379" y="106"/>
                    </a:lnTo>
                    <a:lnTo>
                      <a:pt x="301" y="185"/>
                    </a:lnTo>
                    <a:lnTo>
                      <a:pt x="46" y="185"/>
                    </a:lnTo>
                    <a:lnTo>
                      <a:pt x="0" y="231"/>
                    </a:lnTo>
                    <a:lnTo>
                      <a:pt x="3" y="234"/>
                    </a:lnTo>
                    <a:lnTo>
                      <a:pt x="47" y="190"/>
                    </a:lnTo>
                    <a:lnTo>
                      <a:pt x="302" y="190"/>
                    </a:lnTo>
                    <a:lnTo>
                      <a:pt x="383" y="108"/>
                    </a:lnTo>
                    <a:lnTo>
                      <a:pt x="383" y="0"/>
                    </a:lnTo>
                    <a:lnTo>
                      <a:pt x="379" y="0"/>
                    </a:lnTo>
                    <a:lnTo>
                      <a:pt x="379"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173" name="Google Shape;1173;p20"/>
            <p:cNvGrpSpPr/>
            <p:nvPr/>
          </p:nvGrpSpPr>
          <p:grpSpPr>
            <a:xfrm flipH="1" rot="10800000">
              <a:off x="-790820" y="4712534"/>
              <a:ext cx="2156910" cy="506908"/>
              <a:chOff x="4891825" y="3495059"/>
              <a:chExt cx="1351193" cy="317552"/>
            </a:xfrm>
          </p:grpSpPr>
          <p:sp>
            <p:nvSpPr>
              <p:cNvPr id="1174" name="Google Shape;1174;p20"/>
              <p:cNvSpPr/>
              <p:nvPr/>
            </p:nvSpPr>
            <p:spPr>
              <a:xfrm>
                <a:off x="6208918" y="3706050"/>
                <a:ext cx="34100" cy="31969"/>
              </a:xfrm>
              <a:custGeom>
                <a:rect b="b" l="l" r="r" t="t"/>
                <a:pathLst>
                  <a:path extrusionOk="0" h="15" w="15">
                    <a:moveTo>
                      <a:pt x="2" y="7"/>
                    </a:moveTo>
                    <a:cubicBezTo>
                      <a:pt x="4" y="7"/>
                      <a:pt x="4" y="7"/>
                      <a:pt x="4" y="7"/>
                    </a:cubicBezTo>
                    <a:cubicBezTo>
                      <a:pt x="4" y="6"/>
                      <a:pt x="6" y="4"/>
                      <a:pt x="8" y="4"/>
                    </a:cubicBezTo>
                    <a:cubicBezTo>
                      <a:pt x="9" y="4"/>
                      <a:pt x="11" y="6"/>
                      <a:pt x="11" y="7"/>
                    </a:cubicBezTo>
                    <a:cubicBezTo>
                      <a:pt x="11" y="9"/>
                      <a:pt x="9" y="11"/>
                      <a:pt x="8" y="11"/>
                    </a:cubicBezTo>
                    <a:cubicBezTo>
                      <a:pt x="6" y="11"/>
                      <a:pt x="4" y="9"/>
                      <a:pt x="4" y="7"/>
                    </a:cubicBezTo>
                    <a:cubicBezTo>
                      <a:pt x="2" y="7"/>
                      <a:pt x="2" y="7"/>
                      <a:pt x="2" y="7"/>
                    </a:cubicBezTo>
                    <a:cubicBezTo>
                      <a:pt x="0" y="7"/>
                      <a:pt x="0" y="7"/>
                      <a:pt x="0" y="7"/>
                    </a:cubicBezTo>
                    <a:cubicBezTo>
                      <a:pt x="0" y="11"/>
                      <a:pt x="4" y="15"/>
                      <a:pt x="8" y="15"/>
                    </a:cubicBezTo>
                    <a:cubicBezTo>
                      <a:pt x="12" y="15"/>
                      <a:pt x="15" y="11"/>
                      <a:pt x="15" y="7"/>
                    </a:cubicBezTo>
                    <a:cubicBezTo>
                      <a:pt x="15" y="3"/>
                      <a:pt x="12" y="0"/>
                      <a:pt x="8" y="0"/>
                    </a:cubicBezTo>
                    <a:cubicBezTo>
                      <a:pt x="4" y="0"/>
                      <a:pt x="0" y="3"/>
                      <a:pt x="0" y="7"/>
                    </a:cubicBezTo>
                    <a:lnTo>
                      <a:pt x="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75" name="Google Shape;1175;p20"/>
              <p:cNvSpPr/>
              <p:nvPr/>
            </p:nvSpPr>
            <p:spPr>
              <a:xfrm>
                <a:off x="4891825" y="3584575"/>
                <a:ext cx="29825" cy="29825"/>
              </a:xfrm>
              <a:custGeom>
                <a:rect b="b" l="l" r="r" t="t"/>
                <a:pathLst>
                  <a:path extrusionOk="0" h="14" w="15">
                    <a:moveTo>
                      <a:pt x="2" y="7"/>
                    </a:moveTo>
                    <a:cubicBezTo>
                      <a:pt x="4" y="7"/>
                      <a:pt x="4" y="7"/>
                      <a:pt x="4" y="7"/>
                    </a:cubicBezTo>
                    <a:cubicBezTo>
                      <a:pt x="4" y="5"/>
                      <a:pt x="6" y="4"/>
                      <a:pt x="7" y="4"/>
                    </a:cubicBezTo>
                    <a:cubicBezTo>
                      <a:pt x="9" y="4"/>
                      <a:pt x="11" y="5"/>
                      <a:pt x="11" y="7"/>
                    </a:cubicBezTo>
                    <a:cubicBezTo>
                      <a:pt x="11" y="9"/>
                      <a:pt x="9" y="10"/>
                      <a:pt x="7" y="10"/>
                    </a:cubicBezTo>
                    <a:cubicBezTo>
                      <a:pt x="6" y="10"/>
                      <a:pt x="4" y="9"/>
                      <a:pt x="4" y="7"/>
                    </a:cubicBezTo>
                    <a:cubicBezTo>
                      <a:pt x="2" y="7"/>
                      <a:pt x="2" y="7"/>
                      <a:pt x="2" y="7"/>
                    </a:cubicBezTo>
                    <a:cubicBezTo>
                      <a:pt x="0" y="7"/>
                      <a:pt x="0" y="7"/>
                      <a:pt x="0" y="7"/>
                    </a:cubicBezTo>
                    <a:cubicBezTo>
                      <a:pt x="0" y="11"/>
                      <a:pt x="3" y="14"/>
                      <a:pt x="7" y="14"/>
                    </a:cubicBezTo>
                    <a:cubicBezTo>
                      <a:pt x="11" y="14"/>
                      <a:pt x="15" y="11"/>
                      <a:pt x="15" y="7"/>
                    </a:cubicBezTo>
                    <a:cubicBezTo>
                      <a:pt x="15" y="3"/>
                      <a:pt x="11" y="0"/>
                      <a:pt x="7" y="0"/>
                    </a:cubicBezTo>
                    <a:cubicBezTo>
                      <a:pt x="3" y="0"/>
                      <a:pt x="0" y="3"/>
                      <a:pt x="0" y="7"/>
                    </a:cubicBezTo>
                    <a:lnTo>
                      <a:pt x="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76" name="Google Shape;1176;p20"/>
              <p:cNvSpPr/>
              <p:nvPr/>
            </p:nvSpPr>
            <p:spPr>
              <a:xfrm>
                <a:off x="4917389" y="3595227"/>
                <a:ext cx="1295792" cy="217384"/>
              </a:xfrm>
              <a:custGeom>
                <a:rect b="b" l="l" r="r" t="t"/>
                <a:pathLst>
                  <a:path extrusionOk="0" h="102" w="608">
                    <a:moveTo>
                      <a:pt x="0" y="4"/>
                    </a:moveTo>
                    <a:lnTo>
                      <a:pt x="207" y="4"/>
                    </a:lnTo>
                    <a:lnTo>
                      <a:pt x="305" y="102"/>
                    </a:lnTo>
                    <a:lnTo>
                      <a:pt x="498" y="102"/>
                    </a:lnTo>
                    <a:lnTo>
                      <a:pt x="539" y="61"/>
                    </a:lnTo>
                    <a:lnTo>
                      <a:pt x="608" y="61"/>
                    </a:lnTo>
                    <a:lnTo>
                      <a:pt x="608" y="57"/>
                    </a:lnTo>
                    <a:lnTo>
                      <a:pt x="537" y="57"/>
                    </a:lnTo>
                    <a:lnTo>
                      <a:pt x="497" y="98"/>
                    </a:lnTo>
                    <a:lnTo>
                      <a:pt x="307" y="98"/>
                    </a:lnTo>
                    <a:lnTo>
                      <a:pt x="210" y="0"/>
                    </a:lnTo>
                    <a:lnTo>
                      <a:pt x="0" y="0"/>
                    </a:lnTo>
                    <a:lnTo>
                      <a:pt x="0" y="4"/>
                    </a:lnTo>
                    <a:lnTo>
                      <a:pt x="0" y="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77" name="Google Shape;1177;p20"/>
              <p:cNvSpPr/>
              <p:nvPr/>
            </p:nvSpPr>
            <p:spPr>
              <a:xfrm>
                <a:off x="5933990" y="3716706"/>
                <a:ext cx="31969" cy="34099"/>
              </a:xfrm>
              <a:custGeom>
                <a:rect b="b" l="l" r="r" t="t"/>
                <a:pathLst>
                  <a:path extrusionOk="0" h="15" w="14">
                    <a:moveTo>
                      <a:pt x="2" y="8"/>
                    </a:moveTo>
                    <a:cubicBezTo>
                      <a:pt x="4" y="8"/>
                      <a:pt x="4" y="8"/>
                      <a:pt x="4" y="8"/>
                    </a:cubicBezTo>
                    <a:cubicBezTo>
                      <a:pt x="4" y="6"/>
                      <a:pt x="5" y="4"/>
                      <a:pt x="7" y="4"/>
                    </a:cubicBezTo>
                    <a:cubicBezTo>
                      <a:pt x="8" y="4"/>
                      <a:pt x="10" y="6"/>
                      <a:pt x="10" y="8"/>
                    </a:cubicBezTo>
                    <a:cubicBezTo>
                      <a:pt x="10" y="9"/>
                      <a:pt x="8" y="11"/>
                      <a:pt x="7" y="11"/>
                    </a:cubicBezTo>
                    <a:cubicBezTo>
                      <a:pt x="5" y="11"/>
                      <a:pt x="4" y="9"/>
                      <a:pt x="4" y="8"/>
                    </a:cubicBezTo>
                    <a:cubicBezTo>
                      <a:pt x="2" y="8"/>
                      <a:pt x="2" y="8"/>
                      <a:pt x="2" y="8"/>
                    </a:cubicBezTo>
                    <a:cubicBezTo>
                      <a:pt x="0" y="8"/>
                      <a:pt x="0" y="8"/>
                      <a:pt x="0" y="8"/>
                    </a:cubicBezTo>
                    <a:cubicBezTo>
                      <a:pt x="0" y="11"/>
                      <a:pt x="3" y="15"/>
                      <a:pt x="7" y="15"/>
                    </a:cubicBezTo>
                    <a:cubicBezTo>
                      <a:pt x="11" y="15"/>
                      <a:pt x="14" y="11"/>
                      <a:pt x="14" y="8"/>
                    </a:cubicBezTo>
                    <a:cubicBezTo>
                      <a:pt x="14" y="4"/>
                      <a:pt x="11" y="0"/>
                      <a:pt x="7" y="0"/>
                    </a:cubicBezTo>
                    <a:cubicBezTo>
                      <a:pt x="3" y="0"/>
                      <a:pt x="0" y="4"/>
                      <a:pt x="0" y="8"/>
                    </a:cubicBezTo>
                    <a:lnTo>
                      <a:pt x="2"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78" name="Google Shape;1178;p20"/>
              <p:cNvSpPr/>
              <p:nvPr/>
            </p:nvSpPr>
            <p:spPr>
              <a:xfrm>
                <a:off x="5286094" y="3495059"/>
                <a:ext cx="29837" cy="31969"/>
              </a:xfrm>
              <a:custGeom>
                <a:rect b="b" l="l" r="r" t="t"/>
                <a:pathLst>
                  <a:path extrusionOk="0" h="15" w="14">
                    <a:moveTo>
                      <a:pt x="2" y="8"/>
                    </a:moveTo>
                    <a:cubicBezTo>
                      <a:pt x="4" y="8"/>
                      <a:pt x="4" y="8"/>
                      <a:pt x="4" y="8"/>
                    </a:cubicBezTo>
                    <a:cubicBezTo>
                      <a:pt x="4" y="6"/>
                      <a:pt x="5" y="4"/>
                      <a:pt x="7" y="4"/>
                    </a:cubicBezTo>
                    <a:cubicBezTo>
                      <a:pt x="9" y="4"/>
                      <a:pt x="10" y="6"/>
                      <a:pt x="10" y="8"/>
                    </a:cubicBezTo>
                    <a:cubicBezTo>
                      <a:pt x="10" y="9"/>
                      <a:pt x="9" y="11"/>
                      <a:pt x="7" y="11"/>
                    </a:cubicBezTo>
                    <a:cubicBezTo>
                      <a:pt x="5" y="11"/>
                      <a:pt x="4" y="9"/>
                      <a:pt x="4" y="8"/>
                    </a:cubicBezTo>
                    <a:cubicBezTo>
                      <a:pt x="2" y="8"/>
                      <a:pt x="2" y="8"/>
                      <a:pt x="2" y="8"/>
                    </a:cubicBezTo>
                    <a:cubicBezTo>
                      <a:pt x="0" y="8"/>
                      <a:pt x="0" y="8"/>
                      <a:pt x="0" y="8"/>
                    </a:cubicBezTo>
                    <a:cubicBezTo>
                      <a:pt x="0" y="11"/>
                      <a:pt x="3" y="15"/>
                      <a:pt x="7" y="15"/>
                    </a:cubicBezTo>
                    <a:cubicBezTo>
                      <a:pt x="11" y="15"/>
                      <a:pt x="14" y="11"/>
                      <a:pt x="14" y="8"/>
                    </a:cubicBezTo>
                    <a:cubicBezTo>
                      <a:pt x="14" y="4"/>
                      <a:pt x="11" y="0"/>
                      <a:pt x="7" y="0"/>
                    </a:cubicBezTo>
                    <a:cubicBezTo>
                      <a:pt x="3" y="0"/>
                      <a:pt x="0" y="4"/>
                      <a:pt x="0" y="8"/>
                    </a:cubicBezTo>
                    <a:lnTo>
                      <a:pt x="2"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79" name="Google Shape;1179;p20"/>
              <p:cNvSpPr/>
              <p:nvPr/>
            </p:nvSpPr>
            <p:spPr>
              <a:xfrm>
                <a:off x="5311668" y="3507847"/>
                <a:ext cx="632979" cy="219516"/>
              </a:xfrm>
              <a:custGeom>
                <a:rect b="b" l="l" r="r" t="t"/>
                <a:pathLst>
                  <a:path extrusionOk="0" h="103" w="297">
                    <a:moveTo>
                      <a:pt x="0" y="4"/>
                    </a:moveTo>
                    <a:lnTo>
                      <a:pt x="39" y="4"/>
                    </a:lnTo>
                    <a:lnTo>
                      <a:pt x="115" y="79"/>
                    </a:lnTo>
                    <a:lnTo>
                      <a:pt x="270" y="79"/>
                    </a:lnTo>
                    <a:lnTo>
                      <a:pt x="294" y="103"/>
                    </a:lnTo>
                    <a:lnTo>
                      <a:pt x="297" y="100"/>
                    </a:lnTo>
                    <a:lnTo>
                      <a:pt x="272" y="75"/>
                    </a:lnTo>
                    <a:lnTo>
                      <a:pt x="117" y="75"/>
                    </a:lnTo>
                    <a:lnTo>
                      <a:pt x="41" y="0"/>
                    </a:lnTo>
                    <a:lnTo>
                      <a:pt x="0" y="0"/>
                    </a:lnTo>
                    <a:lnTo>
                      <a:pt x="0" y="4"/>
                    </a:lnTo>
                    <a:lnTo>
                      <a:pt x="0" y="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180" name="Google Shape;1180;p20"/>
            <p:cNvGrpSpPr/>
            <p:nvPr/>
          </p:nvGrpSpPr>
          <p:grpSpPr>
            <a:xfrm flipH="1" rot="-5400000">
              <a:off x="-205329" y="513976"/>
              <a:ext cx="204128" cy="1115878"/>
              <a:chOff x="6605329" y="191675"/>
              <a:chExt cx="127876" cy="699040"/>
            </a:xfrm>
          </p:grpSpPr>
          <p:sp>
            <p:nvSpPr>
              <p:cNvPr id="1181" name="Google Shape;1181;p20"/>
              <p:cNvSpPr/>
              <p:nvPr/>
            </p:nvSpPr>
            <p:spPr>
              <a:xfrm>
                <a:off x="6701235" y="858746"/>
                <a:ext cx="31969" cy="31969"/>
              </a:xfrm>
              <a:custGeom>
                <a:rect b="b" l="l" r="r" t="t"/>
                <a:pathLst>
                  <a:path extrusionOk="0" h="14" w="15">
                    <a:moveTo>
                      <a:pt x="13" y="7"/>
                    </a:moveTo>
                    <a:cubicBezTo>
                      <a:pt x="11" y="7"/>
                      <a:pt x="11" y="7"/>
                      <a:pt x="11" y="7"/>
                    </a:cubicBezTo>
                    <a:cubicBezTo>
                      <a:pt x="11" y="9"/>
                      <a:pt x="9" y="10"/>
                      <a:pt x="7" y="10"/>
                    </a:cubicBezTo>
                    <a:cubicBezTo>
                      <a:pt x="6" y="10"/>
                      <a:pt x="4" y="9"/>
                      <a:pt x="4" y="7"/>
                    </a:cubicBezTo>
                    <a:cubicBezTo>
                      <a:pt x="4" y="5"/>
                      <a:pt x="6" y="4"/>
                      <a:pt x="7" y="4"/>
                    </a:cubicBezTo>
                    <a:cubicBezTo>
                      <a:pt x="9" y="4"/>
                      <a:pt x="11" y="5"/>
                      <a:pt x="11" y="7"/>
                    </a:cubicBezTo>
                    <a:cubicBezTo>
                      <a:pt x="13" y="7"/>
                      <a:pt x="13" y="7"/>
                      <a:pt x="13" y="7"/>
                    </a:cubicBezTo>
                    <a:cubicBezTo>
                      <a:pt x="15" y="7"/>
                      <a:pt x="15" y="7"/>
                      <a:pt x="15" y="7"/>
                    </a:cubicBezTo>
                    <a:cubicBezTo>
                      <a:pt x="15" y="3"/>
                      <a:pt x="11" y="0"/>
                      <a:pt x="7" y="0"/>
                    </a:cubicBezTo>
                    <a:cubicBezTo>
                      <a:pt x="3" y="0"/>
                      <a:pt x="0" y="3"/>
                      <a:pt x="0" y="7"/>
                    </a:cubicBezTo>
                    <a:cubicBezTo>
                      <a:pt x="0" y="11"/>
                      <a:pt x="3" y="14"/>
                      <a:pt x="7" y="14"/>
                    </a:cubicBezTo>
                    <a:cubicBezTo>
                      <a:pt x="11" y="14"/>
                      <a:pt x="15" y="11"/>
                      <a:pt x="15" y="7"/>
                    </a:cubicBezTo>
                    <a:lnTo>
                      <a:pt x="13"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82" name="Google Shape;1182;p20"/>
              <p:cNvSpPr/>
              <p:nvPr/>
            </p:nvSpPr>
            <p:spPr>
              <a:xfrm>
                <a:off x="6605329" y="191675"/>
                <a:ext cx="115087" cy="671334"/>
              </a:xfrm>
              <a:custGeom>
                <a:rect b="b" l="l" r="r" t="t"/>
                <a:pathLst>
                  <a:path extrusionOk="0" h="315" w="54">
                    <a:moveTo>
                      <a:pt x="0" y="0"/>
                    </a:moveTo>
                    <a:lnTo>
                      <a:pt x="0" y="167"/>
                    </a:lnTo>
                    <a:lnTo>
                      <a:pt x="50" y="217"/>
                    </a:lnTo>
                    <a:lnTo>
                      <a:pt x="50" y="315"/>
                    </a:lnTo>
                    <a:lnTo>
                      <a:pt x="54" y="315"/>
                    </a:lnTo>
                    <a:lnTo>
                      <a:pt x="54" y="215"/>
                    </a:lnTo>
                    <a:lnTo>
                      <a:pt x="5" y="165"/>
                    </a:lnTo>
                    <a:lnTo>
                      <a:pt x="5" y="0"/>
                    </a:lnTo>
                    <a:lnTo>
                      <a:pt x="0" y="0"/>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1183" name="Google Shape;1183;p20"/>
          <p:cNvGrpSpPr/>
          <p:nvPr/>
        </p:nvGrpSpPr>
        <p:grpSpPr>
          <a:xfrm>
            <a:off x="369575" y="271165"/>
            <a:ext cx="8370163" cy="4726098"/>
            <a:chOff x="369575" y="271165"/>
            <a:chExt cx="8370163" cy="4726098"/>
          </a:xfrm>
        </p:grpSpPr>
        <p:grpSp>
          <p:nvGrpSpPr>
            <p:cNvPr id="1184" name="Google Shape;1184;p20"/>
            <p:cNvGrpSpPr/>
            <p:nvPr/>
          </p:nvGrpSpPr>
          <p:grpSpPr>
            <a:xfrm flipH="1" rot="10800000">
              <a:off x="369575" y="3736113"/>
              <a:ext cx="130200" cy="126125"/>
              <a:chOff x="3935725" y="167575"/>
              <a:chExt cx="130200" cy="126125"/>
            </a:xfrm>
          </p:grpSpPr>
          <p:sp>
            <p:nvSpPr>
              <p:cNvPr id="1185" name="Google Shape;1185;p20"/>
              <p:cNvSpPr/>
              <p:nvPr/>
            </p:nvSpPr>
            <p:spPr>
              <a:xfrm>
                <a:off x="3935725" y="167575"/>
                <a:ext cx="65100" cy="56400"/>
              </a:xfrm>
              <a:prstGeom prst="hexagon">
                <a:avLst>
                  <a:gd fmla="val 25000" name="adj"/>
                  <a:gd fmla="val 115470" name="vf"/>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186" name="Google Shape;1186;p20"/>
              <p:cNvSpPr/>
              <p:nvPr/>
            </p:nvSpPr>
            <p:spPr>
              <a:xfrm>
                <a:off x="4000825" y="201775"/>
                <a:ext cx="65100" cy="56400"/>
              </a:xfrm>
              <a:prstGeom prst="hexagon">
                <a:avLst>
                  <a:gd fmla="val 25000" name="adj"/>
                  <a:gd fmla="val 115470" name="vf"/>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187" name="Google Shape;1187;p20"/>
              <p:cNvSpPr/>
              <p:nvPr/>
            </p:nvSpPr>
            <p:spPr>
              <a:xfrm>
                <a:off x="3935725" y="237300"/>
                <a:ext cx="65100" cy="56400"/>
              </a:xfrm>
              <a:prstGeom prst="hexagon">
                <a:avLst>
                  <a:gd fmla="val 25000" name="adj"/>
                  <a:gd fmla="val 115470" name="vf"/>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1188" name="Google Shape;1188;p20"/>
            <p:cNvGrpSpPr/>
            <p:nvPr/>
          </p:nvGrpSpPr>
          <p:grpSpPr>
            <a:xfrm flipH="1" rot="10800000">
              <a:off x="8206229" y="4878190"/>
              <a:ext cx="449076" cy="119073"/>
              <a:chOff x="7108302" y="2550931"/>
              <a:chExt cx="281323" cy="74593"/>
            </a:xfrm>
          </p:grpSpPr>
          <p:sp>
            <p:nvSpPr>
              <p:cNvPr id="1189" name="Google Shape;1189;p20"/>
              <p:cNvSpPr/>
              <p:nvPr/>
            </p:nvSpPr>
            <p:spPr>
              <a:xfrm>
                <a:off x="7347000" y="2550931"/>
                <a:ext cx="42625" cy="74593"/>
              </a:xfrm>
              <a:custGeom>
                <a:rect b="b" l="l" r="r" t="t"/>
                <a:pathLst>
                  <a:path extrusionOk="0" h="35" w="2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90" name="Google Shape;1190;p20"/>
              <p:cNvSpPr/>
              <p:nvPr/>
            </p:nvSpPr>
            <p:spPr>
              <a:xfrm>
                <a:off x="7285195" y="2550931"/>
                <a:ext cx="44757" cy="74593"/>
              </a:xfrm>
              <a:custGeom>
                <a:rect b="b" l="l" r="r" t="t"/>
                <a:pathLst>
                  <a:path extrusionOk="0" h="35" w="21">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91" name="Google Shape;1191;p20"/>
              <p:cNvSpPr/>
              <p:nvPr/>
            </p:nvSpPr>
            <p:spPr>
              <a:xfrm>
                <a:off x="7227651" y="2550931"/>
                <a:ext cx="42625" cy="74593"/>
              </a:xfrm>
              <a:custGeom>
                <a:rect b="b" l="l" r="r" t="t"/>
                <a:pathLst>
                  <a:path extrusionOk="0" h="35" w="2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92" name="Google Shape;1192;p20"/>
              <p:cNvSpPr/>
              <p:nvPr/>
            </p:nvSpPr>
            <p:spPr>
              <a:xfrm>
                <a:off x="7170108" y="2550931"/>
                <a:ext cx="42625" cy="74593"/>
              </a:xfrm>
              <a:custGeom>
                <a:rect b="b" l="l" r="r" t="t"/>
                <a:pathLst>
                  <a:path extrusionOk="0" h="35" w="2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93" name="Google Shape;1193;p20"/>
              <p:cNvSpPr/>
              <p:nvPr/>
            </p:nvSpPr>
            <p:spPr>
              <a:xfrm>
                <a:off x="7108302" y="2550931"/>
                <a:ext cx="42625" cy="74593"/>
              </a:xfrm>
              <a:custGeom>
                <a:rect b="b" l="l" r="r" t="t"/>
                <a:pathLst>
                  <a:path extrusionOk="0" h="35" w="2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94" name="Google Shape;1194;p20"/>
              <p:cNvSpPr/>
              <p:nvPr/>
            </p:nvSpPr>
            <p:spPr>
              <a:xfrm>
                <a:off x="7347000" y="2550931"/>
                <a:ext cx="42625" cy="74593"/>
              </a:xfrm>
              <a:custGeom>
                <a:rect b="b" l="l" r="r" t="t"/>
                <a:pathLst>
                  <a:path extrusionOk="0" h="35" w="2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95" name="Google Shape;1195;p20"/>
              <p:cNvSpPr/>
              <p:nvPr/>
            </p:nvSpPr>
            <p:spPr>
              <a:xfrm>
                <a:off x="7285195" y="2550931"/>
                <a:ext cx="44757" cy="74593"/>
              </a:xfrm>
              <a:custGeom>
                <a:rect b="b" l="l" r="r" t="t"/>
                <a:pathLst>
                  <a:path extrusionOk="0" h="35" w="21">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96" name="Google Shape;1196;p20"/>
              <p:cNvSpPr/>
              <p:nvPr/>
            </p:nvSpPr>
            <p:spPr>
              <a:xfrm>
                <a:off x="7227651" y="2550931"/>
                <a:ext cx="42625" cy="74593"/>
              </a:xfrm>
              <a:custGeom>
                <a:rect b="b" l="l" r="r" t="t"/>
                <a:pathLst>
                  <a:path extrusionOk="0" h="35" w="2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97" name="Google Shape;1197;p20"/>
              <p:cNvSpPr/>
              <p:nvPr/>
            </p:nvSpPr>
            <p:spPr>
              <a:xfrm>
                <a:off x="7170108" y="2550931"/>
                <a:ext cx="42625" cy="74593"/>
              </a:xfrm>
              <a:custGeom>
                <a:rect b="b" l="l" r="r" t="t"/>
                <a:pathLst>
                  <a:path extrusionOk="0" h="35" w="2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98" name="Google Shape;1198;p20"/>
              <p:cNvSpPr/>
              <p:nvPr/>
            </p:nvSpPr>
            <p:spPr>
              <a:xfrm>
                <a:off x="7108302" y="2550931"/>
                <a:ext cx="42625" cy="74593"/>
              </a:xfrm>
              <a:custGeom>
                <a:rect b="b" l="l" r="r" t="t"/>
                <a:pathLst>
                  <a:path extrusionOk="0" h="35" w="2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199" name="Google Shape;1199;p20"/>
            <p:cNvGrpSpPr/>
            <p:nvPr/>
          </p:nvGrpSpPr>
          <p:grpSpPr>
            <a:xfrm flipH="1" rot="10800000">
              <a:off x="2477220" y="273846"/>
              <a:ext cx="101875" cy="134875"/>
              <a:chOff x="3928495" y="333391"/>
              <a:chExt cx="101875" cy="134875"/>
            </a:xfrm>
          </p:grpSpPr>
          <p:grpSp>
            <p:nvGrpSpPr>
              <p:cNvPr id="1200" name="Google Shape;1200;p20"/>
              <p:cNvGrpSpPr/>
              <p:nvPr/>
            </p:nvGrpSpPr>
            <p:grpSpPr>
              <a:xfrm>
                <a:off x="3928495" y="379241"/>
                <a:ext cx="44700" cy="42600"/>
                <a:chOff x="3928495" y="379241"/>
                <a:chExt cx="44700" cy="42600"/>
              </a:xfrm>
            </p:grpSpPr>
            <p:sp>
              <p:nvSpPr>
                <p:cNvPr id="1201" name="Google Shape;1201;p20"/>
                <p:cNvSpPr/>
                <p:nvPr/>
              </p:nvSpPr>
              <p:spPr>
                <a:xfrm>
                  <a:off x="3928495" y="396272"/>
                  <a:ext cx="44700" cy="81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02" name="Google Shape;1202;p20"/>
                <p:cNvSpPr/>
                <p:nvPr/>
              </p:nvSpPr>
              <p:spPr>
                <a:xfrm>
                  <a:off x="3946802" y="379241"/>
                  <a:ext cx="8100" cy="426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203" name="Google Shape;1203;p20"/>
              <p:cNvGrpSpPr/>
              <p:nvPr/>
            </p:nvGrpSpPr>
            <p:grpSpPr>
              <a:xfrm>
                <a:off x="3985670" y="425666"/>
                <a:ext cx="44700" cy="42600"/>
                <a:chOff x="3928495" y="379241"/>
                <a:chExt cx="44700" cy="42600"/>
              </a:xfrm>
            </p:grpSpPr>
            <p:sp>
              <p:nvSpPr>
                <p:cNvPr id="1204" name="Google Shape;1204;p20"/>
                <p:cNvSpPr/>
                <p:nvPr/>
              </p:nvSpPr>
              <p:spPr>
                <a:xfrm>
                  <a:off x="3928495" y="396272"/>
                  <a:ext cx="44700" cy="81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05" name="Google Shape;1205;p20"/>
                <p:cNvSpPr/>
                <p:nvPr/>
              </p:nvSpPr>
              <p:spPr>
                <a:xfrm>
                  <a:off x="3946802" y="379241"/>
                  <a:ext cx="8100" cy="426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206" name="Google Shape;1206;p20"/>
              <p:cNvGrpSpPr/>
              <p:nvPr/>
            </p:nvGrpSpPr>
            <p:grpSpPr>
              <a:xfrm>
                <a:off x="3985670" y="333391"/>
                <a:ext cx="44700" cy="42600"/>
                <a:chOff x="3928495" y="379241"/>
                <a:chExt cx="44700" cy="42600"/>
              </a:xfrm>
            </p:grpSpPr>
            <p:sp>
              <p:nvSpPr>
                <p:cNvPr id="1207" name="Google Shape;1207;p20"/>
                <p:cNvSpPr/>
                <p:nvPr/>
              </p:nvSpPr>
              <p:spPr>
                <a:xfrm>
                  <a:off x="3928495" y="396272"/>
                  <a:ext cx="44700" cy="81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08" name="Google Shape;1208;p20"/>
                <p:cNvSpPr/>
                <p:nvPr/>
              </p:nvSpPr>
              <p:spPr>
                <a:xfrm>
                  <a:off x="3946802" y="379241"/>
                  <a:ext cx="8100" cy="426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1209" name="Google Shape;1209;p20"/>
            <p:cNvGrpSpPr/>
            <p:nvPr/>
          </p:nvGrpSpPr>
          <p:grpSpPr>
            <a:xfrm flipH="1" rot="10800000">
              <a:off x="8609538" y="4392838"/>
              <a:ext cx="130200" cy="126125"/>
              <a:chOff x="3935725" y="167575"/>
              <a:chExt cx="130200" cy="126125"/>
            </a:xfrm>
          </p:grpSpPr>
          <p:sp>
            <p:nvSpPr>
              <p:cNvPr id="1210" name="Google Shape;1210;p20"/>
              <p:cNvSpPr/>
              <p:nvPr/>
            </p:nvSpPr>
            <p:spPr>
              <a:xfrm>
                <a:off x="3935725" y="167575"/>
                <a:ext cx="65100" cy="56400"/>
              </a:xfrm>
              <a:prstGeom prst="hexagon">
                <a:avLst>
                  <a:gd fmla="val 25000" name="adj"/>
                  <a:gd fmla="val 115470" name="vf"/>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211" name="Google Shape;1211;p20"/>
              <p:cNvSpPr/>
              <p:nvPr/>
            </p:nvSpPr>
            <p:spPr>
              <a:xfrm>
                <a:off x="4000825" y="201775"/>
                <a:ext cx="65100" cy="56400"/>
              </a:xfrm>
              <a:prstGeom prst="hexagon">
                <a:avLst>
                  <a:gd fmla="val 25000" name="adj"/>
                  <a:gd fmla="val 115470" name="vf"/>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212" name="Google Shape;1212;p20"/>
              <p:cNvSpPr/>
              <p:nvPr/>
            </p:nvSpPr>
            <p:spPr>
              <a:xfrm>
                <a:off x="3935725" y="237300"/>
                <a:ext cx="65100" cy="56400"/>
              </a:xfrm>
              <a:prstGeom prst="hexagon">
                <a:avLst>
                  <a:gd fmla="val 25000" name="adj"/>
                  <a:gd fmla="val 115470" name="vf"/>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1213" name="Google Shape;1213;p20"/>
            <p:cNvGrpSpPr/>
            <p:nvPr/>
          </p:nvGrpSpPr>
          <p:grpSpPr>
            <a:xfrm flipH="1">
              <a:off x="1617854" y="271165"/>
              <a:ext cx="449076" cy="119073"/>
              <a:chOff x="7108302" y="2550931"/>
              <a:chExt cx="281323" cy="74593"/>
            </a:xfrm>
          </p:grpSpPr>
          <p:sp>
            <p:nvSpPr>
              <p:cNvPr id="1214" name="Google Shape;1214;p20"/>
              <p:cNvSpPr/>
              <p:nvPr/>
            </p:nvSpPr>
            <p:spPr>
              <a:xfrm>
                <a:off x="7347000" y="2550931"/>
                <a:ext cx="42625" cy="74593"/>
              </a:xfrm>
              <a:custGeom>
                <a:rect b="b" l="l" r="r" t="t"/>
                <a:pathLst>
                  <a:path extrusionOk="0" h="35" w="2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15" name="Google Shape;1215;p20"/>
              <p:cNvSpPr/>
              <p:nvPr/>
            </p:nvSpPr>
            <p:spPr>
              <a:xfrm>
                <a:off x="7285195" y="2550931"/>
                <a:ext cx="44757" cy="74593"/>
              </a:xfrm>
              <a:custGeom>
                <a:rect b="b" l="l" r="r" t="t"/>
                <a:pathLst>
                  <a:path extrusionOk="0" h="35" w="21">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16" name="Google Shape;1216;p20"/>
              <p:cNvSpPr/>
              <p:nvPr/>
            </p:nvSpPr>
            <p:spPr>
              <a:xfrm>
                <a:off x="7227651" y="2550931"/>
                <a:ext cx="42625" cy="74593"/>
              </a:xfrm>
              <a:custGeom>
                <a:rect b="b" l="l" r="r" t="t"/>
                <a:pathLst>
                  <a:path extrusionOk="0" h="35" w="2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17" name="Google Shape;1217;p20"/>
              <p:cNvSpPr/>
              <p:nvPr/>
            </p:nvSpPr>
            <p:spPr>
              <a:xfrm>
                <a:off x="7170108" y="2550931"/>
                <a:ext cx="42625" cy="74593"/>
              </a:xfrm>
              <a:custGeom>
                <a:rect b="b" l="l" r="r" t="t"/>
                <a:pathLst>
                  <a:path extrusionOk="0" h="35" w="2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18" name="Google Shape;1218;p20"/>
              <p:cNvSpPr/>
              <p:nvPr/>
            </p:nvSpPr>
            <p:spPr>
              <a:xfrm>
                <a:off x="7108302" y="2550931"/>
                <a:ext cx="42625" cy="74593"/>
              </a:xfrm>
              <a:custGeom>
                <a:rect b="b" l="l" r="r" t="t"/>
                <a:pathLst>
                  <a:path extrusionOk="0" h="35" w="2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19" name="Google Shape;1219;p20"/>
              <p:cNvSpPr/>
              <p:nvPr/>
            </p:nvSpPr>
            <p:spPr>
              <a:xfrm>
                <a:off x="7347000" y="2550931"/>
                <a:ext cx="42625" cy="74593"/>
              </a:xfrm>
              <a:custGeom>
                <a:rect b="b" l="l" r="r" t="t"/>
                <a:pathLst>
                  <a:path extrusionOk="0" h="35" w="2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20" name="Google Shape;1220;p20"/>
              <p:cNvSpPr/>
              <p:nvPr/>
            </p:nvSpPr>
            <p:spPr>
              <a:xfrm>
                <a:off x="7285195" y="2550931"/>
                <a:ext cx="44757" cy="74593"/>
              </a:xfrm>
              <a:custGeom>
                <a:rect b="b" l="l" r="r" t="t"/>
                <a:pathLst>
                  <a:path extrusionOk="0" h="35" w="21">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21" name="Google Shape;1221;p20"/>
              <p:cNvSpPr/>
              <p:nvPr/>
            </p:nvSpPr>
            <p:spPr>
              <a:xfrm>
                <a:off x="7227651" y="2550931"/>
                <a:ext cx="42625" cy="74593"/>
              </a:xfrm>
              <a:custGeom>
                <a:rect b="b" l="l" r="r" t="t"/>
                <a:pathLst>
                  <a:path extrusionOk="0" h="35" w="2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22" name="Google Shape;1222;p20"/>
              <p:cNvSpPr/>
              <p:nvPr/>
            </p:nvSpPr>
            <p:spPr>
              <a:xfrm>
                <a:off x="7170108" y="2550931"/>
                <a:ext cx="42625" cy="74593"/>
              </a:xfrm>
              <a:custGeom>
                <a:rect b="b" l="l" r="r" t="t"/>
                <a:pathLst>
                  <a:path extrusionOk="0" h="35" w="2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23" name="Google Shape;1223;p20"/>
              <p:cNvSpPr/>
              <p:nvPr/>
            </p:nvSpPr>
            <p:spPr>
              <a:xfrm>
                <a:off x="7108302" y="2550931"/>
                <a:ext cx="42625" cy="74593"/>
              </a:xfrm>
              <a:custGeom>
                <a:rect b="b" l="l" r="r" t="t"/>
                <a:pathLst>
                  <a:path extrusionOk="0" h="35" w="2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1224" name="Google Shape;1224;p2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225" name="Google Shape;1225;p20"/>
          <p:cNvSpPr txBox="1"/>
          <p:nvPr>
            <p:ph idx="1" type="subTitle"/>
          </p:nvPr>
        </p:nvSpPr>
        <p:spPr>
          <a:xfrm>
            <a:off x="1947450" y="1881600"/>
            <a:ext cx="5249100" cy="6066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2800"/>
              <a:buNone/>
              <a:defRPr b="0" sz="1400"/>
            </a:lvl1pPr>
            <a:lvl2pPr lvl="1" rtl="0" algn="ctr">
              <a:lnSpc>
                <a:spcPct val="115000"/>
              </a:lnSpc>
              <a:spcBef>
                <a:spcPts val="0"/>
              </a:spcBef>
              <a:spcAft>
                <a:spcPts val="0"/>
              </a:spcAft>
              <a:buSzPts val="2800"/>
              <a:buNone/>
              <a:defRPr sz="2800"/>
            </a:lvl2pPr>
            <a:lvl3pPr lvl="2" rtl="0" algn="ctr">
              <a:lnSpc>
                <a:spcPct val="115000"/>
              </a:lnSpc>
              <a:spcBef>
                <a:spcPts val="0"/>
              </a:spcBef>
              <a:spcAft>
                <a:spcPts val="0"/>
              </a:spcAft>
              <a:buSzPts val="2800"/>
              <a:buNone/>
              <a:defRPr sz="2800"/>
            </a:lvl3pPr>
            <a:lvl4pPr lvl="3" rtl="0" algn="ctr">
              <a:lnSpc>
                <a:spcPct val="115000"/>
              </a:lnSpc>
              <a:spcBef>
                <a:spcPts val="0"/>
              </a:spcBef>
              <a:spcAft>
                <a:spcPts val="0"/>
              </a:spcAft>
              <a:buSzPts val="2800"/>
              <a:buNone/>
              <a:defRPr sz="2800"/>
            </a:lvl4pPr>
            <a:lvl5pPr lvl="4" rtl="0" algn="ctr">
              <a:lnSpc>
                <a:spcPct val="115000"/>
              </a:lnSpc>
              <a:spcBef>
                <a:spcPts val="0"/>
              </a:spcBef>
              <a:spcAft>
                <a:spcPts val="0"/>
              </a:spcAft>
              <a:buSzPts val="2800"/>
              <a:buNone/>
              <a:defRPr sz="2800"/>
            </a:lvl5pPr>
            <a:lvl6pPr lvl="5" rtl="0" algn="ctr">
              <a:lnSpc>
                <a:spcPct val="115000"/>
              </a:lnSpc>
              <a:spcBef>
                <a:spcPts val="0"/>
              </a:spcBef>
              <a:spcAft>
                <a:spcPts val="0"/>
              </a:spcAft>
              <a:buSzPts val="2800"/>
              <a:buNone/>
              <a:defRPr sz="2800"/>
            </a:lvl6pPr>
            <a:lvl7pPr lvl="6" rtl="0" algn="ctr">
              <a:lnSpc>
                <a:spcPct val="115000"/>
              </a:lnSpc>
              <a:spcBef>
                <a:spcPts val="0"/>
              </a:spcBef>
              <a:spcAft>
                <a:spcPts val="0"/>
              </a:spcAft>
              <a:buSzPts val="2800"/>
              <a:buNone/>
              <a:defRPr sz="2800"/>
            </a:lvl7pPr>
            <a:lvl8pPr lvl="7" rtl="0" algn="ctr">
              <a:lnSpc>
                <a:spcPct val="115000"/>
              </a:lnSpc>
              <a:spcBef>
                <a:spcPts val="0"/>
              </a:spcBef>
              <a:spcAft>
                <a:spcPts val="0"/>
              </a:spcAft>
              <a:buSzPts val="2800"/>
              <a:buNone/>
              <a:defRPr sz="2800"/>
            </a:lvl8pPr>
            <a:lvl9pPr lvl="8" rtl="0" algn="ctr">
              <a:lnSpc>
                <a:spcPct val="115000"/>
              </a:lnSpc>
              <a:spcBef>
                <a:spcPts val="0"/>
              </a:spcBef>
              <a:spcAft>
                <a:spcPts val="0"/>
              </a:spcAft>
              <a:buSzPts val="2800"/>
              <a:buNone/>
              <a:defRPr sz="2800"/>
            </a:lvl9pPr>
          </a:lstStyle>
          <a:p/>
        </p:txBody>
      </p:sp>
      <p:sp>
        <p:nvSpPr>
          <p:cNvPr id="1226" name="Google Shape;1226;p20"/>
          <p:cNvSpPr txBox="1"/>
          <p:nvPr>
            <p:ph idx="2" type="subTitle"/>
          </p:nvPr>
        </p:nvSpPr>
        <p:spPr>
          <a:xfrm>
            <a:off x="1947450" y="3559600"/>
            <a:ext cx="5249100" cy="6426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2800"/>
              <a:buNone/>
              <a:defRPr b="0" sz="1400"/>
            </a:lvl1pPr>
            <a:lvl2pPr lvl="1" rtl="0" algn="ctr">
              <a:lnSpc>
                <a:spcPct val="115000"/>
              </a:lnSpc>
              <a:spcBef>
                <a:spcPts val="0"/>
              </a:spcBef>
              <a:spcAft>
                <a:spcPts val="0"/>
              </a:spcAft>
              <a:buSzPts val="2800"/>
              <a:buNone/>
              <a:defRPr sz="2800"/>
            </a:lvl2pPr>
            <a:lvl3pPr lvl="2" rtl="0" algn="ctr">
              <a:lnSpc>
                <a:spcPct val="115000"/>
              </a:lnSpc>
              <a:spcBef>
                <a:spcPts val="0"/>
              </a:spcBef>
              <a:spcAft>
                <a:spcPts val="0"/>
              </a:spcAft>
              <a:buSzPts val="2800"/>
              <a:buNone/>
              <a:defRPr sz="2800"/>
            </a:lvl3pPr>
            <a:lvl4pPr lvl="3" rtl="0" algn="ctr">
              <a:lnSpc>
                <a:spcPct val="115000"/>
              </a:lnSpc>
              <a:spcBef>
                <a:spcPts val="0"/>
              </a:spcBef>
              <a:spcAft>
                <a:spcPts val="0"/>
              </a:spcAft>
              <a:buSzPts val="2800"/>
              <a:buNone/>
              <a:defRPr sz="2800"/>
            </a:lvl4pPr>
            <a:lvl5pPr lvl="4" rtl="0" algn="ctr">
              <a:lnSpc>
                <a:spcPct val="115000"/>
              </a:lnSpc>
              <a:spcBef>
                <a:spcPts val="0"/>
              </a:spcBef>
              <a:spcAft>
                <a:spcPts val="0"/>
              </a:spcAft>
              <a:buSzPts val="2800"/>
              <a:buNone/>
              <a:defRPr sz="2800"/>
            </a:lvl5pPr>
            <a:lvl6pPr lvl="5" rtl="0" algn="ctr">
              <a:lnSpc>
                <a:spcPct val="115000"/>
              </a:lnSpc>
              <a:spcBef>
                <a:spcPts val="0"/>
              </a:spcBef>
              <a:spcAft>
                <a:spcPts val="0"/>
              </a:spcAft>
              <a:buSzPts val="2800"/>
              <a:buNone/>
              <a:defRPr sz="2800"/>
            </a:lvl6pPr>
            <a:lvl7pPr lvl="6" rtl="0" algn="ctr">
              <a:lnSpc>
                <a:spcPct val="115000"/>
              </a:lnSpc>
              <a:spcBef>
                <a:spcPts val="0"/>
              </a:spcBef>
              <a:spcAft>
                <a:spcPts val="0"/>
              </a:spcAft>
              <a:buSzPts val="2800"/>
              <a:buNone/>
              <a:defRPr sz="2800"/>
            </a:lvl7pPr>
            <a:lvl8pPr lvl="7" rtl="0" algn="ctr">
              <a:lnSpc>
                <a:spcPct val="115000"/>
              </a:lnSpc>
              <a:spcBef>
                <a:spcPts val="0"/>
              </a:spcBef>
              <a:spcAft>
                <a:spcPts val="0"/>
              </a:spcAft>
              <a:buSzPts val="2800"/>
              <a:buNone/>
              <a:defRPr sz="2800"/>
            </a:lvl8pPr>
            <a:lvl9pPr lvl="8" rtl="0" algn="ctr">
              <a:lnSpc>
                <a:spcPct val="115000"/>
              </a:lnSpc>
              <a:spcBef>
                <a:spcPts val="0"/>
              </a:spcBef>
              <a:spcAft>
                <a:spcPts val="0"/>
              </a:spcAft>
              <a:buSzPts val="2800"/>
              <a:buNone/>
              <a:defRPr sz="2800"/>
            </a:lvl9pPr>
          </a:lstStyle>
          <a:p/>
        </p:txBody>
      </p:sp>
      <p:sp>
        <p:nvSpPr>
          <p:cNvPr id="1227" name="Google Shape;1227;p20"/>
          <p:cNvSpPr txBox="1"/>
          <p:nvPr>
            <p:ph idx="3" type="subTitle"/>
          </p:nvPr>
        </p:nvSpPr>
        <p:spPr>
          <a:xfrm>
            <a:off x="1947450" y="1508700"/>
            <a:ext cx="5249100" cy="369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Lexend"/>
              <a:buNone/>
              <a:defRPr b="1" sz="2000">
                <a:latin typeface="Lexend"/>
                <a:ea typeface="Lexend"/>
                <a:cs typeface="Lexend"/>
                <a:sym typeface="Lexend"/>
              </a:defRPr>
            </a:lvl1pPr>
            <a:lvl2pPr lvl="1" rtl="0" algn="ctr">
              <a:lnSpc>
                <a:spcPct val="115000"/>
              </a:lnSpc>
              <a:spcBef>
                <a:spcPts val="0"/>
              </a:spcBef>
              <a:spcAft>
                <a:spcPts val="0"/>
              </a:spcAft>
              <a:buSzPts val="2400"/>
              <a:buFont typeface="Lexend"/>
              <a:buNone/>
              <a:defRPr b="1" sz="2400">
                <a:latin typeface="Lexend"/>
                <a:ea typeface="Lexend"/>
                <a:cs typeface="Lexend"/>
                <a:sym typeface="Lexend"/>
              </a:defRPr>
            </a:lvl2pPr>
            <a:lvl3pPr lvl="2" rtl="0" algn="ctr">
              <a:lnSpc>
                <a:spcPct val="115000"/>
              </a:lnSpc>
              <a:spcBef>
                <a:spcPts val="0"/>
              </a:spcBef>
              <a:spcAft>
                <a:spcPts val="0"/>
              </a:spcAft>
              <a:buSzPts val="2400"/>
              <a:buFont typeface="Lexend"/>
              <a:buNone/>
              <a:defRPr b="1" sz="2400">
                <a:latin typeface="Lexend"/>
                <a:ea typeface="Lexend"/>
                <a:cs typeface="Lexend"/>
                <a:sym typeface="Lexend"/>
              </a:defRPr>
            </a:lvl3pPr>
            <a:lvl4pPr lvl="3" rtl="0" algn="ctr">
              <a:lnSpc>
                <a:spcPct val="115000"/>
              </a:lnSpc>
              <a:spcBef>
                <a:spcPts val="0"/>
              </a:spcBef>
              <a:spcAft>
                <a:spcPts val="0"/>
              </a:spcAft>
              <a:buSzPts val="2400"/>
              <a:buFont typeface="Lexend"/>
              <a:buNone/>
              <a:defRPr b="1" sz="2400">
                <a:latin typeface="Lexend"/>
                <a:ea typeface="Lexend"/>
                <a:cs typeface="Lexend"/>
                <a:sym typeface="Lexend"/>
              </a:defRPr>
            </a:lvl4pPr>
            <a:lvl5pPr lvl="4" rtl="0" algn="ctr">
              <a:lnSpc>
                <a:spcPct val="115000"/>
              </a:lnSpc>
              <a:spcBef>
                <a:spcPts val="0"/>
              </a:spcBef>
              <a:spcAft>
                <a:spcPts val="0"/>
              </a:spcAft>
              <a:buSzPts val="2400"/>
              <a:buFont typeface="Lexend"/>
              <a:buNone/>
              <a:defRPr b="1" sz="2400">
                <a:latin typeface="Lexend"/>
                <a:ea typeface="Lexend"/>
                <a:cs typeface="Lexend"/>
                <a:sym typeface="Lexend"/>
              </a:defRPr>
            </a:lvl5pPr>
            <a:lvl6pPr lvl="5" rtl="0" algn="ctr">
              <a:lnSpc>
                <a:spcPct val="115000"/>
              </a:lnSpc>
              <a:spcBef>
                <a:spcPts val="0"/>
              </a:spcBef>
              <a:spcAft>
                <a:spcPts val="0"/>
              </a:spcAft>
              <a:buSzPts val="2400"/>
              <a:buFont typeface="Lexend"/>
              <a:buNone/>
              <a:defRPr b="1" sz="2400">
                <a:latin typeface="Lexend"/>
                <a:ea typeface="Lexend"/>
                <a:cs typeface="Lexend"/>
                <a:sym typeface="Lexend"/>
              </a:defRPr>
            </a:lvl6pPr>
            <a:lvl7pPr lvl="6" rtl="0" algn="ctr">
              <a:lnSpc>
                <a:spcPct val="115000"/>
              </a:lnSpc>
              <a:spcBef>
                <a:spcPts val="0"/>
              </a:spcBef>
              <a:spcAft>
                <a:spcPts val="0"/>
              </a:spcAft>
              <a:buSzPts val="2400"/>
              <a:buFont typeface="Lexend"/>
              <a:buNone/>
              <a:defRPr b="1" sz="2400">
                <a:latin typeface="Lexend"/>
                <a:ea typeface="Lexend"/>
                <a:cs typeface="Lexend"/>
                <a:sym typeface="Lexend"/>
              </a:defRPr>
            </a:lvl7pPr>
            <a:lvl8pPr lvl="7" rtl="0" algn="ctr">
              <a:lnSpc>
                <a:spcPct val="115000"/>
              </a:lnSpc>
              <a:spcBef>
                <a:spcPts val="0"/>
              </a:spcBef>
              <a:spcAft>
                <a:spcPts val="0"/>
              </a:spcAft>
              <a:buSzPts val="2400"/>
              <a:buFont typeface="Lexend"/>
              <a:buNone/>
              <a:defRPr b="1" sz="2400">
                <a:latin typeface="Lexend"/>
                <a:ea typeface="Lexend"/>
                <a:cs typeface="Lexend"/>
                <a:sym typeface="Lexend"/>
              </a:defRPr>
            </a:lvl8pPr>
            <a:lvl9pPr lvl="8" rtl="0" algn="ctr">
              <a:lnSpc>
                <a:spcPct val="115000"/>
              </a:lnSpc>
              <a:spcBef>
                <a:spcPts val="0"/>
              </a:spcBef>
              <a:spcAft>
                <a:spcPts val="0"/>
              </a:spcAft>
              <a:buSzPts val="2400"/>
              <a:buFont typeface="Lexend"/>
              <a:buNone/>
              <a:defRPr b="1" sz="2400">
                <a:latin typeface="Lexend"/>
                <a:ea typeface="Lexend"/>
                <a:cs typeface="Lexend"/>
                <a:sym typeface="Lexend"/>
              </a:defRPr>
            </a:lvl9pPr>
          </a:lstStyle>
          <a:p/>
        </p:txBody>
      </p:sp>
      <p:sp>
        <p:nvSpPr>
          <p:cNvPr id="1228" name="Google Shape;1228;p20"/>
          <p:cNvSpPr txBox="1"/>
          <p:nvPr>
            <p:ph idx="4" type="subTitle"/>
          </p:nvPr>
        </p:nvSpPr>
        <p:spPr>
          <a:xfrm>
            <a:off x="1947450" y="3189700"/>
            <a:ext cx="5249100" cy="369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Lexend"/>
              <a:buNone/>
              <a:defRPr b="1" sz="2000">
                <a:latin typeface="Lexend"/>
                <a:ea typeface="Lexend"/>
                <a:cs typeface="Lexend"/>
                <a:sym typeface="Lexend"/>
              </a:defRPr>
            </a:lvl1pPr>
            <a:lvl2pPr lvl="1" rtl="0" algn="ctr">
              <a:lnSpc>
                <a:spcPct val="115000"/>
              </a:lnSpc>
              <a:spcBef>
                <a:spcPts val="0"/>
              </a:spcBef>
              <a:spcAft>
                <a:spcPts val="0"/>
              </a:spcAft>
              <a:buSzPts val="2400"/>
              <a:buFont typeface="Lexend"/>
              <a:buNone/>
              <a:defRPr b="1" sz="2400">
                <a:latin typeface="Lexend"/>
                <a:ea typeface="Lexend"/>
                <a:cs typeface="Lexend"/>
                <a:sym typeface="Lexend"/>
              </a:defRPr>
            </a:lvl2pPr>
            <a:lvl3pPr lvl="2" rtl="0" algn="ctr">
              <a:lnSpc>
                <a:spcPct val="115000"/>
              </a:lnSpc>
              <a:spcBef>
                <a:spcPts val="0"/>
              </a:spcBef>
              <a:spcAft>
                <a:spcPts val="0"/>
              </a:spcAft>
              <a:buSzPts val="2400"/>
              <a:buFont typeface="Lexend"/>
              <a:buNone/>
              <a:defRPr b="1" sz="2400">
                <a:latin typeface="Lexend"/>
                <a:ea typeface="Lexend"/>
                <a:cs typeface="Lexend"/>
                <a:sym typeface="Lexend"/>
              </a:defRPr>
            </a:lvl3pPr>
            <a:lvl4pPr lvl="3" rtl="0" algn="ctr">
              <a:lnSpc>
                <a:spcPct val="115000"/>
              </a:lnSpc>
              <a:spcBef>
                <a:spcPts val="0"/>
              </a:spcBef>
              <a:spcAft>
                <a:spcPts val="0"/>
              </a:spcAft>
              <a:buSzPts val="2400"/>
              <a:buFont typeface="Lexend"/>
              <a:buNone/>
              <a:defRPr b="1" sz="2400">
                <a:latin typeface="Lexend"/>
                <a:ea typeface="Lexend"/>
                <a:cs typeface="Lexend"/>
                <a:sym typeface="Lexend"/>
              </a:defRPr>
            </a:lvl4pPr>
            <a:lvl5pPr lvl="4" rtl="0" algn="ctr">
              <a:lnSpc>
                <a:spcPct val="115000"/>
              </a:lnSpc>
              <a:spcBef>
                <a:spcPts val="0"/>
              </a:spcBef>
              <a:spcAft>
                <a:spcPts val="0"/>
              </a:spcAft>
              <a:buSzPts val="2400"/>
              <a:buFont typeface="Lexend"/>
              <a:buNone/>
              <a:defRPr b="1" sz="2400">
                <a:latin typeface="Lexend"/>
                <a:ea typeface="Lexend"/>
                <a:cs typeface="Lexend"/>
                <a:sym typeface="Lexend"/>
              </a:defRPr>
            </a:lvl5pPr>
            <a:lvl6pPr lvl="5" rtl="0" algn="ctr">
              <a:lnSpc>
                <a:spcPct val="115000"/>
              </a:lnSpc>
              <a:spcBef>
                <a:spcPts val="0"/>
              </a:spcBef>
              <a:spcAft>
                <a:spcPts val="0"/>
              </a:spcAft>
              <a:buSzPts val="2400"/>
              <a:buFont typeface="Lexend"/>
              <a:buNone/>
              <a:defRPr b="1" sz="2400">
                <a:latin typeface="Lexend"/>
                <a:ea typeface="Lexend"/>
                <a:cs typeface="Lexend"/>
                <a:sym typeface="Lexend"/>
              </a:defRPr>
            </a:lvl6pPr>
            <a:lvl7pPr lvl="6" rtl="0" algn="ctr">
              <a:lnSpc>
                <a:spcPct val="115000"/>
              </a:lnSpc>
              <a:spcBef>
                <a:spcPts val="0"/>
              </a:spcBef>
              <a:spcAft>
                <a:spcPts val="0"/>
              </a:spcAft>
              <a:buSzPts val="2400"/>
              <a:buFont typeface="Lexend"/>
              <a:buNone/>
              <a:defRPr b="1" sz="2400">
                <a:latin typeface="Lexend"/>
                <a:ea typeface="Lexend"/>
                <a:cs typeface="Lexend"/>
                <a:sym typeface="Lexend"/>
              </a:defRPr>
            </a:lvl7pPr>
            <a:lvl8pPr lvl="7" rtl="0" algn="ctr">
              <a:lnSpc>
                <a:spcPct val="115000"/>
              </a:lnSpc>
              <a:spcBef>
                <a:spcPts val="0"/>
              </a:spcBef>
              <a:spcAft>
                <a:spcPts val="0"/>
              </a:spcAft>
              <a:buSzPts val="2400"/>
              <a:buFont typeface="Lexend"/>
              <a:buNone/>
              <a:defRPr b="1" sz="2400">
                <a:latin typeface="Lexend"/>
                <a:ea typeface="Lexend"/>
                <a:cs typeface="Lexend"/>
                <a:sym typeface="Lexend"/>
              </a:defRPr>
            </a:lvl8pPr>
            <a:lvl9pPr lvl="8" rtl="0" algn="ctr">
              <a:lnSpc>
                <a:spcPct val="115000"/>
              </a:lnSpc>
              <a:spcBef>
                <a:spcPts val="0"/>
              </a:spcBef>
              <a:spcAft>
                <a:spcPts val="0"/>
              </a:spcAft>
              <a:buSzPts val="2400"/>
              <a:buFont typeface="Lexend"/>
              <a:buNone/>
              <a:defRPr b="1" sz="2400">
                <a:latin typeface="Lexend"/>
                <a:ea typeface="Lexend"/>
                <a:cs typeface="Lexend"/>
                <a:sym typeface="Lexend"/>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229" name="Shape 1229"/>
        <p:cNvGrpSpPr/>
        <p:nvPr/>
      </p:nvGrpSpPr>
      <p:grpSpPr>
        <a:xfrm>
          <a:off x="0" y="0"/>
          <a:ext cx="0" cy="0"/>
          <a:chOff x="0" y="0"/>
          <a:chExt cx="0" cy="0"/>
        </a:xfrm>
      </p:grpSpPr>
      <p:pic>
        <p:nvPicPr>
          <p:cNvPr id="1230" name="Google Shape;1230;p21"/>
          <p:cNvPicPr preferRelativeResize="0"/>
          <p:nvPr/>
        </p:nvPicPr>
        <p:blipFill rotWithShape="1">
          <a:blip r:embed="rId2">
            <a:alphaModFix/>
          </a:blip>
          <a:srcRect b="901" l="0" r="990" t="0"/>
          <a:stretch/>
        </p:blipFill>
        <p:spPr>
          <a:xfrm>
            <a:off x="0" y="0"/>
            <a:ext cx="9144003" cy="5143500"/>
          </a:xfrm>
          <a:prstGeom prst="rect">
            <a:avLst/>
          </a:prstGeom>
          <a:noFill/>
          <a:ln>
            <a:noFill/>
          </a:ln>
        </p:spPr>
      </p:pic>
      <p:sp>
        <p:nvSpPr>
          <p:cNvPr id="1231" name="Google Shape;1231;p21"/>
          <p:cNvSpPr txBox="1"/>
          <p:nvPr>
            <p:ph idx="1" type="subTitle"/>
          </p:nvPr>
        </p:nvSpPr>
        <p:spPr>
          <a:xfrm>
            <a:off x="937700" y="2813080"/>
            <a:ext cx="2175300" cy="8619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232" name="Google Shape;1232;p21"/>
          <p:cNvSpPr txBox="1"/>
          <p:nvPr>
            <p:ph idx="2" type="subTitle"/>
          </p:nvPr>
        </p:nvSpPr>
        <p:spPr>
          <a:xfrm>
            <a:off x="3484422" y="2813080"/>
            <a:ext cx="2175300" cy="8619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233" name="Google Shape;1233;p21"/>
          <p:cNvSpPr txBox="1"/>
          <p:nvPr>
            <p:ph idx="3" type="subTitle"/>
          </p:nvPr>
        </p:nvSpPr>
        <p:spPr>
          <a:xfrm>
            <a:off x="6031150" y="2813080"/>
            <a:ext cx="2175300" cy="8619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234" name="Google Shape;1234;p2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235" name="Google Shape;1235;p21"/>
          <p:cNvSpPr txBox="1"/>
          <p:nvPr>
            <p:ph idx="4" type="subTitle"/>
          </p:nvPr>
        </p:nvSpPr>
        <p:spPr>
          <a:xfrm>
            <a:off x="937700" y="2523425"/>
            <a:ext cx="2175300" cy="3942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Lexend"/>
              <a:buNone/>
              <a:defRPr b="1" sz="2000">
                <a:latin typeface="Lexend"/>
                <a:ea typeface="Lexend"/>
                <a:cs typeface="Lexend"/>
                <a:sym typeface="Lexend"/>
              </a:defRPr>
            </a:lvl1pPr>
            <a:lvl2pPr lvl="1" rtl="0" algn="ctr">
              <a:lnSpc>
                <a:spcPct val="115000"/>
              </a:lnSpc>
              <a:spcBef>
                <a:spcPts val="0"/>
              </a:spcBef>
              <a:spcAft>
                <a:spcPts val="0"/>
              </a:spcAft>
              <a:buSzPts val="2400"/>
              <a:buFont typeface="Lexend"/>
              <a:buNone/>
              <a:defRPr b="1" sz="2400">
                <a:latin typeface="Lexend"/>
                <a:ea typeface="Lexend"/>
                <a:cs typeface="Lexend"/>
                <a:sym typeface="Lexend"/>
              </a:defRPr>
            </a:lvl2pPr>
            <a:lvl3pPr lvl="2" rtl="0" algn="ctr">
              <a:lnSpc>
                <a:spcPct val="115000"/>
              </a:lnSpc>
              <a:spcBef>
                <a:spcPts val="0"/>
              </a:spcBef>
              <a:spcAft>
                <a:spcPts val="0"/>
              </a:spcAft>
              <a:buSzPts val="2400"/>
              <a:buFont typeface="Lexend"/>
              <a:buNone/>
              <a:defRPr b="1" sz="2400">
                <a:latin typeface="Lexend"/>
                <a:ea typeface="Lexend"/>
                <a:cs typeface="Lexend"/>
                <a:sym typeface="Lexend"/>
              </a:defRPr>
            </a:lvl3pPr>
            <a:lvl4pPr lvl="3" rtl="0" algn="ctr">
              <a:lnSpc>
                <a:spcPct val="115000"/>
              </a:lnSpc>
              <a:spcBef>
                <a:spcPts val="0"/>
              </a:spcBef>
              <a:spcAft>
                <a:spcPts val="0"/>
              </a:spcAft>
              <a:buSzPts val="2400"/>
              <a:buFont typeface="Lexend"/>
              <a:buNone/>
              <a:defRPr b="1" sz="2400">
                <a:latin typeface="Lexend"/>
                <a:ea typeface="Lexend"/>
                <a:cs typeface="Lexend"/>
                <a:sym typeface="Lexend"/>
              </a:defRPr>
            </a:lvl4pPr>
            <a:lvl5pPr lvl="4" rtl="0" algn="ctr">
              <a:lnSpc>
                <a:spcPct val="115000"/>
              </a:lnSpc>
              <a:spcBef>
                <a:spcPts val="0"/>
              </a:spcBef>
              <a:spcAft>
                <a:spcPts val="0"/>
              </a:spcAft>
              <a:buSzPts val="2400"/>
              <a:buFont typeface="Lexend"/>
              <a:buNone/>
              <a:defRPr b="1" sz="2400">
                <a:latin typeface="Lexend"/>
                <a:ea typeface="Lexend"/>
                <a:cs typeface="Lexend"/>
                <a:sym typeface="Lexend"/>
              </a:defRPr>
            </a:lvl5pPr>
            <a:lvl6pPr lvl="5" rtl="0" algn="ctr">
              <a:lnSpc>
                <a:spcPct val="115000"/>
              </a:lnSpc>
              <a:spcBef>
                <a:spcPts val="0"/>
              </a:spcBef>
              <a:spcAft>
                <a:spcPts val="0"/>
              </a:spcAft>
              <a:buSzPts val="2400"/>
              <a:buFont typeface="Lexend"/>
              <a:buNone/>
              <a:defRPr b="1" sz="2400">
                <a:latin typeface="Lexend"/>
                <a:ea typeface="Lexend"/>
                <a:cs typeface="Lexend"/>
                <a:sym typeface="Lexend"/>
              </a:defRPr>
            </a:lvl6pPr>
            <a:lvl7pPr lvl="6" rtl="0" algn="ctr">
              <a:lnSpc>
                <a:spcPct val="115000"/>
              </a:lnSpc>
              <a:spcBef>
                <a:spcPts val="0"/>
              </a:spcBef>
              <a:spcAft>
                <a:spcPts val="0"/>
              </a:spcAft>
              <a:buSzPts val="2400"/>
              <a:buFont typeface="Lexend"/>
              <a:buNone/>
              <a:defRPr b="1" sz="2400">
                <a:latin typeface="Lexend"/>
                <a:ea typeface="Lexend"/>
                <a:cs typeface="Lexend"/>
                <a:sym typeface="Lexend"/>
              </a:defRPr>
            </a:lvl7pPr>
            <a:lvl8pPr lvl="7" rtl="0" algn="ctr">
              <a:lnSpc>
                <a:spcPct val="115000"/>
              </a:lnSpc>
              <a:spcBef>
                <a:spcPts val="0"/>
              </a:spcBef>
              <a:spcAft>
                <a:spcPts val="0"/>
              </a:spcAft>
              <a:buSzPts val="2400"/>
              <a:buFont typeface="Lexend"/>
              <a:buNone/>
              <a:defRPr b="1" sz="2400">
                <a:latin typeface="Lexend"/>
                <a:ea typeface="Lexend"/>
                <a:cs typeface="Lexend"/>
                <a:sym typeface="Lexend"/>
              </a:defRPr>
            </a:lvl8pPr>
            <a:lvl9pPr lvl="8" rtl="0" algn="ctr">
              <a:lnSpc>
                <a:spcPct val="115000"/>
              </a:lnSpc>
              <a:spcBef>
                <a:spcPts val="0"/>
              </a:spcBef>
              <a:spcAft>
                <a:spcPts val="0"/>
              </a:spcAft>
              <a:buSzPts val="2400"/>
              <a:buFont typeface="Lexend"/>
              <a:buNone/>
              <a:defRPr b="1" sz="2400">
                <a:latin typeface="Lexend"/>
                <a:ea typeface="Lexend"/>
                <a:cs typeface="Lexend"/>
                <a:sym typeface="Lexend"/>
              </a:defRPr>
            </a:lvl9pPr>
          </a:lstStyle>
          <a:p/>
        </p:txBody>
      </p:sp>
      <p:sp>
        <p:nvSpPr>
          <p:cNvPr id="1236" name="Google Shape;1236;p21"/>
          <p:cNvSpPr txBox="1"/>
          <p:nvPr>
            <p:ph idx="5" type="subTitle"/>
          </p:nvPr>
        </p:nvSpPr>
        <p:spPr>
          <a:xfrm>
            <a:off x="3484422" y="2523425"/>
            <a:ext cx="2175300" cy="3942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Lexend"/>
              <a:buNone/>
              <a:defRPr b="1" sz="2000">
                <a:latin typeface="Lexend"/>
                <a:ea typeface="Lexend"/>
                <a:cs typeface="Lexend"/>
                <a:sym typeface="Lexend"/>
              </a:defRPr>
            </a:lvl1pPr>
            <a:lvl2pPr lvl="1" rtl="0" algn="ctr">
              <a:lnSpc>
                <a:spcPct val="115000"/>
              </a:lnSpc>
              <a:spcBef>
                <a:spcPts val="0"/>
              </a:spcBef>
              <a:spcAft>
                <a:spcPts val="0"/>
              </a:spcAft>
              <a:buSzPts val="2400"/>
              <a:buFont typeface="Lexend"/>
              <a:buNone/>
              <a:defRPr b="1" sz="2400">
                <a:latin typeface="Lexend"/>
                <a:ea typeface="Lexend"/>
                <a:cs typeface="Lexend"/>
                <a:sym typeface="Lexend"/>
              </a:defRPr>
            </a:lvl2pPr>
            <a:lvl3pPr lvl="2" rtl="0" algn="ctr">
              <a:lnSpc>
                <a:spcPct val="115000"/>
              </a:lnSpc>
              <a:spcBef>
                <a:spcPts val="0"/>
              </a:spcBef>
              <a:spcAft>
                <a:spcPts val="0"/>
              </a:spcAft>
              <a:buSzPts val="2400"/>
              <a:buFont typeface="Lexend"/>
              <a:buNone/>
              <a:defRPr b="1" sz="2400">
                <a:latin typeface="Lexend"/>
                <a:ea typeface="Lexend"/>
                <a:cs typeface="Lexend"/>
                <a:sym typeface="Lexend"/>
              </a:defRPr>
            </a:lvl3pPr>
            <a:lvl4pPr lvl="3" rtl="0" algn="ctr">
              <a:lnSpc>
                <a:spcPct val="115000"/>
              </a:lnSpc>
              <a:spcBef>
                <a:spcPts val="0"/>
              </a:spcBef>
              <a:spcAft>
                <a:spcPts val="0"/>
              </a:spcAft>
              <a:buSzPts val="2400"/>
              <a:buFont typeface="Lexend"/>
              <a:buNone/>
              <a:defRPr b="1" sz="2400">
                <a:latin typeface="Lexend"/>
                <a:ea typeface="Lexend"/>
                <a:cs typeface="Lexend"/>
                <a:sym typeface="Lexend"/>
              </a:defRPr>
            </a:lvl4pPr>
            <a:lvl5pPr lvl="4" rtl="0" algn="ctr">
              <a:lnSpc>
                <a:spcPct val="115000"/>
              </a:lnSpc>
              <a:spcBef>
                <a:spcPts val="0"/>
              </a:spcBef>
              <a:spcAft>
                <a:spcPts val="0"/>
              </a:spcAft>
              <a:buSzPts val="2400"/>
              <a:buFont typeface="Lexend"/>
              <a:buNone/>
              <a:defRPr b="1" sz="2400">
                <a:latin typeface="Lexend"/>
                <a:ea typeface="Lexend"/>
                <a:cs typeface="Lexend"/>
                <a:sym typeface="Lexend"/>
              </a:defRPr>
            </a:lvl5pPr>
            <a:lvl6pPr lvl="5" rtl="0" algn="ctr">
              <a:lnSpc>
                <a:spcPct val="115000"/>
              </a:lnSpc>
              <a:spcBef>
                <a:spcPts val="0"/>
              </a:spcBef>
              <a:spcAft>
                <a:spcPts val="0"/>
              </a:spcAft>
              <a:buSzPts val="2400"/>
              <a:buFont typeface="Lexend"/>
              <a:buNone/>
              <a:defRPr b="1" sz="2400">
                <a:latin typeface="Lexend"/>
                <a:ea typeface="Lexend"/>
                <a:cs typeface="Lexend"/>
                <a:sym typeface="Lexend"/>
              </a:defRPr>
            </a:lvl6pPr>
            <a:lvl7pPr lvl="6" rtl="0" algn="ctr">
              <a:lnSpc>
                <a:spcPct val="115000"/>
              </a:lnSpc>
              <a:spcBef>
                <a:spcPts val="0"/>
              </a:spcBef>
              <a:spcAft>
                <a:spcPts val="0"/>
              </a:spcAft>
              <a:buSzPts val="2400"/>
              <a:buFont typeface="Lexend"/>
              <a:buNone/>
              <a:defRPr b="1" sz="2400">
                <a:latin typeface="Lexend"/>
                <a:ea typeface="Lexend"/>
                <a:cs typeface="Lexend"/>
                <a:sym typeface="Lexend"/>
              </a:defRPr>
            </a:lvl7pPr>
            <a:lvl8pPr lvl="7" rtl="0" algn="ctr">
              <a:lnSpc>
                <a:spcPct val="115000"/>
              </a:lnSpc>
              <a:spcBef>
                <a:spcPts val="0"/>
              </a:spcBef>
              <a:spcAft>
                <a:spcPts val="0"/>
              </a:spcAft>
              <a:buSzPts val="2400"/>
              <a:buFont typeface="Lexend"/>
              <a:buNone/>
              <a:defRPr b="1" sz="2400">
                <a:latin typeface="Lexend"/>
                <a:ea typeface="Lexend"/>
                <a:cs typeface="Lexend"/>
                <a:sym typeface="Lexend"/>
              </a:defRPr>
            </a:lvl8pPr>
            <a:lvl9pPr lvl="8" rtl="0" algn="ctr">
              <a:lnSpc>
                <a:spcPct val="115000"/>
              </a:lnSpc>
              <a:spcBef>
                <a:spcPts val="0"/>
              </a:spcBef>
              <a:spcAft>
                <a:spcPts val="0"/>
              </a:spcAft>
              <a:buSzPts val="2400"/>
              <a:buFont typeface="Lexend"/>
              <a:buNone/>
              <a:defRPr b="1" sz="2400">
                <a:latin typeface="Lexend"/>
                <a:ea typeface="Lexend"/>
                <a:cs typeface="Lexend"/>
                <a:sym typeface="Lexend"/>
              </a:defRPr>
            </a:lvl9pPr>
          </a:lstStyle>
          <a:p/>
        </p:txBody>
      </p:sp>
      <p:sp>
        <p:nvSpPr>
          <p:cNvPr id="1237" name="Google Shape;1237;p21"/>
          <p:cNvSpPr txBox="1"/>
          <p:nvPr>
            <p:ph idx="6" type="subTitle"/>
          </p:nvPr>
        </p:nvSpPr>
        <p:spPr>
          <a:xfrm>
            <a:off x="6031150" y="2523425"/>
            <a:ext cx="2175300" cy="3942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Lexend"/>
              <a:buNone/>
              <a:defRPr b="1" sz="2000">
                <a:latin typeface="Lexend"/>
                <a:ea typeface="Lexend"/>
                <a:cs typeface="Lexend"/>
                <a:sym typeface="Lexend"/>
              </a:defRPr>
            </a:lvl1pPr>
            <a:lvl2pPr lvl="1" rtl="0" algn="ctr">
              <a:lnSpc>
                <a:spcPct val="115000"/>
              </a:lnSpc>
              <a:spcBef>
                <a:spcPts val="0"/>
              </a:spcBef>
              <a:spcAft>
                <a:spcPts val="0"/>
              </a:spcAft>
              <a:buSzPts val="2400"/>
              <a:buFont typeface="Lexend"/>
              <a:buNone/>
              <a:defRPr b="1" sz="2400">
                <a:latin typeface="Lexend"/>
                <a:ea typeface="Lexend"/>
                <a:cs typeface="Lexend"/>
                <a:sym typeface="Lexend"/>
              </a:defRPr>
            </a:lvl2pPr>
            <a:lvl3pPr lvl="2" rtl="0" algn="ctr">
              <a:lnSpc>
                <a:spcPct val="115000"/>
              </a:lnSpc>
              <a:spcBef>
                <a:spcPts val="0"/>
              </a:spcBef>
              <a:spcAft>
                <a:spcPts val="0"/>
              </a:spcAft>
              <a:buSzPts val="2400"/>
              <a:buFont typeface="Lexend"/>
              <a:buNone/>
              <a:defRPr b="1" sz="2400">
                <a:latin typeface="Lexend"/>
                <a:ea typeface="Lexend"/>
                <a:cs typeface="Lexend"/>
                <a:sym typeface="Lexend"/>
              </a:defRPr>
            </a:lvl3pPr>
            <a:lvl4pPr lvl="3" rtl="0" algn="ctr">
              <a:lnSpc>
                <a:spcPct val="115000"/>
              </a:lnSpc>
              <a:spcBef>
                <a:spcPts val="0"/>
              </a:spcBef>
              <a:spcAft>
                <a:spcPts val="0"/>
              </a:spcAft>
              <a:buSzPts val="2400"/>
              <a:buFont typeface="Lexend"/>
              <a:buNone/>
              <a:defRPr b="1" sz="2400">
                <a:latin typeface="Lexend"/>
                <a:ea typeface="Lexend"/>
                <a:cs typeface="Lexend"/>
                <a:sym typeface="Lexend"/>
              </a:defRPr>
            </a:lvl4pPr>
            <a:lvl5pPr lvl="4" rtl="0" algn="ctr">
              <a:lnSpc>
                <a:spcPct val="115000"/>
              </a:lnSpc>
              <a:spcBef>
                <a:spcPts val="0"/>
              </a:spcBef>
              <a:spcAft>
                <a:spcPts val="0"/>
              </a:spcAft>
              <a:buSzPts val="2400"/>
              <a:buFont typeface="Lexend"/>
              <a:buNone/>
              <a:defRPr b="1" sz="2400">
                <a:latin typeface="Lexend"/>
                <a:ea typeface="Lexend"/>
                <a:cs typeface="Lexend"/>
                <a:sym typeface="Lexend"/>
              </a:defRPr>
            </a:lvl5pPr>
            <a:lvl6pPr lvl="5" rtl="0" algn="ctr">
              <a:lnSpc>
                <a:spcPct val="115000"/>
              </a:lnSpc>
              <a:spcBef>
                <a:spcPts val="0"/>
              </a:spcBef>
              <a:spcAft>
                <a:spcPts val="0"/>
              </a:spcAft>
              <a:buSzPts val="2400"/>
              <a:buFont typeface="Lexend"/>
              <a:buNone/>
              <a:defRPr b="1" sz="2400">
                <a:latin typeface="Lexend"/>
                <a:ea typeface="Lexend"/>
                <a:cs typeface="Lexend"/>
                <a:sym typeface="Lexend"/>
              </a:defRPr>
            </a:lvl6pPr>
            <a:lvl7pPr lvl="6" rtl="0" algn="ctr">
              <a:lnSpc>
                <a:spcPct val="115000"/>
              </a:lnSpc>
              <a:spcBef>
                <a:spcPts val="0"/>
              </a:spcBef>
              <a:spcAft>
                <a:spcPts val="0"/>
              </a:spcAft>
              <a:buSzPts val="2400"/>
              <a:buFont typeface="Lexend"/>
              <a:buNone/>
              <a:defRPr b="1" sz="2400">
                <a:latin typeface="Lexend"/>
                <a:ea typeface="Lexend"/>
                <a:cs typeface="Lexend"/>
                <a:sym typeface="Lexend"/>
              </a:defRPr>
            </a:lvl7pPr>
            <a:lvl8pPr lvl="7" rtl="0" algn="ctr">
              <a:lnSpc>
                <a:spcPct val="115000"/>
              </a:lnSpc>
              <a:spcBef>
                <a:spcPts val="0"/>
              </a:spcBef>
              <a:spcAft>
                <a:spcPts val="0"/>
              </a:spcAft>
              <a:buSzPts val="2400"/>
              <a:buFont typeface="Lexend"/>
              <a:buNone/>
              <a:defRPr b="1" sz="2400">
                <a:latin typeface="Lexend"/>
                <a:ea typeface="Lexend"/>
                <a:cs typeface="Lexend"/>
                <a:sym typeface="Lexend"/>
              </a:defRPr>
            </a:lvl8pPr>
            <a:lvl9pPr lvl="8" rtl="0" algn="ctr">
              <a:lnSpc>
                <a:spcPct val="115000"/>
              </a:lnSpc>
              <a:spcBef>
                <a:spcPts val="0"/>
              </a:spcBef>
              <a:spcAft>
                <a:spcPts val="0"/>
              </a:spcAft>
              <a:buSzPts val="2400"/>
              <a:buFont typeface="Lexend"/>
              <a:buNone/>
              <a:defRPr b="1" sz="2400">
                <a:latin typeface="Lexend"/>
                <a:ea typeface="Lexend"/>
                <a:cs typeface="Lexend"/>
                <a:sym typeface="Lexend"/>
              </a:defRPr>
            </a:lvl9pPr>
          </a:lstStyle>
          <a:p/>
        </p:txBody>
      </p:sp>
      <p:grpSp>
        <p:nvGrpSpPr>
          <p:cNvPr id="1238" name="Google Shape;1238;p21"/>
          <p:cNvGrpSpPr/>
          <p:nvPr/>
        </p:nvGrpSpPr>
        <p:grpSpPr>
          <a:xfrm>
            <a:off x="-606129" y="-451253"/>
            <a:ext cx="9879489" cy="5650844"/>
            <a:chOff x="-606129" y="-451253"/>
            <a:chExt cx="9879489" cy="5650844"/>
          </a:xfrm>
        </p:grpSpPr>
        <p:grpSp>
          <p:nvGrpSpPr>
            <p:cNvPr id="1239" name="Google Shape;1239;p21"/>
            <p:cNvGrpSpPr/>
            <p:nvPr/>
          </p:nvGrpSpPr>
          <p:grpSpPr>
            <a:xfrm rot="-5400000">
              <a:off x="-150254" y="1671147"/>
              <a:ext cx="204128" cy="1115878"/>
              <a:chOff x="6605329" y="191675"/>
              <a:chExt cx="127876" cy="699040"/>
            </a:xfrm>
          </p:grpSpPr>
          <p:sp>
            <p:nvSpPr>
              <p:cNvPr id="1240" name="Google Shape;1240;p21"/>
              <p:cNvSpPr/>
              <p:nvPr/>
            </p:nvSpPr>
            <p:spPr>
              <a:xfrm>
                <a:off x="6701235" y="858746"/>
                <a:ext cx="31969" cy="31969"/>
              </a:xfrm>
              <a:custGeom>
                <a:rect b="b" l="l" r="r" t="t"/>
                <a:pathLst>
                  <a:path extrusionOk="0" h="14" w="15">
                    <a:moveTo>
                      <a:pt x="13" y="7"/>
                    </a:moveTo>
                    <a:cubicBezTo>
                      <a:pt x="11" y="7"/>
                      <a:pt x="11" y="7"/>
                      <a:pt x="11" y="7"/>
                    </a:cubicBezTo>
                    <a:cubicBezTo>
                      <a:pt x="11" y="9"/>
                      <a:pt x="9" y="10"/>
                      <a:pt x="7" y="10"/>
                    </a:cubicBezTo>
                    <a:cubicBezTo>
                      <a:pt x="6" y="10"/>
                      <a:pt x="4" y="9"/>
                      <a:pt x="4" y="7"/>
                    </a:cubicBezTo>
                    <a:cubicBezTo>
                      <a:pt x="4" y="5"/>
                      <a:pt x="6" y="4"/>
                      <a:pt x="7" y="4"/>
                    </a:cubicBezTo>
                    <a:cubicBezTo>
                      <a:pt x="9" y="4"/>
                      <a:pt x="11" y="5"/>
                      <a:pt x="11" y="7"/>
                    </a:cubicBezTo>
                    <a:cubicBezTo>
                      <a:pt x="13" y="7"/>
                      <a:pt x="13" y="7"/>
                      <a:pt x="13" y="7"/>
                    </a:cubicBezTo>
                    <a:cubicBezTo>
                      <a:pt x="15" y="7"/>
                      <a:pt x="15" y="7"/>
                      <a:pt x="15" y="7"/>
                    </a:cubicBezTo>
                    <a:cubicBezTo>
                      <a:pt x="15" y="3"/>
                      <a:pt x="11" y="0"/>
                      <a:pt x="7" y="0"/>
                    </a:cubicBezTo>
                    <a:cubicBezTo>
                      <a:pt x="3" y="0"/>
                      <a:pt x="0" y="3"/>
                      <a:pt x="0" y="7"/>
                    </a:cubicBezTo>
                    <a:cubicBezTo>
                      <a:pt x="0" y="11"/>
                      <a:pt x="3" y="14"/>
                      <a:pt x="7" y="14"/>
                    </a:cubicBezTo>
                    <a:cubicBezTo>
                      <a:pt x="11" y="14"/>
                      <a:pt x="15" y="11"/>
                      <a:pt x="15" y="7"/>
                    </a:cubicBezTo>
                    <a:lnTo>
                      <a:pt x="13"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41" name="Google Shape;1241;p21"/>
              <p:cNvSpPr/>
              <p:nvPr/>
            </p:nvSpPr>
            <p:spPr>
              <a:xfrm>
                <a:off x="6605329" y="191675"/>
                <a:ext cx="115087" cy="671334"/>
              </a:xfrm>
              <a:custGeom>
                <a:rect b="b" l="l" r="r" t="t"/>
                <a:pathLst>
                  <a:path extrusionOk="0" h="315" w="54">
                    <a:moveTo>
                      <a:pt x="0" y="0"/>
                    </a:moveTo>
                    <a:lnTo>
                      <a:pt x="0" y="167"/>
                    </a:lnTo>
                    <a:lnTo>
                      <a:pt x="50" y="217"/>
                    </a:lnTo>
                    <a:lnTo>
                      <a:pt x="50" y="315"/>
                    </a:lnTo>
                    <a:lnTo>
                      <a:pt x="54" y="315"/>
                    </a:lnTo>
                    <a:lnTo>
                      <a:pt x="54" y="215"/>
                    </a:lnTo>
                    <a:lnTo>
                      <a:pt x="5" y="165"/>
                    </a:lnTo>
                    <a:lnTo>
                      <a:pt x="5" y="0"/>
                    </a:lnTo>
                    <a:lnTo>
                      <a:pt x="0" y="0"/>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242" name="Google Shape;1242;p21"/>
            <p:cNvGrpSpPr/>
            <p:nvPr/>
          </p:nvGrpSpPr>
          <p:grpSpPr>
            <a:xfrm>
              <a:off x="4045668" y="-451253"/>
              <a:ext cx="1614046" cy="857229"/>
              <a:chOff x="1009718" y="191672"/>
              <a:chExt cx="1614046" cy="857229"/>
            </a:xfrm>
          </p:grpSpPr>
          <p:grpSp>
            <p:nvGrpSpPr>
              <p:cNvPr id="1243" name="Google Shape;1243;p21"/>
              <p:cNvGrpSpPr/>
              <p:nvPr/>
            </p:nvGrpSpPr>
            <p:grpSpPr>
              <a:xfrm>
                <a:off x="1558908" y="235807"/>
                <a:ext cx="1064856" cy="813093"/>
                <a:chOff x="3843246" y="357910"/>
                <a:chExt cx="667078" cy="509361"/>
              </a:xfrm>
            </p:grpSpPr>
            <p:sp>
              <p:nvSpPr>
                <p:cNvPr id="1244" name="Google Shape;1244;p21"/>
                <p:cNvSpPr/>
                <p:nvPr/>
              </p:nvSpPr>
              <p:spPr>
                <a:xfrm>
                  <a:off x="3870952" y="385616"/>
                  <a:ext cx="626584" cy="471000"/>
                </a:xfrm>
                <a:custGeom>
                  <a:rect b="b" l="l" r="r" t="t"/>
                  <a:pathLst>
                    <a:path extrusionOk="0" h="221" w="294">
                      <a:moveTo>
                        <a:pt x="290" y="0"/>
                      </a:moveTo>
                      <a:lnTo>
                        <a:pt x="290" y="78"/>
                      </a:lnTo>
                      <a:lnTo>
                        <a:pt x="151" y="217"/>
                      </a:lnTo>
                      <a:lnTo>
                        <a:pt x="0" y="217"/>
                      </a:lnTo>
                      <a:lnTo>
                        <a:pt x="0" y="221"/>
                      </a:lnTo>
                      <a:lnTo>
                        <a:pt x="153" y="221"/>
                      </a:lnTo>
                      <a:lnTo>
                        <a:pt x="294" y="80"/>
                      </a:lnTo>
                      <a:lnTo>
                        <a:pt x="294" y="0"/>
                      </a:lnTo>
                      <a:lnTo>
                        <a:pt x="290" y="0"/>
                      </a:lnTo>
                      <a:lnTo>
                        <a:pt x="29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45" name="Google Shape;1245;p21"/>
                <p:cNvSpPr/>
                <p:nvPr/>
              </p:nvSpPr>
              <p:spPr>
                <a:xfrm>
                  <a:off x="3843246" y="835302"/>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5"/>
                        <a:pt x="5"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46" name="Google Shape;1246;p21"/>
                <p:cNvSpPr/>
                <p:nvPr/>
              </p:nvSpPr>
              <p:spPr>
                <a:xfrm>
                  <a:off x="4478354" y="357910"/>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6"/>
                        <a:pt x="5" y="4"/>
                        <a:pt x="7" y="4"/>
                      </a:cubicBezTo>
                      <a:cubicBezTo>
                        <a:pt x="9" y="4"/>
                        <a:pt x="10" y="6"/>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247" name="Google Shape;1247;p21"/>
              <p:cNvGrpSpPr/>
              <p:nvPr/>
            </p:nvGrpSpPr>
            <p:grpSpPr>
              <a:xfrm>
                <a:off x="1009718" y="191672"/>
                <a:ext cx="1337026" cy="826702"/>
                <a:chOff x="3421261" y="191675"/>
                <a:chExt cx="837578" cy="517886"/>
              </a:xfrm>
            </p:grpSpPr>
            <p:sp>
              <p:nvSpPr>
                <p:cNvPr id="1248" name="Google Shape;1248;p21"/>
                <p:cNvSpPr/>
                <p:nvPr/>
              </p:nvSpPr>
              <p:spPr>
                <a:xfrm>
                  <a:off x="3421261" y="679724"/>
                  <a:ext cx="31969" cy="29837"/>
                </a:xfrm>
                <a:custGeom>
                  <a:rect b="b" l="l" r="r" t="t"/>
                  <a:pathLst>
                    <a:path extrusionOk="0" h="14" w="14">
                      <a:moveTo>
                        <a:pt x="12" y="7"/>
                      </a:moveTo>
                      <a:cubicBezTo>
                        <a:pt x="10" y="7"/>
                        <a:pt x="10" y="7"/>
                        <a:pt x="10" y="7"/>
                      </a:cubicBezTo>
                      <a:cubicBezTo>
                        <a:pt x="10" y="8"/>
                        <a:pt x="9" y="10"/>
                        <a:pt x="7" y="10"/>
                      </a:cubicBezTo>
                      <a:cubicBezTo>
                        <a:pt x="5" y="10"/>
                        <a:pt x="4" y="8"/>
                        <a:pt x="4" y="7"/>
                      </a:cubicBezTo>
                      <a:cubicBezTo>
                        <a:pt x="4" y="5"/>
                        <a:pt x="5"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49" name="Google Shape;1249;p21"/>
                <p:cNvSpPr/>
                <p:nvPr/>
              </p:nvSpPr>
              <p:spPr>
                <a:xfrm>
                  <a:off x="3442573" y="191675"/>
                  <a:ext cx="816266" cy="498704"/>
                </a:xfrm>
                <a:custGeom>
                  <a:rect b="b" l="l" r="r" t="t"/>
                  <a:pathLst>
                    <a:path extrusionOk="0" h="234" w="383">
                      <a:moveTo>
                        <a:pt x="379" y="0"/>
                      </a:moveTo>
                      <a:lnTo>
                        <a:pt x="379" y="106"/>
                      </a:lnTo>
                      <a:lnTo>
                        <a:pt x="301" y="185"/>
                      </a:lnTo>
                      <a:lnTo>
                        <a:pt x="46" y="185"/>
                      </a:lnTo>
                      <a:lnTo>
                        <a:pt x="0" y="231"/>
                      </a:lnTo>
                      <a:lnTo>
                        <a:pt x="3" y="234"/>
                      </a:lnTo>
                      <a:lnTo>
                        <a:pt x="47" y="190"/>
                      </a:lnTo>
                      <a:lnTo>
                        <a:pt x="302" y="190"/>
                      </a:lnTo>
                      <a:lnTo>
                        <a:pt x="383" y="108"/>
                      </a:lnTo>
                      <a:lnTo>
                        <a:pt x="383" y="0"/>
                      </a:lnTo>
                      <a:lnTo>
                        <a:pt x="379" y="0"/>
                      </a:lnTo>
                      <a:lnTo>
                        <a:pt x="379"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1250" name="Google Shape;1250;p21"/>
            <p:cNvGrpSpPr/>
            <p:nvPr/>
          </p:nvGrpSpPr>
          <p:grpSpPr>
            <a:xfrm>
              <a:off x="3493530" y="4692683"/>
              <a:ext cx="2156910" cy="506908"/>
              <a:chOff x="4891825" y="3495059"/>
              <a:chExt cx="1351193" cy="317552"/>
            </a:xfrm>
          </p:grpSpPr>
          <p:sp>
            <p:nvSpPr>
              <p:cNvPr id="1251" name="Google Shape;1251;p21"/>
              <p:cNvSpPr/>
              <p:nvPr/>
            </p:nvSpPr>
            <p:spPr>
              <a:xfrm>
                <a:off x="6208918" y="3706050"/>
                <a:ext cx="34100" cy="31969"/>
              </a:xfrm>
              <a:custGeom>
                <a:rect b="b" l="l" r="r" t="t"/>
                <a:pathLst>
                  <a:path extrusionOk="0" h="15" w="15">
                    <a:moveTo>
                      <a:pt x="2" y="7"/>
                    </a:moveTo>
                    <a:cubicBezTo>
                      <a:pt x="4" y="7"/>
                      <a:pt x="4" y="7"/>
                      <a:pt x="4" y="7"/>
                    </a:cubicBezTo>
                    <a:cubicBezTo>
                      <a:pt x="4" y="6"/>
                      <a:pt x="6" y="4"/>
                      <a:pt x="8" y="4"/>
                    </a:cubicBezTo>
                    <a:cubicBezTo>
                      <a:pt x="9" y="4"/>
                      <a:pt x="11" y="6"/>
                      <a:pt x="11" y="7"/>
                    </a:cubicBezTo>
                    <a:cubicBezTo>
                      <a:pt x="11" y="9"/>
                      <a:pt x="9" y="11"/>
                      <a:pt x="8" y="11"/>
                    </a:cubicBezTo>
                    <a:cubicBezTo>
                      <a:pt x="6" y="11"/>
                      <a:pt x="4" y="9"/>
                      <a:pt x="4" y="7"/>
                    </a:cubicBezTo>
                    <a:cubicBezTo>
                      <a:pt x="2" y="7"/>
                      <a:pt x="2" y="7"/>
                      <a:pt x="2" y="7"/>
                    </a:cubicBezTo>
                    <a:cubicBezTo>
                      <a:pt x="0" y="7"/>
                      <a:pt x="0" y="7"/>
                      <a:pt x="0" y="7"/>
                    </a:cubicBezTo>
                    <a:cubicBezTo>
                      <a:pt x="0" y="11"/>
                      <a:pt x="4" y="15"/>
                      <a:pt x="8" y="15"/>
                    </a:cubicBezTo>
                    <a:cubicBezTo>
                      <a:pt x="12" y="15"/>
                      <a:pt x="15" y="11"/>
                      <a:pt x="15" y="7"/>
                    </a:cubicBezTo>
                    <a:cubicBezTo>
                      <a:pt x="15" y="3"/>
                      <a:pt x="12" y="0"/>
                      <a:pt x="8" y="0"/>
                    </a:cubicBezTo>
                    <a:cubicBezTo>
                      <a:pt x="4" y="0"/>
                      <a:pt x="0" y="3"/>
                      <a:pt x="0" y="7"/>
                    </a:cubicBezTo>
                    <a:lnTo>
                      <a:pt x="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52" name="Google Shape;1252;p21"/>
              <p:cNvSpPr/>
              <p:nvPr/>
            </p:nvSpPr>
            <p:spPr>
              <a:xfrm>
                <a:off x="4891825" y="3584575"/>
                <a:ext cx="29825" cy="29825"/>
              </a:xfrm>
              <a:custGeom>
                <a:rect b="b" l="l" r="r" t="t"/>
                <a:pathLst>
                  <a:path extrusionOk="0" h="14" w="15">
                    <a:moveTo>
                      <a:pt x="2" y="7"/>
                    </a:moveTo>
                    <a:cubicBezTo>
                      <a:pt x="4" y="7"/>
                      <a:pt x="4" y="7"/>
                      <a:pt x="4" y="7"/>
                    </a:cubicBezTo>
                    <a:cubicBezTo>
                      <a:pt x="4" y="5"/>
                      <a:pt x="6" y="4"/>
                      <a:pt x="7" y="4"/>
                    </a:cubicBezTo>
                    <a:cubicBezTo>
                      <a:pt x="9" y="4"/>
                      <a:pt x="11" y="5"/>
                      <a:pt x="11" y="7"/>
                    </a:cubicBezTo>
                    <a:cubicBezTo>
                      <a:pt x="11" y="9"/>
                      <a:pt x="9" y="10"/>
                      <a:pt x="7" y="10"/>
                    </a:cubicBezTo>
                    <a:cubicBezTo>
                      <a:pt x="6" y="10"/>
                      <a:pt x="4" y="9"/>
                      <a:pt x="4" y="7"/>
                    </a:cubicBezTo>
                    <a:cubicBezTo>
                      <a:pt x="2" y="7"/>
                      <a:pt x="2" y="7"/>
                      <a:pt x="2" y="7"/>
                    </a:cubicBezTo>
                    <a:cubicBezTo>
                      <a:pt x="0" y="7"/>
                      <a:pt x="0" y="7"/>
                      <a:pt x="0" y="7"/>
                    </a:cubicBezTo>
                    <a:cubicBezTo>
                      <a:pt x="0" y="11"/>
                      <a:pt x="3" y="14"/>
                      <a:pt x="7" y="14"/>
                    </a:cubicBezTo>
                    <a:cubicBezTo>
                      <a:pt x="11" y="14"/>
                      <a:pt x="15" y="11"/>
                      <a:pt x="15" y="7"/>
                    </a:cubicBezTo>
                    <a:cubicBezTo>
                      <a:pt x="15" y="3"/>
                      <a:pt x="11" y="0"/>
                      <a:pt x="7" y="0"/>
                    </a:cubicBezTo>
                    <a:cubicBezTo>
                      <a:pt x="3" y="0"/>
                      <a:pt x="0" y="3"/>
                      <a:pt x="0" y="7"/>
                    </a:cubicBezTo>
                    <a:lnTo>
                      <a:pt x="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53" name="Google Shape;1253;p21"/>
              <p:cNvSpPr/>
              <p:nvPr/>
            </p:nvSpPr>
            <p:spPr>
              <a:xfrm>
                <a:off x="4917389" y="3595227"/>
                <a:ext cx="1295792" cy="217384"/>
              </a:xfrm>
              <a:custGeom>
                <a:rect b="b" l="l" r="r" t="t"/>
                <a:pathLst>
                  <a:path extrusionOk="0" h="102" w="608">
                    <a:moveTo>
                      <a:pt x="0" y="4"/>
                    </a:moveTo>
                    <a:lnTo>
                      <a:pt x="207" y="4"/>
                    </a:lnTo>
                    <a:lnTo>
                      <a:pt x="305" y="102"/>
                    </a:lnTo>
                    <a:lnTo>
                      <a:pt x="498" y="102"/>
                    </a:lnTo>
                    <a:lnTo>
                      <a:pt x="539" y="61"/>
                    </a:lnTo>
                    <a:lnTo>
                      <a:pt x="608" y="61"/>
                    </a:lnTo>
                    <a:lnTo>
                      <a:pt x="608" y="57"/>
                    </a:lnTo>
                    <a:lnTo>
                      <a:pt x="537" y="57"/>
                    </a:lnTo>
                    <a:lnTo>
                      <a:pt x="497" y="98"/>
                    </a:lnTo>
                    <a:lnTo>
                      <a:pt x="307" y="98"/>
                    </a:lnTo>
                    <a:lnTo>
                      <a:pt x="210" y="0"/>
                    </a:lnTo>
                    <a:lnTo>
                      <a:pt x="0" y="0"/>
                    </a:lnTo>
                    <a:lnTo>
                      <a:pt x="0" y="4"/>
                    </a:lnTo>
                    <a:lnTo>
                      <a:pt x="0" y="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54" name="Google Shape;1254;p21"/>
              <p:cNvSpPr/>
              <p:nvPr/>
            </p:nvSpPr>
            <p:spPr>
              <a:xfrm>
                <a:off x="5933990" y="3716706"/>
                <a:ext cx="31969" cy="34099"/>
              </a:xfrm>
              <a:custGeom>
                <a:rect b="b" l="l" r="r" t="t"/>
                <a:pathLst>
                  <a:path extrusionOk="0" h="15" w="14">
                    <a:moveTo>
                      <a:pt x="2" y="8"/>
                    </a:moveTo>
                    <a:cubicBezTo>
                      <a:pt x="4" y="8"/>
                      <a:pt x="4" y="8"/>
                      <a:pt x="4" y="8"/>
                    </a:cubicBezTo>
                    <a:cubicBezTo>
                      <a:pt x="4" y="6"/>
                      <a:pt x="5" y="4"/>
                      <a:pt x="7" y="4"/>
                    </a:cubicBezTo>
                    <a:cubicBezTo>
                      <a:pt x="8" y="4"/>
                      <a:pt x="10" y="6"/>
                      <a:pt x="10" y="8"/>
                    </a:cubicBezTo>
                    <a:cubicBezTo>
                      <a:pt x="10" y="9"/>
                      <a:pt x="8" y="11"/>
                      <a:pt x="7" y="11"/>
                    </a:cubicBezTo>
                    <a:cubicBezTo>
                      <a:pt x="5" y="11"/>
                      <a:pt x="4" y="9"/>
                      <a:pt x="4" y="8"/>
                    </a:cubicBezTo>
                    <a:cubicBezTo>
                      <a:pt x="2" y="8"/>
                      <a:pt x="2" y="8"/>
                      <a:pt x="2" y="8"/>
                    </a:cubicBezTo>
                    <a:cubicBezTo>
                      <a:pt x="0" y="8"/>
                      <a:pt x="0" y="8"/>
                      <a:pt x="0" y="8"/>
                    </a:cubicBezTo>
                    <a:cubicBezTo>
                      <a:pt x="0" y="11"/>
                      <a:pt x="3" y="15"/>
                      <a:pt x="7" y="15"/>
                    </a:cubicBezTo>
                    <a:cubicBezTo>
                      <a:pt x="11" y="15"/>
                      <a:pt x="14" y="11"/>
                      <a:pt x="14" y="8"/>
                    </a:cubicBezTo>
                    <a:cubicBezTo>
                      <a:pt x="14" y="4"/>
                      <a:pt x="11" y="0"/>
                      <a:pt x="7" y="0"/>
                    </a:cubicBezTo>
                    <a:cubicBezTo>
                      <a:pt x="3" y="0"/>
                      <a:pt x="0" y="4"/>
                      <a:pt x="0" y="8"/>
                    </a:cubicBezTo>
                    <a:lnTo>
                      <a:pt x="2"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55" name="Google Shape;1255;p21"/>
              <p:cNvSpPr/>
              <p:nvPr/>
            </p:nvSpPr>
            <p:spPr>
              <a:xfrm>
                <a:off x="5286094" y="3495059"/>
                <a:ext cx="29837" cy="31969"/>
              </a:xfrm>
              <a:custGeom>
                <a:rect b="b" l="l" r="r" t="t"/>
                <a:pathLst>
                  <a:path extrusionOk="0" h="15" w="14">
                    <a:moveTo>
                      <a:pt x="2" y="8"/>
                    </a:moveTo>
                    <a:cubicBezTo>
                      <a:pt x="4" y="8"/>
                      <a:pt x="4" y="8"/>
                      <a:pt x="4" y="8"/>
                    </a:cubicBezTo>
                    <a:cubicBezTo>
                      <a:pt x="4" y="6"/>
                      <a:pt x="5" y="4"/>
                      <a:pt x="7" y="4"/>
                    </a:cubicBezTo>
                    <a:cubicBezTo>
                      <a:pt x="9" y="4"/>
                      <a:pt x="10" y="6"/>
                      <a:pt x="10" y="8"/>
                    </a:cubicBezTo>
                    <a:cubicBezTo>
                      <a:pt x="10" y="9"/>
                      <a:pt x="9" y="11"/>
                      <a:pt x="7" y="11"/>
                    </a:cubicBezTo>
                    <a:cubicBezTo>
                      <a:pt x="5" y="11"/>
                      <a:pt x="4" y="9"/>
                      <a:pt x="4" y="8"/>
                    </a:cubicBezTo>
                    <a:cubicBezTo>
                      <a:pt x="2" y="8"/>
                      <a:pt x="2" y="8"/>
                      <a:pt x="2" y="8"/>
                    </a:cubicBezTo>
                    <a:cubicBezTo>
                      <a:pt x="0" y="8"/>
                      <a:pt x="0" y="8"/>
                      <a:pt x="0" y="8"/>
                    </a:cubicBezTo>
                    <a:cubicBezTo>
                      <a:pt x="0" y="11"/>
                      <a:pt x="3" y="15"/>
                      <a:pt x="7" y="15"/>
                    </a:cubicBezTo>
                    <a:cubicBezTo>
                      <a:pt x="11" y="15"/>
                      <a:pt x="14" y="11"/>
                      <a:pt x="14" y="8"/>
                    </a:cubicBezTo>
                    <a:cubicBezTo>
                      <a:pt x="14" y="4"/>
                      <a:pt x="11" y="0"/>
                      <a:pt x="7" y="0"/>
                    </a:cubicBezTo>
                    <a:cubicBezTo>
                      <a:pt x="3" y="0"/>
                      <a:pt x="0" y="4"/>
                      <a:pt x="0" y="8"/>
                    </a:cubicBezTo>
                    <a:lnTo>
                      <a:pt x="2"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56" name="Google Shape;1256;p21"/>
              <p:cNvSpPr/>
              <p:nvPr/>
            </p:nvSpPr>
            <p:spPr>
              <a:xfrm>
                <a:off x="5311668" y="3507847"/>
                <a:ext cx="632979" cy="219516"/>
              </a:xfrm>
              <a:custGeom>
                <a:rect b="b" l="l" r="r" t="t"/>
                <a:pathLst>
                  <a:path extrusionOk="0" h="103" w="297">
                    <a:moveTo>
                      <a:pt x="0" y="4"/>
                    </a:moveTo>
                    <a:lnTo>
                      <a:pt x="39" y="4"/>
                    </a:lnTo>
                    <a:lnTo>
                      <a:pt x="115" y="79"/>
                    </a:lnTo>
                    <a:lnTo>
                      <a:pt x="270" y="79"/>
                    </a:lnTo>
                    <a:lnTo>
                      <a:pt x="294" y="103"/>
                    </a:lnTo>
                    <a:lnTo>
                      <a:pt x="297" y="100"/>
                    </a:lnTo>
                    <a:lnTo>
                      <a:pt x="272" y="75"/>
                    </a:lnTo>
                    <a:lnTo>
                      <a:pt x="117" y="75"/>
                    </a:lnTo>
                    <a:lnTo>
                      <a:pt x="41" y="0"/>
                    </a:lnTo>
                    <a:lnTo>
                      <a:pt x="0" y="0"/>
                    </a:lnTo>
                    <a:lnTo>
                      <a:pt x="0" y="4"/>
                    </a:lnTo>
                    <a:lnTo>
                      <a:pt x="0" y="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257" name="Google Shape;1257;p21"/>
            <p:cNvGrpSpPr/>
            <p:nvPr/>
          </p:nvGrpSpPr>
          <p:grpSpPr>
            <a:xfrm>
              <a:off x="8654028" y="-358165"/>
              <a:ext cx="619332" cy="1338013"/>
              <a:chOff x="6850421" y="775628"/>
              <a:chExt cx="398541" cy="861012"/>
            </a:xfrm>
          </p:grpSpPr>
          <p:sp>
            <p:nvSpPr>
              <p:cNvPr id="1258" name="Google Shape;1258;p21"/>
              <p:cNvSpPr/>
              <p:nvPr/>
            </p:nvSpPr>
            <p:spPr>
              <a:xfrm>
                <a:off x="6850421" y="1604672"/>
                <a:ext cx="34100" cy="31969"/>
              </a:xfrm>
              <a:custGeom>
                <a:rect b="b" l="l" r="r" t="t"/>
                <a:pathLst>
                  <a:path extrusionOk="0" h="15" w="15">
                    <a:moveTo>
                      <a:pt x="13" y="8"/>
                    </a:moveTo>
                    <a:cubicBezTo>
                      <a:pt x="11" y="8"/>
                      <a:pt x="11" y="8"/>
                      <a:pt x="11" y="8"/>
                    </a:cubicBezTo>
                    <a:cubicBezTo>
                      <a:pt x="11" y="9"/>
                      <a:pt x="9" y="11"/>
                      <a:pt x="7" y="11"/>
                    </a:cubicBezTo>
                    <a:cubicBezTo>
                      <a:pt x="6" y="11"/>
                      <a:pt x="4" y="9"/>
                      <a:pt x="4" y="8"/>
                    </a:cubicBezTo>
                    <a:cubicBezTo>
                      <a:pt x="4" y="6"/>
                      <a:pt x="6" y="4"/>
                      <a:pt x="7" y="4"/>
                    </a:cubicBezTo>
                    <a:cubicBezTo>
                      <a:pt x="9" y="4"/>
                      <a:pt x="11" y="6"/>
                      <a:pt x="11" y="8"/>
                    </a:cubicBezTo>
                    <a:cubicBezTo>
                      <a:pt x="13" y="8"/>
                      <a:pt x="13" y="8"/>
                      <a:pt x="13" y="8"/>
                    </a:cubicBezTo>
                    <a:cubicBezTo>
                      <a:pt x="15" y="8"/>
                      <a:pt x="15" y="8"/>
                      <a:pt x="15" y="8"/>
                    </a:cubicBezTo>
                    <a:cubicBezTo>
                      <a:pt x="15" y="4"/>
                      <a:pt x="11" y="0"/>
                      <a:pt x="7" y="0"/>
                    </a:cubicBezTo>
                    <a:cubicBezTo>
                      <a:pt x="3" y="0"/>
                      <a:pt x="0" y="4"/>
                      <a:pt x="0" y="8"/>
                    </a:cubicBezTo>
                    <a:cubicBezTo>
                      <a:pt x="0" y="12"/>
                      <a:pt x="3" y="15"/>
                      <a:pt x="7" y="15"/>
                    </a:cubicBezTo>
                    <a:cubicBezTo>
                      <a:pt x="11" y="15"/>
                      <a:pt x="15" y="12"/>
                      <a:pt x="15" y="8"/>
                    </a:cubicBezTo>
                    <a:lnTo>
                      <a:pt x="13"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59" name="Google Shape;1259;p21"/>
              <p:cNvSpPr/>
              <p:nvPr/>
            </p:nvSpPr>
            <p:spPr>
              <a:xfrm>
                <a:off x="7138138" y="775628"/>
                <a:ext cx="31969" cy="31969"/>
              </a:xfrm>
              <a:custGeom>
                <a:rect b="b" l="l" r="r" t="t"/>
                <a:pathLst>
                  <a:path extrusionOk="0" h="14" w="14">
                    <a:moveTo>
                      <a:pt x="12" y="7"/>
                    </a:moveTo>
                    <a:cubicBezTo>
                      <a:pt x="10" y="7"/>
                      <a:pt x="10" y="7"/>
                      <a:pt x="10" y="7"/>
                    </a:cubicBezTo>
                    <a:cubicBezTo>
                      <a:pt x="10" y="9"/>
                      <a:pt x="9" y="10"/>
                      <a:pt x="7" y="10"/>
                    </a:cubicBezTo>
                    <a:cubicBezTo>
                      <a:pt x="6" y="10"/>
                      <a:pt x="4" y="9"/>
                      <a:pt x="4" y="7"/>
                    </a:cubicBezTo>
                    <a:cubicBezTo>
                      <a:pt x="4" y="5"/>
                      <a:pt x="6"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60" name="Google Shape;1260;p21"/>
              <p:cNvSpPr/>
              <p:nvPr/>
            </p:nvSpPr>
            <p:spPr>
              <a:xfrm>
                <a:off x="6861077" y="794810"/>
                <a:ext cx="387885" cy="814124"/>
              </a:xfrm>
              <a:custGeom>
                <a:rect b="b" l="l" r="r" t="t"/>
                <a:pathLst>
                  <a:path extrusionOk="0" h="382" w="182">
                    <a:moveTo>
                      <a:pt x="5" y="382"/>
                    </a:moveTo>
                    <a:lnTo>
                      <a:pt x="5" y="306"/>
                    </a:lnTo>
                    <a:lnTo>
                      <a:pt x="79" y="231"/>
                    </a:lnTo>
                    <a:lnTo>
                      <a:pt x="146" y="231"/>
                    </a:lnTo>
                    <a:lnTo>
                      <a:pt x="182" y="194"/>
                    </a:lnTo>
                    <a:lnTo>
                      <a:pt x="182" y="40"/>
                    </a:lnTo>
                    <a:lnTo>
                      <a:pt x="142" y="0"/>
                    </a:lnTo>
                    <a:lnTo>
                      <a:pt x="140" y="3"/>
                    </a:lnTo>
                    <a:lnTo>
                      <a:pt x="178" y="42"/>
                    </a:lnTo>
                    <a:lnTo>
                      <a:pt x="178" y="192"/>
                    </a:lnTo>
                    <a:lnTo>
                      <a:pt x="143" y="227"/>
                    </a:lnTo>
                    <a:lnTo>
                      <a:pt x="78" y="227"/>
                    </a:lnTo>
                    <a:lnTo>
                      <a:pt x="0" y="304"/>
                    </a:lnTo>
                    <a:lnTo>
                      <a:pt x="0" y="382"/>
                    </a:lnTo>
                    <a:lnTo>
                      <a:pt x="5" y="382"/>
                    </a:lnTo>
                    <a:lnTo>
                      <a:pt x="5" y="38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1261" name="Google Shape;1261;p21"/>
          <p:cNvGrpSpPr/>
          <p:nvPr/>
        </p:nvGrpSpPr>
        <p:grpSpPr>
          <a:xfrm flipH="1" rot="10800000">
            <a:off x="-1203475" y="-972164"/>
            <a:ext cx="11678150" cy="7153825"/>
            <a:chOff x="-1203475" y="-1124125"/>
            <a:chExt cx="11678150" cy="7153825"/>
          </a:xfrm>
        </p:grpSpPr>
        <p:sp>
          <p:nvSpPr>
            <p:cNvPr id="1262" name="Google Shape;1262;p21"/>
            <p:cNvSpPr/>
            <p:nvPr/>
          </p:nvSpPr>
          <p:spPr>
            <a:xfrm>
              <a:off x="-850925" y="723600"/>
              <a:ext cx="1417200" cy="10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263" name="Google Shape;1263;p21"/>
            <p:cNvSpPr/>
            <p:nvPr/>
          </p:nvSpPr>
          <p:spPr>
            <a:xfrm>
              <a:off x="-1203475" y="970035"/>
              <a:ext cx="1417200" cy="10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264" name="Google Shape;1264;p21"/>
            <p:cNvSpPr/>
            <p:nvPr/>
          </p:nvSpPr>
          <p:spPr>
            <a:xfrm rot="5400000">
              <a:off x="-314675" y="5268000"/>
              <a:ext cx="1417200" cy="10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265" name="Google Shape;1265;p21"/>
            <p:cNvSpPr/>
            <p:nvPr/>
          </p:nvSpPr>
          <p:spPr>
            <a:xfrm rot="5400000">
              <a:off x="5531450" y="-468625"/>
              <a:ext cx="1417200" cy="10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266" name="Google Shape;1266;p21"/>
            <p:cNvSpPr/>
            <p:nvPr/>
          </p:nvSpPr>
          <p:spPr>
            <a:xfrm rot="10800000">
              <a:off x="8573550" y="1693661"/>
              <a:ext cx="1417200" cy="106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267" name="Google Shape;1267;p21"/>
            <p:cNvSpPr/>
            <p:nvPr/>
          </p:nvSpPr>
          <p:spPr>
            <a:xfrm rot="10800000">
              <a:off x="9057475" y="1446412"/>
              <a:ext cx="1417200" cy="106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1268" name="Google Shape;1268;p21"/>
          <p:cNvGrpSpPr/>
          <p:nvPr/>
        </p:nvGrpSpPr>
        <p:grpSpPr>
          <a:xfrm>
            <a:off x="473320" y="140988"/>
            <a:ext cx="8320055" cy="4774098"/>
            <a:chOff x="473320" y="140988"/>
            <a:chExt cx="8320055" cy="4774098"/>
          </a:xfrm>
        </p:grpSpPr>
        <p:grpSp>
          <p:nvGrpSpPr>
            <p:cNvPr id="1269" name="Google Shape;1269;p21"/>
            <p:cNvGrpSpPr/>
            <p:nvPr/>
          </p:nvGrpSpPr>
          <p:grpSpPr>
            <a:xfrm>
              <a:off x="8663175" y="4220925"/>
              <a:ext cx="130200" cy="126125"/>
              <a:chOff x="3809600" y="987450"/>
              <a:chExt cx="130200" cy="126125"/>
            </a:xfrm>
          </p:grpSpPr>
          <p:sp>
            <p:nvSpPr>
              <p:cNvPr id="1270" name="Google Shape;1270;p21"/>
              <p:cNvSpPr/>
              <p:nvPr/>
            </p:nvSpPr>
            <p:spPr>
              <a:xfrm>
                <a:off x="3809600" y="987450"/>
                <a:ext cx="65100" cy="56400"/>
              </a:xfrm>
              <a:prstGeom prst="hexagon">
                <a:avLst>
                  <a:gd fmla="val 25000" name="adj"/>
                  <a:gd fmla="val 115470" name="vf"/>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271" name="Google Shape;1271;p21"/>
              <p:cNvSpPr/>
              <p:nvPr/>
            </p:nvSpPr>
            <p:spPr>
              <a:xfrm>
                <a:off x="3874700" y="1021650"/>
                <a:ext cx="65100" cy="56400"/>
              </a:xfrm>
              <a:prstGeom prst="hexagon">
                <a:avLst>
                  <a:gd fmla="val 25000" name="adj"/>
                  <a:gd fmla="val 115470" name="vf"/>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272" name="Google Shape;1272;p21"/>
              <p:cNvSpPr/>
              <p:nvPr/>
            </p:nvSpPr>
            <p:spPr>
              <a:xfrm>
                <a:off x="3809600" y="1057175"/>
                <a:ext cx="65100" cy="56400"/>
              </a:xfrm>
              <a:prstGeom prst="hexagon">
                <a:avLst>
                  <a:gd fmla="val 25000" name="adj"/>
                  <a:gd fmla="val 115470" name="vf"/>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1273" name="Google Shape;1273;p21"/>
            <p:cNvGrpSpPr/>
            <p:nvPr/>
          </p:nvGrpSpPr>
          <p:grpSpPr>
            <a:xfrm>
              <a:off x="473320" y="663929"/>
              <a:ext cx="101875" cy="134875"/>
              <a:chOff x="3928495" y="333391"/>
              <a:chExt cx="101875" cy="134875"/>
            </a:xfrm>
          </p:grpSpPr>
          <p:grpSp>
            <p:nvGrpSpPr>
              <p:cNvPr id="1274" name="Google Shape;1274;p21"/>
              <p:cNvGrpSpPr/>
              <p:nvPr/>
            </p:nvGrpSpPr>
            <p:grpSpPr>
              <a:xfrm>
                <a:off x="3928495" y="379241"/>
                <a:ext cx="44700" cy="42600"/>
                <a:chOff x="3928495" y="379241"/>
                <a:chExt cx="44700" cy="42600"/>
              </a:xfrm>
            </p:grpSpPr>
            <p:sp>
              <p:nvSpPr>
                <p:cNvPr id="1275" name="Google Shape;1275;p21"/>
                <p:cNvSpPr/>
                <p:nvPr/>
              </p:nvSpPr>
              <p:spPr>
                <a:xfrm>
                  <a:off x="3928495" y="396272"/>
                  <a:ext cx="44700" cy="81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76" name="Google Shape;1276;p21"/>
                <p:cNvSpPr/>
                <p:nvPr/>
              </p:nvSpPr>
              <p:spPr>
                <a:xfrm>
                  <a:off x="3946802" y="379241"/>
                  <a:ext cx="8100" cy="426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277" name="Google Shape;1277;p21"/>
              <p:cNvGrpSpPr/>
              <p:nvPr/>
            </p:nvGrpSpPr>
            <p:grpSpPr>
              <a:xfrm>
                <a:off x="3985670" y="425666"/>
                <a:ext cx="44700" cy="42600"/>
                <a:chOff x="3928495" y="379241"/>
                <a:chExt cx="44700" cy="42600"/>
              </a:xfrm>
            </p:grpSpPr>
            <p:sp>
              <p:nvSpPr>
                <p:cNvPr id="1278" name="Google Shape;1278;p21"/>
                <p:cNvSpPr/>
                <p:nvPr/>
              </p:nvSpPr>
              <p:spPr>
                <a:xfrm>
                  <a:off x="3928495" y="396272"/>
                  <a:ext cx="44700" cy="81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79" name="Google Shape;1279;p21"/>
                <p:cNvSpPr/>
                <p:nvPr/>
              </p:nvSpPr>
              <p:spPr>
                <a:xfrm>
                  <a:off x="3946802" y="379241"/>
                  <a:ext cx="8100" cy="426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280" name="Google Shape;1280;p21"/>
              <p:cNvGrpSpPr/>
              <p:nvPr/>
            </p:nvGrpSpPr>
            <p:grpSpPr>
              <a:xfrm>
                <a:off x="3985670" y="333391"/>
                <a:ext cx="44700" cy="42600"/>
                <a:chOff x="3928495" y="379241"/>
                <a:chExt cx="44700" cy="42600"/>
              </a:xfrm>
            </p:grpSpPr>
            <p:sp>
              <p:nvSpPr>
                <p:cNvPr id="1281" name="Google Shape;1281;p21"/>
                <p:cNvSpPr/>
                <p:nvPr/>
              </p:nvSpPr>
              <p:spPr>
                <a:xfrm>
                  <a:off x="3928495" y="396272"/>
                  <a:ext cx="44700" cy="81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82" name="Google Shape;1282;p21"/>
                <p:cNvSpPr/>
                <p:nvPr/>
              </p:nvSpPr>
              <p:spPr>
                <a:xfrm>
                  <a:off x="3946802" y="379241"/>
                  <a:ext cx="8100" cy="426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1283" name="Google Shape;1283;p21"/>
            <p:cNvGrpSpPr/>
            <p:nvPr/>
          </p:nvGrpSpPr>
          <p:grpSpPr>
            <a:xfrm>
              <a:off x="1598700" y="4796012"/>
              <a:ext cx="445675" cy="119073"/>
              <a:chOff x="3578973" y="2550931"/>
              <a:chExt cx="279193" cy="74593"/>
            </a:xfrm>
          </p:grpSpPr>
          <p:sp>
            <p:nvSpPr>
              <p:cNvPr id="1284" name="Google Shape;1284;p21"/>
              <p:cNvSpPr/>
              <p:nvPr/>
            </p:nvSpPr>
            <p:spPr>
              <a:xfrm>
                <a:off x="3578973" y="2550931"/>
                <a:ext cx="42625" cy="74593"/>
              </a:xfrm>
              <a:custGeom>
                <a:rect b="b" l="l" r="r" t="t"/>
                <a:pathLst>
                  <a:path extrusionOk="0" h="35" w="20">
                    <a:moveTo>
                      <a:pt x="3" y="35"/>
                    </a:moveTo>
                    <a:lnTo>
                      <a:pt x="20" y="17"/>
                    </a:lnTo>
                    <a:lnTo>
                      <a:pt x="3" y="0"/>
                    </a:lnTo>
                    <a:lnTo>
                      <a:pt x="0" y="3"/>
                    </a:lnTo>
                    <a:lnTo>
                      <a:pt x="14"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85" name="Google Shape;1285;p21"/>
              <p:cNvSpPr/>
              <p:nvPr/>
            </p:nvSpPr>
            <p:spPr>
              <a:xfrm>
                <a:off x="3636518"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86" name="Google Shape;1286;p21"/>
              <p:cNvSpPr/>
              <p:nvPr/>
            </p:nvSpPr>
            <p:spPr>
              <a:xfrm>
                <a:off x="3698323" y="2550931"/>
                <a:ext cx="42625" cy="74593"/>
              </a:xfrm>
              <a:custGeom>
                <a:rect b="b" l="l" r="r" t="t"/>
                <a:pathLst>
                  <a:path extrusionOk="0" h="35" w="20">
                    <a:moveTo>
                      <a:pt x="2" y="35"/>
                    </a:moveTo>
                    <a:lnTo>
                      <a:pt x="20" y="17"/>
                    </a:lnTo>
                    <a:lnTo>
                      <a:pt x="2" y="0"/>
                    </a:lnTo>
                    <a:lnTo>
                      <a:pt x="0" y="3"/>
                    </a:lnTo>
                    <a:lnTo>
                      <a:pt x="13" y="17"/>
                    </a:lnTo>
                    <a:lnTo>
                      <a:pt x="0" y="32"/>
                    </a:lnTo>
                    <a:lnTo>
                      <a:pt x="2" y="35"/>
                    </a:lnTo>
                    <a:lnTo>
                      <a:pt x="2"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87" name="Google Shape;1287;p21"/>
              <p:cNvSpPr/>
              <p:nvPr/>
            </p:nvSpPr>
            <p:spPr>
              <a:xfrm>
                <a:off x="3755867"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88" name="Google Shape;1288;p21"/>
              <p:cNvSpPr/>
              <p:nvPr/>
            </p:nvSpPr>
            <p:spPr>
              <a:xfrm>
                <a:off x="3813410" y="2550931"/>
                <a:ext cx="44757" cy="74593"/>
              </a:xfrm>
              <a:custGeom>
                <a:rect b="b" l="l" r="r" t="t"/>
                <a:pathLst>
                  <a:path extrusionOk="0" h="35" w="21">
                    <a:moveTo>
                      <a:pt x="4" y="35"/>
                    </a:moveTo>
                    <a:lnTo>
                      <a:pt x="21" y="17"/>
                    </a:lnTo>
                    <a:lnTo>
                      <a:pt x="4" y="0"/>
                    </a:lnTo>
                    <a:lnTo>
                      <a:pt x="0" y="3"/>
                    </a:lnTo>
                    <a:lnTo>
                      <a:pt x="15" y="17"/>
                    </a:lnTo>
                    <a:lnTo>
                      <a:pt x="0" y="32"/>
                    </a:lnTo>
                    <a:lnTo>
                      <a:pt x="4" y="35"/>
                    </a:lnTo>
                    <a:lnTo>
                      <a:pt x="4"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89" name="Google Shape;1289;p21"/>
              <p:cNvSpPr/>
              <p:nvPr/>
            </p:nvSpPr>
            <p:spPr>
              <a:xfrm>
                <a:off x="3578973" y="2550931"/>
                <a:ext cx="42625" cy="74593"/>
              </a:xfrm>
              <a:custGeom>
                <a:rect b="b" l="l" r="r" t="t"/>
                <a:pathLst>
                  <a:path extrusionOk="0" h="35" w="20">
                    <a:moveTo>
                      <a:pt x="3" y="35"/>
                    </a:moveTo>
                    <a:lnTo>
                      <a:pt x="20" y="17"/>
                    </a:lnTo>
                    <a:lnTo>
                      <a:pt x="3" y="0"/>
                    </a:lnTo>
                    <a:lnTo>
                      <a:pt x="0" y="3"/>
                    </a:lnTo>
                    <a:lnTo>
                      <a:pt x="14"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90" name="Google Shape;1290;p21"/>
              <p:cNvSpPr/>
              <p:nvPr/>
            </p:nvSpPr>
            <p:spPr>
              <a:xfrm>
                <a:off x="3636518"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91" name="Google Shape;1291;p21"/>
              <p:cNvSpPr/>
              <p:nvPr/>
            </p:nvSpPr>
            <p:spPr>
              <a:xfrm>
                <a:off x="3698323" y="2550931"/>
                <a:ext cx="42625" cy="74593"/>
              </a:xfrm>
              <a:custGeom>
                <a:rect b="b" l="l" r="r" t="t"/>
                <a:pathLst>
                  <a:path extrusionOk="0" h="35" w="20">
                    <a:moveTo>
                      <a:pt x="2" y="35"/>
                    </a:moveTo>
                    <a:lnTo>
                      <a:pt x="20" y="17"/>
                    </a:lnTo>
                    <a:lnTo>
                      <a:pt x="2" y="0"/>
                    </a:lnTo>
                    <a:lnTo>
                      <a:pt x="0" y="3"/>
                    </a:lnTo>
                    <a:lnTo>
                      <a:pt x="13" y="17"/>
                    </a:lnTo>
                    <a:lnTo>
                      <a:pt x="0" y="32"/>
                    </a:lnTo>
                    <a:lnTo>
                      <a:pt x="2" y="35"/>
                    </a:lnTo>
                    <a:lnTo>
                      <a:pt x="2"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92" name="Google Shape;1292;p21"/>
              <p:cNvSpPr/>
              <p:nvPr/>
            </p:nvSpPr>
            <p:spPr>
              <a:xfrm>
                <a:off x="3755867"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93" name="Google Shape;1293;p21"/>
              <p:cNvSpPr/>
              <p:nvPr/>
            </p:nvSpPr>
            <p:spPr>
              <a:xfrm>
                <a:off x="3813410" y="2550931"/>
                <a:ext cx="44757" cy="74593"/>
              </a:xfrm>
              <a:custGeom>
                <a:rect b="b" l="l" r="r" t="t"/>
                <a:pathLst>
                  <a:path extrusionOk="0" h="35" w="21">
                    <a:moveTo>
                      <a:pt x="4" y="35"/>
                    </a:moveTo>
                    <a:lnTo>
                      <a:pt x="21" y="17"/>
                    </a:lnTo>
                    <a:lnTo>
                      <a:pt x="4" y="0"/>
                    </a:lnTo>
                    <a:lnTo>
                      <a:pt x="0" y="3"/>
                    </a:lnTo>
                    <a:lnTo>
                      <a:pt x="15" y="17"/>
                    </a:lnTo>
                    <a:lnTo>
                      <a:pt x="0" y="32"/>
                    </a:lnTo>
                    <a:lnTo>
                      <a:pt x="4" y="35"/>
                    </a:lnTo>
                    <a:lnTo>
                      <a:pt x="4"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294" name="Google Shape;1294;p21"/>
            <p:cNvGrpSpPr/>
            <p:nvPr/>
          </p:nvGrpSpPr>
          <p:grpSpPr>
            <a:xfrm>
              <a:off x="7562650" y="140988"/>
              <a:ext cx="130200" cy="126125"/>
              <a:chOff x="3935725" y="167575"/>
              <a:chExt cx="130200" cy="126125"/>
            </a:xfrm>
          </p:grpSpPr>
          <p:sp>
            <p:nvSpPr>
              <p:cNvPr id="1295" name="Google Shape;1295;p21"/>
              <p:cNvSpPr/>
              <p:nvPr/>
            </p:nvSpPr>
            <p:spPr>
              <a:xfrm>
                <a:off x="3935725" y="167575"/>
                <a:ext cx="65100" cy="56400"/>
              </a:xfrm>
              <a:prstGeom prst="hexagon">
                <a:avLst>
                  <a:gd fmla="val 25000" name="adj"/>
                  <a:gd fmla="val 115470" name="vf"/>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296" name="Google Shape;1296;p21"/>
              <p:cNvSpPr/>
              <p:nvPr/>
            </p:nvSpPr>
            <p:spPr>
              <a:xfrm>
                <a:off x="4000825" y="201775"/>
                <a:ext cx="65100" cy="56400"/>
              </a:xfrm>
              <a:prstGeom prst="hexagon">
                <a:avLst>
                  <a:gd fmla="val 25000" name="adj"/>
                  <a:gd fmla="val 115470" name="vf"/>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297" name="Google Shape;1297;p21"/>
              <p:cNvSpPr/>
              <p:nvPr/>
            </p:nvSpPr>
            <p:spPr>
              <a:xfrm>
                <a:off x="3935725" y="237300"/>
                <a:ext cx="65100" cy="56400"/>
              </a:xfrm>
              <a:prstGeom prst="hexagon">
                <a:avLst>
                  <a:gd fmla="val 25000" name="adj"/>
                  <a:gd fmla="val 115470" name="vf"/>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1298" name="Google Shape;1298;p21"/>
            <p:cNvGrpSpPr/>
            <p:nvPr/>
          </p:nvGrpSpPr>
          <p:grpSpPr>
            <a:xfrm flipH="1">
              <a:off x="1561096" y="234934"/>
              <a:ext cx="445675" cy="80822"/>
              <a:chOff x="6468929" y="3844579"/>
              <a:chExt cx="411329" cy="74593"/>
            </a:xfrm>
          </p:grpSpPr>
          <p:sp>
            <p:nvSpPr>
              <p:cNvPr id="1299" name="Google Shape;1299;p21"/>
              <p:cNvSpPr/>
              <p:nvPr/>
            </p:nvSpPr>
            <p:spPr>
              <a:xfrm>
                <a:off x="6814190" y="3848841"/>
                <a:ext cx="66069" cy="66068"/>
              </a:xfrm>
              <a:custGeom>
                <a:rect b="b" l="l" r="r" t="t"/>
                <a:pathLst>
                  <a:path extrusionOk="0" h="29" w="29">
                    <a:moveTo>
                      <a:pt x="2" y="14"/>
                    </a:moveTo>
                    <a:cubicBezTo>
                      <a:pt x="0" y="14"/>
                      <a:pt x="0" y="14"/>
                      <a:pt x="0" y="14"/>
                    </a:cubicBezTo>
                    <a:cubicBezTo>
                      <a:pt x="0" y="22"/>
                      <a:pt x="7" y="29"/>
                      <a:pt x="14" y="29"/>
                    </a:cubicBezTo>
                    <a:cubicBezTo>
                      <a:pt x="22" y="29"/>
                      <a:pt x="29" y="22"/>
                      <a:pt x="29" y="14"/>
                    </a:cubicBezTo>
                    <a:cubicBezTo>
                      <a:pt x="29" y="6"/>
                      <a:pt x="22" y="0"/>
                      <a:pt x="14" y="0"/>
                    </a:cubicBezTo>
                    <a:cubicBezTo>
                      <a:pt x="7" y="0"/>
                      <a:pt x="0" y="6"/>
                      <a:pt x="0" y="14"/>
                    </a:cubicBezTo>
                    <a:cubicBezTo>
                      <a:pt x="2" y="14"/>
                      <a:pt x="2" y="14"/>
                      <a:pt x="2" y="14"/>
                    </a:cubicBezTo>
                    <a:cubicBezTo>
                      <a:pt x="4" y="14"/>
                      <a:pt x="4" y="14"/>
                      <a:pt x="4" y="14"/>
                    </a:cubicBezTo>
                    <a:cubicBezTo>
                      <a:pt x="4" y="9"/>
                      <a:pt x="9" y="4"/>
                      <a:pt x="14" y="4"/>
                    </a:cubicBezTo>
                    <a:cubicBezTo>
                      <a:pt x="20" y="4"/>
                      <a:pt x="25" y="9"/>
                      <a:pt x="25" y="14"/>
                    </a:cubicBezTo>
                    <a:cubicBezTo>
                      <a:pt x="25" y="20"/>
                      <a:pt x="20" y="25"/>
                      <a:pt x="14" y="25"/>
                    </a:cubicBezTo>
                    <a:cubicBezTo>
                      <a:pt x="9" y="25"/>
                      <a:pt x="4" y="20"/>
                      <a:pt x="4" y="14"/>
                    </a:cubicBezTo>
                    <a:lnTo>
                      <a:pt x="2" y="1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00" name="Google Shape;1300;p21"/>
              <p:cNvSpPr/>
              <p:nvPr/>
            </p:nvSpPr>
            <p:spPr>
              <a:xfrm>
                <a:off x="6475324" y="3876548"/>
                <a:ext cx="343130" cy="8525"/>
              </a:xfrm>
              <a:custGeom>
                <a:rect b="b" l="l" r="r" t="t"/>
                <a:pathLst>
                  <a:path extrusionOk="0" h="4" w="161">
                    <a:moveTo>
                      <a:pt x="161" y="0"/>
                    </a:moveTo>
                    <a:lnTo>
                      <a:pt x="0" y="0"/>
                    </a:lnTo>
                    <a:lnTo>
                      <a:pt x="0" y="4"/>
                    </a:lnTo>
                    <a:lnTo>
                      <a:pt x="161" y="4"/>
                    </a:lnTo>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01" name="Google Shape;1301;p21"/>
              <p:cNvSpPr/>
              <p:nvPr/>
            </p:nvSpPr>
            <p:spPr>
              <a:xfrm>
                <a:off x="6468929" y="3844579"/>
                <a:ext cx="42625" cy="74593"/>
              </a:xfrm>
              <a:custGeom>
                <a:rect b="b" l="l" r="r" t="t"/>
                <a:pathLst>
                  <a:path extrusionOk="0" h="35" w="2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6_1">
    <p:spTree>
      <p:nvGrpSpPr>
        <p:cNvPr id="1302" name="Shape 1302"/>
        <p:cNvGrpSpPr/>
        <p:nvPr/>
      </p:nvGrpSpPr>
      <p:grpSpPr>
        <a:xfrm>
          <a:off x="0" y="0"/>
          <a:ext cx="0" cy="0"/>
          <a:chOff x="0" y="0"/>
          <a:chExt cx="0" cy="0"/>
        </a:xfrm>
      </p:grpSpPr>
      <p:pic>
        <p:nvPicPr>
          <p:cNvPr id="1303" name="Google Shape;1303;p22"/>
          <p:cNvPicPr preferRelativeResize="0"/>
          <p:nvPr/>
        </p:nvPicPr>
        <p:blipFill rotWithShape="1">
          <a:blip r:embed="rId2">
            <a:alphaModFix/>
          </a:blip>
          <a:srcRect b="901" l="0" r="990" t="0"/>
          <a:stretch/>
        </p:blipFill>
        <p:spPr>
          <a:xfrm>
            <a:off x="0" y="0"/>
            <a:ext cx="9144003" cy="5143500"/>
          </a:xfrm>
          <a:prstGeom prst="rect">
            <a:avLst/>
          </a:prstGeom>
          <a:noFill/>
          <a:ln>
            <a:noFill/>
          </a:ln>
        </p:spPr>
      </p:pic>
      <p:sp>
        <p:nvSpPr>
          <p:cNvPr id="1304" name="Google Shape;1304;p22"/>
          <p:cNvSpPr txBox="1"/>
          <p:nvPr>
            <p:ph idx="1" type="subTitle"/>
          </p:nvPr>
        </p:nvSpPr>
        <p:spPr>
          <a:xfrm>
            <a:off x="937700" y="3396548"/>
            <a:ext cx="2175300" cy="8619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305" name="Google Shape;1305;p22"/>
          <p:cNvSpPr txBox="1"/>
          <p:nvPr>
            <p:ph idx="2" type="subTitle"/>
          </p:nvPr>
        </p:nvSpPr>
        <p:spPr>
          <a:xfrm>
            <a:off x="3484422" y="3396548"/>
            <a:ext cx="2175300" cy="8619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306" name="Google Shape;1306;p22"/>
          <p:cNvSpPr txBox="1"/>
          <p:nvPr>
            <p:ph idx="3" type="subTitle"/>
          </p:nvPr>
        </p:nvSpPr>
        <p:spPr>
          <a:xfrm>
            <a:off x="6031150" y="3396548"/>
            <a:ext cx="2175300" cy="8619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307" name="Google Shape;1307;p2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308" name="Google Shape;1308;p22"/>
          <p:cNvSpPr txBox="1"/>
          <p:nvPr>
            <p:ph idx="4" type="subTitle"/>
          </p:nvPr>
        </p:nvSpPr>
        <p:spPr>
          <a:xfrm>
            <a:off x="937700" y="3086000"/>
            <a:ext cx="2175300" cy="3942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Lexend"/>
              <a:buNone/>
              <a:defRPr b="1" sz="2000">
                <a:latin typeface="Lexend"/>
                <a:ea typeface="Lexend"/>
                <a:cs typeface="Lexend"/>
                <a:sym typeface="Lexend"/>
              </a:defRPr>
            </a:lvl1pPr>
            <a:lvl2pPr lvl="1" rtl="0" algn="ctr">
              <a:lnSpc>
                <a:spcPct val="115000"/>
              </a:lnSpc>
              <a:spcBef>
                <a:spcPts val="0"/>
              </a:spcBef>
              <a:spcAft>
                <a:spcPts val="0"/>
              </a:spcAft>
              <a:buSzPts val="2400"/>
              <a:buFont typeface="Lexend"/>
              <a:buNone/>
              <a:defRPr b="1" sz="2400">
                <a:latin typeface="Lexend"/>
                <a:ea typeface="Lexend"/>
                <a:cs typeface="Lexend"/>
                <a:sym typeface="Lexend"/>
              </a:defRPr>
            </a:lvl2pPr>
            <a:lvl3pPr lvl="2" rtl="0" algn="ctr">
              <a:lnSpc>
                <a:spcPct val="115000"/>
              </a:lnSpc>
              <a:spcBef>
                <a:spcPts val="0"/>
              </a:spcBef>
              <a:spcAft>
                <a:spcPts val="0"/>
              </a:spcAft>
              <a:buSzPts val="2400"/>
              <a:buFont typeface="Lexend"/>
              <a:buNone/>
              <a:defRPr b="1" sz="2400">
                <a:latin typeface="Lexend"/>
                <a:ea typeface="Lexend"/>
                <a:cs typeface="Lexend"/>
                <a:sym typeface="Lexend"/>
              </a:defRPr>
            </a:lvl3pPr>
            <a:lvl4pPr lvl="3" rtl="0" algn="ctr">
              <a:lnSpc>
                <a:spcPct val="115000"/>
              </a:lnSpc>
              <a:spcBef>
                <a:spcPts val="0"/>
              </a:spcBef>
              <a:spcAft>
                <a:spcPts val="0"/>
              </a:spcAft>
              <a:buSzPts val="2400"/>
              <a:buFont typeface="Lexend"/>
              <a:buNone/>
              <a:defRPr b="1" sz="2400">
                <a:latin typeface="Lexend"/>
                <a:ea typeface="Lexend"/>
                <a:cs typeface="Lexend"/>
                <a:sym typeface="Lexend"/>
              </a:defRPr>
            </a:lvl4pPr>
            <a:lvl5pPr lvl="4" rtl="0" algn="ctr">
              <a:lnSpc>
                <a:spcPct val="115000"/>
              </a:lnSpc>
              <a:spcBef>
                <a:spcPts val="0"/>
              </a:spcBef>
              <a:spcAft>
                <a:spcPts val="0"/>
              </a:spcAft>
              <a:buSzPts val="2400"/>
              <a:buFont typeface="Lexend"/>
              <a:buNone/>
              <a:defRPr b="1" sz="2400">
                <a:latin typeface="Lexend"/>
                <a:ea typeface="Lexend"/>
                <a:cs typeface="Lexend"/>
                <a:sym typeface="Lexend"/>
              </a:defRPr>
            </a:lvl5pPr>
            <a:lvl6pPr lvl="5" rtl="0" algn="ctr">
              <a:lnSpc>
                <a:spcPct val="115000"/>
              </a:lnSpc>
              <a:spcBef>
                <a:spcPts val="0"/>
              </a:spcBef>
              <a:spcAft>
                <a:spcPts val="0"/>
              </a:spcAft>
              <a:buSzPts val="2400"/>
              <a:buFont typeface="Lexend"/>
              <a:buNone/>
              <a:defRPr b="1" sz="2400">
                <a:latin typeface="Lexend"/>
                <a:ea typeface="Lexend"/>
                <a:cs typeface="Lexend"/>
                <a:sym typeface="Lexend"/>
              </a:defRPr>
            </a:lvl6pPr>
            <a:lvl7pPr lvl="6" rtl="0" algn="ctr">
              <a:lnSpc>
                <a:spcPct val="115000"/>
              </a:lnSpc>
              <a:spcBef>
                <a:spcPts val="0"/>
              </a:spcBef>
              <a:spcAft>
                <a:spcPts val="0"/>
              </a:spcAft>
              <a:buSzPts val="2400"/>
              <a:buFont typeface="Lexend"/>
              <a:buNone/>
              <a:defRPr b="1" sz="2400">
                <a:latin typeface="Lexend"/>
                <a:ea typeface="Lexend"/>
                <a:cs typeface="Lexend"/>
                <a:sym typeface="Lexend"/>
              </a:defRPr>
            </a:lvl7pPr>
            <a:lvl8pPr lvl="7" rtl="0" algn="ctr">
              <a:lnSpc>
                <a:spcPct val="115000"/>
              </a:lnSpc>
              <a:spcBef>
                <a:spcPts val="0"/>
              </a:spcBef>
              <a:spcAft>
                <a:spcPts val="0"/>
              </a:spcAft>
              <a:buSzPts val="2400"/>
              <a:buFont typeface="Lexend"/>
              <a:buNone/>
              <a:defRPr b="1" sz="2400">
                <a:latin typeface="Lexend"/>
                <a:ea typeface="Lexend"/>
                <a:cs typeface="Lexend"/>
                <a:sym typeface="Lexend"/>
              </a:defRPr>
            </a:lvl8pPr>
            <a:lvl9pPr lvl="8" rtl="0" algn="ctr">
              <a:lnSpc>
                <a:spcPct val="115000"/>
              </a:lnSpc>
              <a:spcBef>
                <a:spcPts val="0"/>
              </a:spcBef>
              <a:spcAft>
                <a:spcPts val="0"/>
              </a:spcAft>
              <a:buSzPts val="2400"/>
              <a:buFont typeface="Lexend"/>
              <a:buNone/>
              <a:defRPr b="1" sz="2400">
                <a:latin typeface="Lexend"/>
                <a:ea typeface="Lexend"/>
                <a:cs typeface="Lexend"/>
                <a:sym typeface="Lexend"/>
              </a:defRPr>
            </a:lvl9pPr>
          </a:lstStyle>
          <a:p/>
        </p:txBody>
      </p:sp>
      <p:sp>
        <p:nvSpPr>
          <p:cNvPr id="1309" name="Google Shape;1309;p22"/>
          <p:cNvSpPr txBox="1"/>
          <p:nvPr>
            <p:ph idx="5" type="subTitle"/>
          </p:nvPr>
        </p:nvSpPr>
        <p:spPr>
          <a:xfrm>
            <a:off x="3484422" y="3086000"/>
            <a:ext cx="2175300" cy="3942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Lexend"/>
              <a:buNone/>
              <a:defRPr b="1" sz="2000">
                <a:latin typeface="Lexend"/>
                <a:ea typeface="Lexend"/>
                <a:cs typeface="Lexend"/>
                <a:sym typeface="Lexend"/>
              </a:defRPr>
            </a:lvl1pPr>
            <a:lvl2pPr lvl="1" rtl="0" algn="ctr">
              <a:lnSpc>
                <a:spcPct val="115000"/>
              </a:lnSpc>
              <a:spcBef>
                <a:spcPts val="0"/>
              </a:spcBef>
              <a:spcAft>
                <a:spcPts val="0"/>
              </a:spcAft>
              <a:buSzPts val="2400"/>
              <a:buFont typeface="Lexend"/>
              <a:buNone/>
              <a:defRPr b="1" sz="2400">
                <a:latin typeface="Lexend"/>
                <a:ea typeface="Lexend"/>
                <a:cs typeface="Lexend"/>
                <a:sym typeface="Lexend"/>
              </a:defRPr>
            </a:lvl2pPr>
            <a:lvl3pPr lvl="2" rtl="0" algn="ctr">
              <a:lnSpc>
                <a:spcPct val="115000"/>
              </a:lnSpc>
              <a:spcBef>
                <a:spcPts val="0"/>
              </a:spcBef>
              <a:spcAft>
                <a:spcPts val="0"/>
              </a:spcAft>
              <a:buSzPts val="2400"/>
              <a:buFont typeface="Lexend"/>
              <a:buNone/>
              <a:defRPr b="1" sz="2400">
                <a:latin typeface="Lexend"/>
                <a:ea typeface="Lexend"/>
                <a:cs typeface="Lexend"/>
                <a:sym typeface="Lexend"/>
              </a:defRPr>
            </a:lvl3pPr>
            <a:lvl4pPr lvl="3" rtl="0" algn="ctr">
              <a:lnSpc>
                <a:spcPct val="115000"/>
              </a:lnSpc>
              <a:spcBef>
                <a:spcPts val="0"/>
              </a:spcBef>
              <a:spcAft>
                <a:spcPts val="0"/>
              </a:spcAft>
              <a:buSzPts val="2400"/>
              <a:buFont typeface="Lexend"/>
              <a:buNone/>
              <a:defRPr b="1" sz="2400">
                <a:latin typeface="Lexend"/>
                <a:ea typeface="Lexend"/>
                <a:cs typeface="Lexend"/>
                <a:sym typeface="Lexend"/>
              </a:defRPr>
            </a:lvl4pPr>
            <a:lvl5pPr lvl="4" rtl="0" algn="ctr">
              <a:lnSpc>
                <a:spcPct val="115000"/>
              </a:lnSpc>
              <a:spcBef>
                <a:spcPts val="0"/>
              </a:spcBef>
              <a:spcAft>
                <a:spcPts val="0"/>
              </a:spcAft>
              <a:buSzPts val="2400"/>
              <a:buFont typeface="Lexend"/>
              <a:buNone/>
              <a:defRPr b="1" sz="2400">
                <a:latin typeface="Lexend"/>
                <a:ea typeface="Lexend"/>
                <a:cs typeface="Lexend"/>
                <a:sym typeface="Lexend"/>
              </a:defRPr>
            </a:lvl5pPr>
            <a:lvl6pPr lvl="5" rtl="0" algn="ctr">
              <a:lnSpc>
                <a:spcPct val="115000"/>
              </a:lnSpc>
              <a:spcBef>
                <a:spcPts val="0"/>
              </a:spcBef>
              <a:spcAft>
                <a:spcPts val="0"/>
              </a:spcAft>
              <a:buSzPts val="2400"/>
              <a:buFont typeface="Lexend"/>
              <a:buNone/>
              <a:defRPr b="1" sz="2400">
                <a:latin typeface="Lexend"/>
                <a:ea typeface="Lexend"/>
                <a:cs typeface="Lexend"/>
                <a:sym typeface="Lexend"/>
              </a:defRPr>
            </a:lvl6pPr>
            <a:lvl7pPr lvl="6" rtl="0" algn="ctr">
              <a:lnSpc>
                <a:spcPct val="115000"/>
              </a:lnSpc>
              <a:spcBef>
                <a:spcPts val="0"/>
              </a:spcBef>
              <a:spcAft>
                <a:spcPts val="0"/>
              </a:spcAft>
              <a:buSzPts val="2400"/>
              <a:buFont typeface="Lexend"/>
              <a:buNone/>
              <a:defRPr b="1" sz="2400">
                <a:latin typeface="Lexend"/>
                <a:ea typeface="Lexend"/>
                <a:cs typeface="Lexend"/>
                <a:sym typeface="Lexend"/>
              </a:defRPr>
            </a:lvl7pPr>
            <a:lvl8pPr lvl="7" rtl="0" algn="ctr">
              <a:lnSpc>
                <a:spcPct val="115000"/>
              </a:lnSpc>
              <a:spcBef>
                <a:spcPts val="0"/>
              </a:spcBef>
              <a:spcAft>
                <a:spcPts val="0"/>
              </a:spcAft>
              <a:buSzPts val="2400"/>
              <a:buFont typeface="Lexend"/>
              <a:buNone/>
              <a:defRPr b="1" sz="2400">
                <a:latin typeface="Lexend"/>
                <a:ea typeface="Lexend"/>
                <a:cs typeface="Lexend"/>
                <a:sym typeface="Lexend"/>
              </a:defRPr>
            </a:lvl8pPr>
            <a:lvl9pPr lvl="8" rtl="0" algn="ctr">
              <a:lnSpc>
                <a:spcPct val="115000"/>
              </a:lnSpc>
              <a:spcBef>
                <a:spcPts val="0"/>
              </a:spcBef>
              <a:spcAft>
                <a:spcPts val="0"/>
              </a:spcAft>
              <a:buSzPts val="2400"/>
              <a:buFont typeface="Lexend"/>
              <a:buNone/>
              <a:defRPr b="1" sz="2400">
                <a:latin typeface="Lexend"/>
                <a:ea typeface="Lexend"/>
                <a:cs typeface="Lexend"/>
                <a:sym typeface="Lexend"/>
              </a:defRPr>
            </a:lvl9pPr>
          </a:lstStyle>
          <a:p/>
        </p:txBody>
      </p:sp>
      <p:sp>
        <p:nvSpPr>
          <p:cNvPr id="1310" name="Google Shape;1310;p22"/>
          <p:cNvSpPr txBox="1"/>
          <p:nvPr>
            <p:ph idx="6" type="subTitle"/>
          </p:nvPr>
        </p:nvSpPr>
        <p:spPr>
          <a:xfrm>
            <a:off x="6031150" y="3086000"/>
            <a:ext cx="2175300" cy="3942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Lexend"/>
              <a:buNone/>
              <a:defRPr b="1" sz="2000">
                <a:latin typeface="Lexend"/>
                <a:ea typeface="Lexend"/>
                <a:cs typeface="Lexend"/>
                <a:sym typeface="Lexend"/>
              </a:defRPr>
            </a:lvl1pPr>
            <a:lvl2pPr lvl="1" rtl="0" algn="ctr">
              <a:lnSpc>
                <a:spcPct val="115000"/>
              </a:lnSpc>
              <a:spcBef>
                <a:spcPts val="0"/>
              </a:spcBef>
              <a:spcAft>
                <a:spcPts val="0"/>
              </a:spcAft>
              <a:buSzPts val="2400"/>
              <a:buFont typeface="Lexend"/>
              <a:buNone/>
              <a:defRPr b="1" sz="2400">
                <a:latin typeface="Lexend"/>
                <a:ea typeface="Lexend"/>
                <a:cs typeface="Lexend"/>
                <a:sym typeface="Lexend"/>
              </a:defRPr>
            </a:lvl2pPr>
            <a:lvl3pPr lvl="2" rtl="0" algn="ctr">
              <a:lnSpc>
                <a:spcPct val="115000"/>
              </a:lnSpc>
              <a:spcBef>
                <a:spcPts val="0"/>
              </a:spcBef>
              <a:spcAft>
                <a:spcPts val="0"/>
              </a:spcAft>
              <a:buSzPts val="2400"/>
              <a:buFont typeface="Lexend"/>
              <a:buNone/>
              <a:defRPr b="1" sz="2400">
                <a:latin typeface="Lexend"/>
                <a:ea typeface="Lexend"/>
                <a:cs typeface="Lexend"/>
                <a:sym typeface="Lexend"/>
              </a:defRPr>
            </a:lvl3pPr>
            <a:lvl4pPr lvl="3" rtl="0" algn="ctr">
              <a:lnSpc>
                <a:spcPct val="115000"/>
              </a:lnSpc>
              <a:spcBef>
                <a:spcPts val="0"/>
              </a:spcBef>
              <a:spcAft>
                <a:spcPts val="0"/>
              </a:spcAft>
              <a:buSzPts val="2400"/>
              <a:buFont typeface="Lexend"/>
              <a:buNone/>
              <a:defRPr b="1" sz="2400">
                <a:latin typeface="Lexend"/>
                <a:ea typeface="Lexend"/>
                <a:cs typeface="Lexend"/>
                <a:sym typeface="Lexend"/>
              </a:defRPr>
            </a:lvl4pPr>
            <a:lvl5pPr lvl="4" rtl="0" algn="ctr">
              <a:lnSpc>
                <a:spcPct val="115000"/>
              </a:lnSpc>
              <a:spcBef>
                <a:spcPts val="0"/>
              </a:spcBef>
              <a:spcAft>
                <a:spcPts val="0"/>
              </a:spcAft>
              <a:buSzPts val="2400"/>
              <a:buFont typeface="Lexend"/>
              <a:buNone/>
              <a:defRPr b="1" sz="2400">
                <a:latin typeface="Lexend"/>
                <a:ea typeface="Lexend"/>
                <a:cs typeface="Lexend"/>
                <a:sym typeface="Lexend"/>
              </a:defRPr>
            </a:lvl5pPr>
            <a:lvl6pPr lvl="5" rtl="0" algn="ctr">
              <a:lnSpc>
                <a:spcPct val="115000"/>
              </a:lnSpc>
              <a:spcBef>
                <a:spcPts val="0"/>
              </a:spcBef>
              <a:spcAft>
                <a:spcPts val="0"/>
              </a:spcAft>
              <a:buSzPts val="2400"/>
              <a:buFont typeface="Lexend"/>
              <a:buNone/>
              <a:defRPr b="1" sz="2400">
                <a:latin typeface="Lexend"/>
                <a:ea typeface="Lexend"/>
                <a:cs typeface="Lexend"/>
                <a:sym typeface="Lexend"/>
              </a:defRPr>
            </a:lvl6pPr>
            <a:lvl7pPr lvl="6" rtl="0" algn="ctr">
              <a:lnSpc>
                <a:spcPct val="115000"/>
              </a:lnSpc>
              <a:spcBef>
                <a:spcPts val="0"/>
              </a:spcBef>
              <a:spcAft>
                <a:spcPts val="0"/>
              </a:spcAft>
              <a:buSzPts val="2400"/>
              <a:buFont typeface="Lexend"/>
              <a:buNone/>
              <a:defRPr b="1" sz="2400">
                <a:latin typeface="Lexend"/>
                <a:ea typeface="Lexend"/>
                <a:cs typeface="Lexend"/>
                <a:sym typeface="Lexend"/>
              </a:defRPr>
            </a:lvl7pPr>
            <a:lvl8pPr lvl="7" rtl="0" algn="ctr">
              <a:lnSpc>
                <a:spcPct val="115000"/>
              </a:lnSpc>
              <a:spcBef>
                <a:spcPts val="0"/>
              </a:spcBef>
              <a:spcAft>
                <a:spcPts val="0"/>
              </a:spcAft>
              <a:buSzPts val="2400"/>
              <a:buFont typeface="Lexend"/>
              <a:buNone/>
              <a:defRPr b="1" sz="2400">
                <a:latin typeface="Lexend"/>
                <a:ea typeface="Lexend"/>
                <a:cs typeface="Lexend"/>
                <a:sym typeface="Lexend"/>
              </a:defRPr>
            </a:lvl8pPr>
            <a:lvl9pPr lvl="8" rtl="0" algn="ctr">
              <a:lnSpc>
                <a:spcPct val="115000"/>
              </a:lnSpc>
              <a:spcBef>
                <a:spcPts val="0"/>
              </a:spcBef>
              <a:spcAft>
                <a:spcPts val="0"/>
              </a:spcAft>
              <a:buSzPts val="2400"/>
              <a:buFont typeface="Lexend"/>
              <a:buNone/>
              <a:defRPr b="1" sz="2400">
                <a:latin typeface="Lexend"/>
                <a:ea typeface="Lexend"/>
                <a:cs typeface="Lexend"/>
                <a:sym typeface="Lexend"/>
              </a:defRPr>
            </a:lvl9pPr>
          </a:lstStyle>
          <a:p/>
        </p:txBody>
      </p:sp>
      <p:grpSp>
        <p:nvGrpSpPr>
          <p:cNvPr id="1311" name="Google Shape;1311;p22"/>
          <p:cNvGrpSpPr/>
          <p:nvPr/>
        </p:nvGrpSpPr>
        <p:grpSpPr>
          <a:xfrm flipH="1" rot="10800000">
            <a:off x="-1203475" y="-972164"/>
            <a:ext cx="11678150" cy="7153825"/>
            <a:chOff x="-1203475" y="-1124125"/>
            <a:chExt cx="11678150" cy="7153825"/>
          </a:xfrm>
        </p:grpSpPr>
        <p:sp>
          <p:nvSpPr>
            <p:cNvPr id="1312" name="Google Shape;1312;p22"/>
            <p:cNvSpPr/>
            <p:nvPr/>
          </p:nvSpPr>
          <p:spPr>
            <a:xfrm>
              <a:off x="-850925" y="723600"/>
              <a:ext cx="1417200" cy="10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313" name="Google Shape;1313;p22"/>
            <p:cNvSpPr/>
            <p:nvPr/>
          </p:nvSpPr>
          <p:spPr>
            <a:xfrm>
              <a:off x="-1203475" y="970035"/>
              <a:ext cx="1417200" cy="10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314" name="Google Shape;1314;p22"/>
            <p:cNvSpPr/>
            <p:nvPr/>
          </p:nvSpPr>
          <p:spPr>
            <a:xfrm rot="5400000">
              <a:off x="-314675" y="5268000"/>
              <a:ext cx="1417200" cy="10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315" name="Google Shape;1315;p22"/>
            <p:cNvSpPr/>
            <p:nvPr/>
          </p:nvSpPr>
          <p:spPr>
            <a:xfrm rot="5400000">
              <a:off x="5531450" y="-468625"/>
              <a:ext cx="1417200" cy="10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316" name="Google Shape;1316;p22"/>
            <p:cNvSpPr/>
            <p:nvPr/>
          </p:nvSpPr>
          <p:spPr>
            <a:xfrm rot="10800000">
              <a:off x="8573550" y="3669761"/>
              <a:ext cx="1417200" cy="106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317" name="Google Shape;1317;p22"/>
            <p:cNvSpPr/>
            <p:nvPr/>
          </p:nvSpPr>
          <p:spPr>
            <a:xfrm rot="10800000">
              <a:off x="9057475" y="3422512"/>
              <a:ext cx="1417200" cy="106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1318" name="Google Shape;1318;p22"/>
          <p:cNvGrpSpPr/>
          <p:nvPr/>
        </p:nvGrpSpPr>
        <p:grpSpPr>
          <a:xfrm flipH="1" rot="10800000">
            <a:off x="-527805" y="-1016375"/>
            <a:ext cx="10232769" cy="6744764"/>
            <a:chOff x="-527805" y="-670853"/>
            <a:chExt cx="10232769" cy="6744764"/>
          </a:xfrm>
        </p:grpSpPr>
        <p:grpSp>
          <p:nvGrpSpPr>
            <p:cNvPr id="1319" name="Google Shape;1319;p22"/>
            <p:cNvGrpSpPr/>
            <p:nvPr/>
          </p:nvGrpSpPr>
          <p:grpSpPr>
            <a:xfrm>
              <a:off x="7118280" y="4681945"/>
              <a:ext cx="2156910" cy="506908"/>
              <a:chOff x="4891825" y="3495059"/>
              <a:chExt cx="1351193" cy="317552"/>
            </a:xfrm>
          </p:grpSpPr>
          <p:sp>
            <p:nvSpPr>
              <p:cNvPr id="1320" name="Google Shape;1320;p22"/>
              <p:cNvSpPr/>
              <p:nvPr/>
            </p:nvSpPr>
            <p:spPr>
              <a:xfrm>
                <a:off x="6208918" y="3706050"/>
                <a:ext cx="34100" cy="31969"/>
              </a:xfrm>
              <a:custGeom>
                <a:rect b="b" l="l" r="r" t="t"/>
                <a:pathLst>
                  <a:path extrusionOk="0" h="15" w="15">
                    <a:moveTo>
                      <a:pt x="2" y="7"/>
                    </a:moveTo>
                    <a:cubicBezTo>
                      <a:pt x="4" y="7"/>
                      <a:pt x="4" y="7"/>
                      <a:pt x="4" y="7"/>
                    </a:cubicBezTo>
                    <a:cubicBezTo>
                      <a:pt x="4" y="6"/>
                      <a:pt x="6" y="4"/>
                      <a:pt x="8" y="4"/>
                    </a:cubicBezTo>
                    <a:cubicBezTo>
                      <a:pt x="9" y="4"/>
                      <a:pt x="11" y="6"/>
                      <a:pt x="11" y="7"/>
                    </a:cubicBezTo>
                    <a:cubicBezTo>
                      <a:pt x="11" y="9"/>
                      <a:pt x="9" y="11"/>
                      <a:pt x="8" y="11"/>
                    </a:cubicBezTo>
                    <a:cubicBezTo>
                      <a:pt x="6" y="11"/>
                      <a:pt x="4" y="9"/>
                      <a:pt x="4" y="7"/>
                    </a:cubicBezTo>
                    <a:cubicBezTo>
                      <a:pt x="2" y="7"/>
                      <a:pt x="2" y="7"/>
                      <a:pt x="2" y="7"/>
                    </a:cubicBezTo>
                    <a:cubicBezTo>
                      <a:pt x="0" y="7"/>
                      <a:pt x="0" y="7"/>
                      <a:pt x="0" y="7"/>
                    </a:cubicBezTo>
                    <a:cubicBezTo>
                      <a:pt x="0" y="11"/>
                      <a:pt x="4" y="15"/>
                      <a:pt x="8" y="15"/>
                    </a:cubicBezTo>
                    <a:cubicBezTo>
                      <a:pt x="12" y="15"/>
                      <a:pt x="15" y="11"/>
                      <a:pt x="15" y="7"/>
                    </a:cubicBezTo>
                    <a:cubicBezTo>
                      <a:pt x="15" y="3"/>
                      <a:pt x="12" y="0"/>
                      <a:pt x="8" y="0"/>
                    </a:cubicBezTo>
                    <a:cubicBezTo>
                      <a:pt x="4" y="0"/>
                      <a:pt x="0" y="3"/>
                      <a:pt x="0" y="7"/>
                    </a:cubicBezTo>
                    <a:lnTo>
                      <a:pt x="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21" name="Google Shape;1321;p22"/>
              <p:cNvSpPr/>
              <p:nvPr/>
            </p:nvSpPr>
            <p:spPr>
              <a:xfrm>
                <a:off x="4891825" y="3584575"/>
                <a:ext cx="29825" cy="29825"/>
              </a:xfrm>
              <a:custGeom>
                <a:rect b="b" l="l" r="r" t="t"/>
                <a:pathLst>
                  <a:path extrusionOk="0" h="14" w="15">
                    <a:moveTo>
                      <a:pt x="2" y="7"/>
                    </a:moveTo>
                    <a:cubicBezTo>
                      <a:pt x="4" y="7"/>
                      <a:pt x="4" y="7"/>
                      <a:pt x="4" y="7"/>
                    </a:cubicBezTo>
                    <a:cubicBezTo>
                      <a:pt x="4" y="5"/>
                      <a:pt x="6" y="4"/>
                      <a:pt x="7" y="4"/>
                    </a:cubicBezTo>
                    <a:cubicBezTo>
                      <a:pt x="9" y="4"/>
                      <a:pt x="11" y="5"/>
                      <a:pt x="11" y="7"/>
                    </a:cubicBezTo>
                    <a:cubicBezTo>
                      <a:pt x="11" y="9"/>
                      <a:pt x="9" y="10"/>
                      <a:pt x="7" y="10"/>
                    </a:cubicBezTo>
                    <a:cubicBezTo>
                      <a:pt x="6" y="10"/>
                      <a:pt x="4" y="9"/>
                      <a:pt x="4" y="7"/>
                    </a:cubicBezTo>
                    <a:cubicBezTo>
                      <a:pt x="2" y="7"/>
                      <a:pt x="2" y="7"/>
                      <a:pt x="2" y="7"/>
                    </a:cubicBezTo>
                    <a:cubicBezTo>
                      <a:pt x="0" y="7"/>
                      <a:pt x="0" y="7"/>
                      <a:pt x="0" y="7"/>
                    </a:cubicBezTo>
                    <a:cubicBezTo>
                      <a:pt x="0" y="11"/>
                      <a:pt x="3" y="14"/>
                      <a:pt x="7" y="14"/>
                    </a:cubicBezTo>
                    <a:cubicBezTo>
                      <a:pt x="11" y="14"/>
                      <a:pt x="15" y="11"/>
                      <a:pt x="15" y="7"/>
                    </a:cubicBezTo>
                    <a:cubicBezTo>
                      <a:pt x="15" y="3"/>
                      <a:pt x="11" y="0"/>
                      <a:pt x="7" y="0"/>
                    </a:cubicBezTo>
                    <a:cubicBezTo>
                      <a:pt x="3" y="0"/>
                      <a:pt x="0" y="3"/>
                      <a:pt x="0" y="7"/>
                    </a:cubicBezTo>
                    <a:lnTo>
                      <a:pt x="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22" name="Google Shape;1322;p22"/>
              <p:cNvSpPr/>
              <p:nvPr/>
            </p:nvSpPr>
            <p:spPr>
              <a:xfrm>
                <a:off x="4917389" y="3595227"/>
                <a:ext cx="1295792" cy="217384"/>
              </a:xfrm>
              <a:custGeom>
                <a:rect b="b" l="l" r="r" t="t"/>
                <a:pathLst>
                  <a:path extrusionOk="0" h="102" w="608">
                    <a:moveTo>
                      <a:pt x="0" y="4"/>
                    </a:moveTo>
                    <a:lnTo>
                      <a:pt x="207" y="4"/>
                    </a:lnTo>
                    <a:lnTo>
                      <a:pt x="305" y="102"/>
                    </a:lnTo>
                    <a:lnTo>
                      <a:pt x="498" y="102"/>
                    </a:lnTo>
                    <a:lnTo>
                      <a:pt x="539" y="61"/>
                    </a:lnTo>
                    <a:lnTo>
                      <a:pt x="608" y="61"/>
                    </a:lnTo>
                    <a:lnTo>
                      <a:pt x="608" y="57"/>
                    </a:lnTo>
                    <a:lnTo>
                      <a:pt x="537" y="57"/>
                    </a:lnTo>
                    <a:lnTo>
                      <a:pt x="497" y="98"/>
                    </a:lnTo>
                    <a:lnTo>
                      <a:pt x="307" y="98"/>
                    </a:lnTo>
                    <a:lnTo>
                      <a:pt x="210" y="0"/>
                    </a:lnTo>
                    <a:lnTo>
                      <a:pt x="0" y="0"/>
                    </a:lnTo>
                    <a:lnTo>
                      <a:pt x="0" y="4"/>
                    </a:lnTo>
                    <a:lnTo>
                      <a:pt x="0" y="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23" name="Google Shape;1323;p22"/>
              <p:cNvSpPr/>
              <p:nvPr/>
            </p:nvSpPr>
            <p:spPr>
              <a:xfrm>
                <a:off x="5933990" y="3716706"/>
                <a:ext cx="31969" cy="34099"/>
              </a:xfrm>
              <a:custGeom>
                <a:rect b="b" l="l" r="r" t="t"/>
                <a:pathLst>
                  <a:path extrusionOk="0" h="15" w="14">
                    <a:moveTo>
                      <a:pt x="2" y="8"/>
                    </a:moveTo>
                    <a:cubicBezTo>
                      <a:pt x="4" y="8"/>
                      <a:pt x="4" y="8"/>
                      <a:pt x="4" y="8"/>
                    </a:cubicBezTo>
                    <a:cubicBezTo>
                      <a:pt x="4" y="6"/>
                      <a:pt x="5" y="4"/>
                      <a:pt x="7" y="4"/>
                    </a:cubicBezTo>
                    <a:cubicBezTo>
                      <a:pt x="8" y="4"/>
                      <a:pt x="10" y="6"/>
                      <a:pt x="10" y="8"/>
                    </a:cubicBezTo>
                    <a:cubicBezTo>
                      <a:pt x="10" y="9"/>
                      <a:pt x="8" y="11"/>
                      <a:pt x="7" y="11"/>
                    </a:cubicBezTo>
                    <a:cubicBezTo>
                      <a:pt x="5" y="11"/>
                      <a:pt x="4" y="9"/>
                      <a:pt x="4" y="8"/>
                    </a:cubicBezTo>
                    <a:cubicBezTo>
                      <a:pt x="2" y="8"/>
                      <a:pt x="2" y="8"/>
                      <a:pt x="2" y="8"/>
                    </a:cubicBezTo>
                    <a:cubicBezTo>
                      <a:pt x="0" y="8"/>
                      <a:pt x="0" y="8"/>
                      <a:pt x="0" y="8"/>
                    </a:cubicBezTo>
                    <a:cubicBezTo>
                      <a:pt x="0" y="11"/>
                      <a:pt x="3" y="15"/>
                      <a:pt x="7" y="15"/>
                    </a:cubicBezTo>
                    <a:cubicBezTo>
                      <a:pt x="11" y="15"/>
                      <a:pt x="14" y="11"/>
                      <a:pt x="14" y="8"/>
                    </a:cubicBezTo>
                    <a:cubicBezTo>
                      <a:pt x="14" y="4"/>
                      <a:pt x="11" y="0"/>
                      <a:pt x="7" y="0"/>
                    </a:cubicBezTo>
                    <a:cubicBezTo>
                      <a:pt x="3" y="0"/>
                      <a:pt x="0" y="4"/>
                      <a:pt x="0" y="8"/>
                    </a:cubicBezTo>
                    <a:lnTo>
                      <a:pt x="2"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24" name="Google Shape;1324;p22"/>
              <p:cNvSpPr/>
              <p:nvPr/>
            </p:nvSpPr>
            <p:spPr>
              <a:xfrm>
                <a:off x="5286094" y="3495059"/>
                <a:ext cx="29837" cy="31969"/>
              </a:xfrm>
              <a:custGeom>
                <a:rect b="b" l="l" r="r" t="t"/>
                <a:pathLst>
                  <a:path extrusionOk="0" h="15" w="14">
                    <a:moveTo>
                      <a:pt x="2" y="8"/>
                    </a:moveTo>
                    <a:cubicBezTo>
                      <a:pt x="4" y="8"/>
                      <a:pt x="4" y="8"/>
                      <a:pt x="4" y="8"/>
                    </a:cubicBezTo>
                    <a:cubicBezTo>
                      <a:pt x="4" y="6"/>
                      <a:pt x="5" y="4"/>
                      <a:pt x="7" y="4"/>
                    </a:cubicBezTo>
                    <a:cubicBezTo>
                      <a:pt x="9" y="4"/>
                      <a:pt x="10" y="6"/>
                      <a:pt x="10" y="8"/>
                    </a:cubicBezTo>
                    <a:cubicBezTo>
                      <a:pt x="10" y="9"/>
                      <a:pt x="9" y="11"/>
                      <a:pt x="7" y="11"/>
                    </a:cubicBezTo>
                    <a:cubicBezTo>
                      <a:pt x="5" y="11"/>
                      <a:pt x="4" y="9"/>
                      <a:pt x="4" y="8"/>
                    </a:cubicBezTo>
                    <a:cubicBezTo>
                      <a:pt x="2" y="8"/>
                      <a:pt x="2" y="8"/>
                      <a:pt x="2" y="8"/>
                    </a:cubicBezTo>
                    <a:cubicBezTo>
                      <a:pt x="0" y="8"/>
                      <a:pt x="0" y="8"/>
                      <a:pt x="0" y="8"/>
                    </a:cubicBezTo>
                    <a:cubicBezTo>
                      <a:pt x="0" y="11"/>
                      <a:pt x="3" y="15"/>
                      <a:pt x="7" y="15"/>
                    </a:cubicBezTo>
                    <a:cubicBezTo>
                      <a:pt x="11" y="15"/>
                      <a:pt x="14" y="11"/>
                      <a:pt x="14" y="8"/>
                    </a:cubicBezTo>
                    <a:cubicBezTo>
                      <a:pt x="14" y="4"/>
                      <a:pt x="11" y="0"/>
                      <a:pt x="7" y="0"/>
                    </a:cubicBezTo>
                    <a:cubicBezTo>
                      <a:pt x="3" y="0"/>
                      <a:pt x="0" y="4"/>
                      <a:pt x="0" y="8"/>
                    </a:cubicBezTo>
                    <a:lnTo>
                      <a:pt x="2"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25" name="Google Shape;1325;p22"/>
              <p:cNvSpPr/>
              <p:nvPr/>
            </p:nvSpPr>
            <p:spPr>
              <a:xfrm>
                <a:off x="5311668" y="3507847"/>
                <a:ext cx="632979" cy="219516"/>
              </a:xfrm>
              <a:custGeom>
                <a:rect b="b" l="l" r="r" t="t"/>
                <a:pathLst>
                  <a:path extrusionOk="0" h="103" w="297">
                    <a:moveTo>
                      <a:pt x="0" y="4"/>
                    </a:moveTo>
                    <a:lnTo>
                      <a:pt x="39" y="4"/>
                    </a:lnTo>
                    <a:lnTo>
                      <a:pt x="115" y="79"/>
                    </a:lnTo>
                    <a:lnTo>
                      <a:pt x="270" y="79"/>
                    </a:lnTo>
                    <a:lnTo>
                      <a:pt x="294" y="103"/>
                    </a:lnTo>
                    <a:lnTo>
                      <a:pt x="297" y="100"/>
                    </a:lnTo>
                    <a:lnTo>
                      <a:pt x="272" y="75"/>
                    </a:lnTo>
                    <a:lnTo>
                      <a:pt x="117" y="75"/>
                    </a:lnTo>
                    <a:lnTo>
                      <a:pt x="41" y="0"/>
                    </a:lnTo>
                    <a:lnTo>
                      <a:pt x="0" y="0"/>
                    </a:lnTo>
                    <a:lnTo>
                      <a:pt x="0" y="4"/>
                    </a:lnTo>
                    <a:lnTo>
                      <a:pt x="0" y="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326" name="Google Shape;1326;p22"/>
            <p:cNvGrpSpPr/>
            <p:nvPr/>
          </p:nvGrpSpPr>
          <p:grpSpPr>
            <a:xfrm>
              <a:off x="882321" y="-670853"/>
              <a:ext cx="204128" cy="1115878"/>
              <a:chOff x="6605329" y="191675"/>
              <a:chExt cx="127876" cy="699040"/>
            </a:xfrm>
          </p:grpSpPr>
          <p:sp>
            <p:nvSpPr>
              <p:cNvPr id="1327" name="Google Shape;1327;p22"/>
              <p:cNvSpPr/>
              <p:nvPr/>
            </p:nvSpPr>
            <p:spPr>
              <a:xfrm>
                <a:off x="6701235" y="858746"/>
                <a:ext cx="31969" cy="31969"/>
              </a:xfrm>
              <a:custGeom>
                <a:rect b="b" l="l" r="r" t="t"/>
                <a:pathLst>
                  <a:path extrusionOk="0" h="14" w="15">
                    <a:moveTo>
                      <a:pt x="13" y="7"/>
                    </a:moveTo>
                    <a:cubicBezTo>
                      <a:pt x="11" y="7"/>
                      <a:pt x="11" y="7"/>
                      <a:pt x="11" y="7"/>
                    </a:cubicBezTo>
                    <a:cubicBezTo>
                      <a:pt x="11" y="9"/>
                      <a:pt x="9" y="10"/>
                      <a:pt x="7" y="10"/>
                    </a:cubicBezTo>
                    <a:cubicBezTo>
                      <a:pt x="6" y="10"/>
                      <a:pt x="4" y="9"/>
                      <a:pt x="4" y="7"/>
                    </a:cubicBezTo>
                    <a:cubicBezTo>
                      <a:pt x="4" y="5"/>
                      <a:pt x="6" y="4"/>
                      <a:pt x="7" y="4"/>
                    </a:cubicBezTo>
                    <a:cubicBezTo>
                      <a:pt x="9" y="4"/>
                      <a:pt x="11" y="5"/>
                      <a:pt x="11" y="7"/>
                    </a:cubicBezTo>
                    <a:cubicBezTo>
                      <a:pt x="13" y="7"/>
                      <a:pt x="13" y="7"/>
                      <a:pt x="13" y="7"/>
                    </a:cubicBezTo>
                    <a:cubicBezTo>
                      <a:pt x="15" y="7"/>
                      <a:pt x="15" y="7"/>
                      <a:pt x="15" y="7"/>
                    </a:cubicBezTo>
                    <a:cubicBezTo>
                      <a:pt x="15" y="3"/>
                      <a:pt x="11" y="0"/>
                      <a:pt x="7" y="0"/>
                    </a:cubicBezTo>
                    <a:cubicBezTo>
                      <a:pt x="3" y="0"/>
                      <a:pt x="0" y="3"/>
                      <a:pt x="0" y="7"/>
                    </a:cubicBezTo>
                    <a:cubicBezTo>
                      <a:pt x="0" y="11"/>
                      <a:pt x="3" y="14"/>
                      <a:pt x="7" y="14"/>
                    </a:cubicBezTo>
                    <a:cubicBezTo>
                      <a:pt x="11" y="14"/>
                      <a:pt x="15" y="11"/>
                      <a:pt x="15" y="7"/>
                    </a:cubicBezTo>
                    <a:lnTo>
                      <a:pt x="13"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28" name="Google Shape;1328;p22"/>
              <p:cNvSpPr/>
              <p:nvPr/>
            </p:nvSpPr>
            <p:spPr>
              <a:xfrm>
                <a:off x="6605329" y="191675"/>
                <a:ext cx="115087" cy="671334"/>
              </a:xfrm>
              <a:custGeom>
                <a:rect b="b" l="l" r="r" t="t"/>
                <a:pathLst>
                  <a:path extrusionOk="0" h="315" w="54">
                    <a:moveTo>
                      <a:pt x="0" y="0"/>
                    </a:moveTo>
                    <a:lnTo>
                      <a:pt x="0" y="167"/>
                    </a:lnTo>
                    <a:lnTo>
                      <a:pt x="50" y="217"/>
                    </a:lnTo>
                    <a:lnTo>
                      <a:pt x="50" y="315"/>
                    </a:lnTo>
                    <a:lnTo>
                      <a:pt x="54" y="315"/>
                    </a:lnTo>
                    <a:lnTo>
                      <a:pt x="54" y="215"/>
                    </a:lnTo>
                    <a:lnTo>
                      <a:pt x="5" y="165"/>
                    </a:lnTo>
                    <a:lnTo>
                      <a:pt x="5" y="0"/>
                    </a:lnTo>
                    <a:lnTo>
                      <a:pt x="0" y="0"/>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329" name="Google Shape;1329;p22"/>
            <p:cNvGrpSpPr/>
            <p:nvPr/>
          </p:nvGrpSpPr>
          <p:grpSpPr>
            <a:xfrm>
              <a:off x="1342215" y="-264218"/>
              <a:ext cx="1493520" cy="615774"/>
              <a:chOff x="5301012" y="396272"/>
              <a:chExt cx="935614" cy="385751"/>
            </a:xfrm>
          </p:grpSpPr>
          <p:sp>
            <p:nvSpPr>
              <p:cNvPr id="1330" name="Google Shape;1330;p22"/>
              <p:cNvSpPr/>
              <p:nvPr/>
            </p:nvSpPr>
            <p:spPr>
              <a:xfrm>
                <a:off x="6202525" y="396272"/>
                <a:ext cx="34100" cy="34099"/>
              </a:xfrm>
              <a:custGeom>
                <a:rect b="b" l="l" r="r" t="t"/>
                <a:pathLst>
                  <a:path extrusionOk="0" h="15" w="15">
                    <a:moveTo>
                      <a:pt x="13" y="8"/>
                    </a:moveTo>
                    <a:cubicBezTo>
                      <a:pt x="11" y="8"/>
                      <a:pt x="11" y="8"/>
                      <a:pt x="11" y="8"/>
                    </a:cubicBezTo>
                    <a:cubicBezTo>
                      <a:pt x="11" y="9"/>
                      <a:pt x="9" y="11"/>
                      <a:pt x="8" y="11"/>
                    </a:cubicBezTo>
                    <a:cubicBezTo>
                      <a:pt x="6" y="11"/>
                      <a:pt x="4" y="9"/>
                      <a:pt x="4" y="8"/>
                    </a:cubicBezTo>
                    <a:cubicBezTo>
                      <a:pt x="4" y="6"/>
                      <a:pt x="6" y="4"/>
                      <a:pt x="8" y="4"/>
                    </a:cubicBezTo>
                    <a:cubicBezTo>
                      <a:pt x="9" y="4"/>
                      <a:pt x="11" y="6"/>
                      <a:pt x="11" y="8"/>
                    </a:cubicBezTo>
                    <a:cubicBezTo>
                      <a:pt x="13" y="8"/>
                      <a:pt x="13" y="8"/>
                      <a:pt x="13" y="8"/>
                    </a:cubicBezTo>
                    <a:cubicBezTo>
                      <a:pt x="15" y="8"/>
                      <a:pt x="15" y="8"/>
                      <a:pt x="15" y="8"/>
                    </a:cubicBezTo>
                    <a:cubicBezTo>
                      <a:pt x="15" y="4"/>
                      <a:pt x="12" y="0"/>
                      <a:pt x="8" y="0"/>
                    </a:cubicBezTo>
                    <a:cubicBezTo>
                      <a:pt x="4" y="0"/>
                      <a:pt x="0" y="4"/>
                      <a:pt x="0" y="8"/>
                    </a:cubicBezTo>
                    <a:cubicBezTo>
                      <a:pt x="0" y="12"/>
                      <a:pt x="4" y="15"/>
                      <a:pt x="8" y="15"/>
                    </a:cubicBezTo>
                    <a:cubicBezTo>
                      <a:pt x="12" y="15"/>
                      <a:pt x="15" y="12"/>
                      <a:pt x="15" y="8"/>
                    </a:cubicBezTo>
                    <a:lnTo>
                      <a:pt x="13"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31" name="Google Shape;1331;p22"/>
              <p:cNvSpPr/>
              <p:nvPr/>
            </p:nvSpPr>
            <p:spPr>
              <a:xfrm>
                <a:off x="5301012" y="750054"/>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6"/>
                      <a:pt x="5" y="4"/>
                      <a:pt x="7" y="4"/>
                    </a:cubicBezTo>
                    <a:cubicBezTo>
                      <a:pt x="9" y="4"/>
                      <a:pt x="10" y="6"/>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32" name="Google Shape;1332;p22"/>
              <p:cNvSpPr/>
              <p:nvPr/>
            </p:nvSpPr>
            <p:spPr>
              <a:xfrm>
                <a:off x="5322324" y="426109"/>
                <a:ext cx="903645" cy="336732"/>
              </a:xfrm>
              <a:custGeom>
                <a:rect b="b" l="l" r="r" t="t"/>
                <a:pathLst>
                  <a:path extrusionOk="0" h="158" w="424">
                    <a:moveTo>
                      <a:pt x="419" y="0"/>
                    </a:moveTo>
                    <a:lnTo>
                      <a:pt x="419" y="51"/>
                    </a:lnTo>
                    <a:lnTo>
                      <a:pt x="388" y="82"/>
                    </a:lnTo>
                    <a:lnTo>
                      <a:pt x="72" y="82"/>
                    </a:lnTo>
                    <a:lnTo>
                      <a:pt x="0" y="154"/>
                    </a:lnTo>
                    <a:lnTo>
                      <a:pt x="3" y="158"/>
                    </a:lnTo>
                    <a:lnTo>
                      <a:pt x="74" y="86"/>
                    </a:lnTo>
                    <a:lnTo>
                      <a:pt x="390" y="86"/>
                    </a:lnTo>
                    <a:lnTo>
                      <a:pt x="424" y="53"/>
                    </a:lnTo>
                    <a:lnTo>
                      <a:pt x="424" y="0"/>
                    </a:lnTo>
                    <a:lnTo>
                      <a:pt x="419" y="0"/>
                    </a:lnTo>
                    <a:lnTo>
                      <a:pt x="419"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333" name="Google Shape;1333;p22"/>
            <p:cNvGrpSpPr/>
            <p:nvPr/>
          </p:nvGrpSpPr>
          <p:grpSpPr>
            <a:xfrm>
              <a:off x="8640108" y="293107"/>
              <a:ext cx="1064856" cy="813093"/>
              <a:chOff x="3843246" y="357910"/>
              <a:chExt cx="667078" cy="509361"/>
            </a:xfrm>
          </p:grpSpPr>
          <p:sp>
            <p:nvSpPr>
              <p:cNvPr id="1334" name="Google Shape;1334;p22"/>
              <p:cNvSpPr/>
              <p:nvPr/>
            </p:nvSpPr>
            <p:spPr>
              <a:xfrm>
                <a:off x="3870952" y="385616"/>
                <a:ext cx="626584" cy="471000"/>
              </a:xfrm>
              <a:custGeom>
                <a:rect b="b" l="l" r="r" t="t"/>
                <a:pathLst>
                  <a:path extrusionOk="0" h="221" w="294">
                    <a:moveTo>
                      <a:pt x="290" y="0"/>
                    </a:moveTo>
                    <a:lnTo>
                      <a:pt x="290" y="78"/>
                    </a:lnTo>
                    <a:lnTo>
                      <a:pt x="151" y="217"/>
                    </a:lnTo>
                    <a:lnTo>
                      <a:pt x="0" y="217"/>
                    </a:lnTo>
                    <a:lnTo>
                      <a:pt x="0" y="221"/>
                    </a:lnTo>
                    <a:lnTo>
                      <a:pt x="153" y="221"/>
                    </a:lnTo>
                    <a:lnTo>
                      <a:pt x="294" y="80"/>
                    </a:lnTo>
                    <a:lnTo>
                      <a:pt x="294" y="0"/>
                    </a:lnTo>
                    <a:lnTo>
                      <a:pt x="290" y="0"/>
                    </a:lnTo>
                    <a:lnTo>
                      <a:pt x="29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35" name="Google Shape;1335;p22"/>
              <p:cNvSpPr/>
              <p:nvPr/>
            </p:nvSpPr>
            <p:spPr>
              <a:xfrm>
                <a:off x="3843246" y="835302"/>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5"/>
                      <a:pt x="5"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36" name="Google Shape;1336;p22"/>
              <p:cNvSpPr/>
              <p:nvPr/>
            </p:nvSpPr>
            <p:spPr>
              <a:xfrm>
                <a:off x="4478354" y="357910"/>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6"/>
                      <a:pt x="5" y="4"/>
                      <a:pt x="7" y="4"/>
                    </a:cubicBezTo>
                    <a:cubicBezTo>
                      <a:pt x="9" y="4"/>
                      <a:pt x="10" y="6"/>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337" name="Google Shape;1337;p22"/>
            <p:cNvGrpSpPr/>
            <p:nvPr/>
          </p:nvGrpSpPr>
          <p:grpSpPr>
            <a:xfrm>
              <a:off x="7584293" y="-505753"/>
              <a:ext cx="1337026" cy="826702"/>
              <a:chOff x="3456389" y="106431"/>
              <a:chExt cx="837578" cy="517886"/>
            </a:xfrm>
          </p:grpSpPr>
          <p:sp>
            <p:nvSpPr>
              <p:cNvPr id="1338" name="Google Shape;1338;p22"/>
              <p:cNvSpPr/>
              <p:nvPr/>
            </p:nvSpPr>
            <p:spPr>
              <a:xfrm>
                <a:off x="3456389" y="594480"/>
                <a:ext cx="31969" cy="29837"/>
              </a:xfrm>
              <a:custGeom>
                <a:rect b="b" l="l" r="r" t="t"/>
                <a:pathLst>
                  <a:path extrusionOk="0" h="14" w="14">
                    <a:moveTo>
                      <a:pt x="12" y="7"/>
                    </a:moveTo>
                    <a:cubicBezTo>
                      <a:pt x="10" y="7"/>
                      <a:pt x="10" y="7"/>
                      <a:pt x="10" y="7"/>
                    </a:cubicBezTo>
                    <a:cubicBezTo>
                      <a:pt x="10" y="8"/>
                      <a:pt x="9" y="10"/>
                      <a:pt x="7" y="10"/>
                    </a:cubicBezTo>
                    <a:cubicBezTo>
                      <a:pt x="5" y="10"/>
                      <a:pt x="4" y="8"/>
                      <a:pt x="4" y="7"/>
                    </a:cubicBezTo>
                    <a:cubicBezTo>
                      <a:pt x="4" y="5"/>
                      <a:pt x="5"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39" name="Google Shape;1339;p22"/>
              <p:cNvSpPr/>
              <p:nvPr/>
            </p:nvSpPr>
            <p:spPr>
              <a:xfrm>
                <a:off x="3477701" y="106431"/>
                <a:ext cx="816266" cy="498704"/>
              </a:xfrm>
              <a:custGeom>
                <a:rect b="b" l="l" r="r" t="t"/>
                <a:pathLst>
                  <a:path extrusionOk="0" h="234" w="383">
                    <a:moveTo>
                      <a:pt x="379" y="0"/>
                    </a:moveTo>
                    <a:lnTo>
                      <a:pt x="379" y="106"/>
                    </a:lnTo>
                    <a:lnTo>
                      <a:pt x="301" y="185"/>
                    </a:lnTo>
                    <a:lnTo>
                      <a:pt x="46" y="185"/>
                    </a:lnTo>
                    <a:lnTo>
                      <a:pt x="0" y="231"/>
                    </a:lnTo>
                    <a:lnTo>
                      <a:pt x="3" y="234"/>
                    </a:lnTo>
                    <a:lnTo>
                      <a:pt x="47" y="190"/>
                    </a:lnTo>
                    <a:lnTo>
                      <a:pt x="302" y="190"/>
                    </a:lnTo>
                    <a:lnTo>
                      <a:pt x="383" y="108"/>
                    </a:lnTo>
                    <a:lnTo>
                      <a:pt x="383" y="0"/>
                    </a:lnTo>
                    <a:lnTo>
                      <a:pt x="379" y="0"/>
                    </a:lnTo>
                    <a:lnTo>
                      <a:pt x="379"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340" name="Google Shape;1340;p22"/>
            <p:cNvGrpSpPr/>
            <p:nvPr/>
          </p:nvGrpSpPr>
          <p:grpSpPr>
            <a:xfrm flipH="1">
              <a:off x="1167078" y="4735898"/>
              <a:ext cx="619332" cy="1338013"/>
              <a:chOff x="6850421" y="775628"/>
              <a:chExt cx="398541" cy="861012"/>
            </a:xfrm>
          </p:grpSpPr>
          <p:sp>
            <p:nvSpPr>
              <p:cNvPr id="1341" name="Google Shape;1341;p22"/>
              <p:cNvSpPr/>
              <p:nvPr/>
            </p:nvSpPr>
            <p:spPr>
              <a:xfrm>
                <a:off x="6850421" y="1604672"/>
                <a:ext cx="34100" cy="31969"/>
              </a:xfrm>
              <a:custGeom>
                <a:rect b="b" l="l" r="r" t="t"/>
                <a:pathLst>
                  <a:path extrusionOk="0" h="15" w="15">
                    <a:moveTo>
                      <a:pt x="13" y="8"/>
                    </a:moveTo>
                    <a:cubicBezTo>
                      <a:pt x="11" y="8"/>
                      <a:pt x="11" y="8"/>
                      <a:pt x="11" y="8"/>
                    </a:cubicBezTo>
                    <a:cubicBezTo>
                      <a:pt x="11" y="9"/>
                      <a:pt x="9" y="11"/>
                      <a:pt x="7" y="11"/>
                    </a:cubicBezTo>
                    <a:cubicBezTo>
                      <a:pt x="6" y="11"/>
                      <a:pt x="4" y="9"/>
                      <a:pt x="4" y="8"/>
                    </a:cubicBezTo>
                    <a:cubicBezTo>
                      <a:pt x="4" y="6"/>
                      <a:pt x="6" y="4"/>
                      <a:pt x="7" y="4"/>
                    </a:cubicBezTo>
                    <a:cubicBezTo>
                      <a:pt x="9" y="4"/>
                      <a:pt x="11" y="6"/>
                      <a:pt x="11" y="8"/>
                    </a:cubicBezTo>
                    <a:cubicBezTo>
                      <a:pt x="13" y="8"/>
                      <a:pt x="13" y="8"/>
                      <a:pt x="13" y="8"/>
                    </a:cubicBezTo>
                    <a:cubicBezTo>
                      <a:pt x="15" y="8"/>
                      <a:pt x="15" y="8"/>
                      <a:pt x="15" y="8"/>
                    </a:cubicBezTo>
                    <a:cubicBezTo>
                      <a:pt x="15" y="4"/>
                      <a:pt x="11" y="0"/>
                      <a:pt x="7" y="0"/>
                    </a:cubicBezTo>
                    <a:cubicBezTo>
                      <a:pt x="3" y="0"/>
                      <a:pt x="0" y="4"/>
                      <a:pt x="0" y="8"/>
                    </a:cubicBezTo>
                    <a:cubicBezTo>
                      <a:pt x="0" y="12"/>
                      <a:pt x="3" y="15"/>
                      <a:pt x="7" y="15"/>
                    </a:cubicBezTo>
                    <a:cubicBezTo>
                      <a:pt x="11" y="15"/>
                      <a:pt x="15" y="12"/>
                      <a:pt x="15" y="8"/>
                    </a:cubicBezTo>
                    <a:lnTo>
                      <a:pt x="13"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42" name="Google Shape;1342;p22"/>
              <p:cNvSpPr/>
              <p:nvPr/>
            </p:nvSpPr>
            <p:spPr>
              <a:xfrm>
                <a:off x="7138138" y="775628"/>
                <a:ext cx="31969" cy="31969"/>
              </a:xfrm>
              <a:custGeom>
                <a:rect b="b" l="l" r="r" t="t"/>
                <a:pathLst>
                  <a:path extrusionOk="0" h="14" w="14">
                    <a:moveTo>
                      <a:pt x="12" y="7"/>
                    </a:moveTo>
                    <a:cubicBezTo>
                      <a:pt x="10" y="7"/>
                      <a:pt x="10" y="7"/>
                      <a:pt x="10" y="7"/>
                    </a:cubicBezTo>
                    <a:cubicBezTo>
                      <a:pt x="10" y="9"/>
                      <a:pt x="9" y="10"/>
                      <a:pt x="7" y="10"/>
                    </a:cubicBezTo>
                    <a:cubicBezTo>
                      <a:pt x="6" y="10"/>
                      <a:pt x="4" y="9"/>
                      <a:pt x="4" y="7"/>
                    </a:cubicBezTo>
                    <a:cubicBezTo>
                      <a:pt x="4" y="5"/>
                      <a:pt x="6"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43" name="Google Shape;1343;p22"/>
              <p:cNvSpPr/>
              <p:nvPr/>
            </p:nvSpPr>
            <p:spPr>
              <a:xfrm>
                <a:off x="6861077" y="794810"/>
                <a:ext cx="387885" cy="814124"/>
              </a:xfrm>
              <a:custGeom>
                <a:rect b="b" l="l" r="r" t="t"/>
                <a:pathLst>
                  <a:path extrusionOk="0" h="382" w="182">
                    <a:moveTo>
                      <a:pt x="5" y="382"/>
                    </a:moveTo>
                    <a:lnTo>
                      <a:pt x="5" y="306"/>
                    </a:lnTo>
                    <a:lnTo>
                      <a:pt x="79" y="231"/>
                    </a:lnTo>
                    <a:lnTo>
                      <a:pt x="146" y="231"/>
                    </a:lnTo>
                    <a:lnTo>
                      <a:pt x="182" y="194"/>
                    </a:lnTo>
                    <a:lnTo>
                      <a:pt x="182" y="40"/>
                    </a:lnTo>
                    <a:lnTo>
                      <a:pt x="142" y="0"/>
                    </a:lnTo>
                    <a:lnTo>
                      <a:pt x="140" y="3"/>
                    </a:lnTo>
                    <a:lnTo>
                      <a:pt x="178" y="42"/>
                    </a:lnTo>
                    <a:lnTo>
                      <a:pt x="178" y="192"/>
                    </a:lnTo>
                    <a:lnTo>
                      <a:pt x="143" y="227"/>
                    </a:lnTo>
                    <a:lnTo>
                      <a:pt x="78" y="227"/>
                    </a:lnTo>
                    <a:lnTo>
                      <a:pt x="0" y="304"/>
                    </a:lnTo>
                    <a:lnTo>
                      <a:pt x="0" y="382"/>
                    </a:lnTo>
                    <a:lnTo>
                      <a:pt x="5" y="382"/>
                    </a:lnTo>
                    <a:lnTo>
                      <a:pt x="5" y="38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344" name="Google Shape;1344;p22"/>
            <p:cNvGrpSpPr/>
            <p:nvPr/>
          </p:nvGrpSpPr>
          <p:grpSpPr>
            <a:xfrm>
              <a:off x="-527805" y="2963157"/>
              <a:ext cx="1064856" cy="813093"/>
              <a:chOff x="3843246" y="357910"/>
              <a:chExt cx="667078" cy="509361"/>
            </a:xfrm>
          </p:grpSpPr>
          <p:sp>
            <p:nvSpPr>
              <p:cNvPr id="1345" name="Google Shape;1345;p22"/>
              <p:cNvSpPr/>
              <p:nvPr/>
            </p:nvSpPr>
            <p:spPr>
              <a:xfrm>
                <a:off x="3870952" y="385616"/>
                <a:ext cx="626584" cy="471000"/>
              </a:xfrm>
              <a:custGeom>
                <a:rect b="b" l="l" r="r" t="t"/>
                <a:pathLst>
                  <a:path extrusionOk="0" h="221" w="294">
                    <a:moveTo>
                      <a:pt x="290" y="0"/>
                    </a:moveTo>
                    <a:lnTo>
                      <a:pt x="290" y="78"/>
                    </a:lnTo>
                    <a:lnTo>
                      <a:pt x="151" y="217"/>
                    </a:lnTo>
                    <a:lnTo>
                      <a:pt x="0" y="217"/>
                    </a:lnTo>
                    <a:lnTo>
                      <a:pt x="0" y="221"/>
                    </a:lnTo>
                    <a:lnTo>
                      <a:pt x="153" y="221"/>
                    </a:lnTo>
                    <a:lnTo>
                      <a:pt x="294" y="80"/>
                    </a:lnTo>
                    <a:lnTo>
                      <a:pt x="294" y="0"/>
                    </a:lnTo>
                    <a:lnTo>
                      <a:pt x="290" y="0"/>
                    </a:lnTo>
                    <a:lnTo>
                      <a:pt x="29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46" name="Google Shape;1346;p22"/>
              <p:cNvSpPr/>
              <p:nvPr/>
            </p:nvSpPr>
            <p:spPr>
              <a:xfrm>
                <a:off x="3843246" y="835302"/>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5"/>
                      <a:pt x="5"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47" name="Google Shape;1347;p22"/>
              <p:cNvSpPr/>
              <p:nvPr/>
            </p:nvSpPr>
            <p:spPr>
              <a:xfrm>
                <a:off x="4478354" y="357910"/>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6"/>
                      <a:pt x="5" y="4"/>
                      <a:pt x="7" y="4"/>
                    </a:cubicBezTo>
                    <a:cubicBezTo>
                      <a:pt x="9" y="4"/>
                      <a:pt x="10" y="6"/>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1348" name="Google Shape;1348;p22"/>
          <p:cNvGrpSpPr/>
          <p:nvPr/>
        </p:nvGrpSpPr>
        <p:grpSpPr>
          <a:xfrm flipH="1" rot="10800000">
            <a:off x="160162" y="195511"/>
            <a:ext cx="8848706" cy="4568938"/>
            <a:chOff x="160162" y="293088"/>
            <a:chExt cx="8848706" cy="4568938"/>
          </a:xfrm>
        </p:grpSpPr>
        <p:grpSp>
          <p:nvGrpSpPr>
            <p:cNvPr id="1349" name="Google Shape;1349;p22"/>
            <p:cNvGrpSpPr/>
            <p:nvPr/>
          </p:nvGrpSpPr>
          <p:grpSpPr>
            <a:xfrm>
              <a:off x="284763" y="3887075"/>
              <a:ext cx="130200" cy="126125"/>
              <a:chOff x="3935725" y="167575"/>
              <a:chExt cx="130200" cy="126125"/>
            </a:xfrm>
          </p:grpSpPr>
          <p:sp>
            <p:nvSpPr>
              <p:cNvPr id="1350" name="Google Shape;1350;p22"/>
              <p:cNvSpPr/>
              <p:nvPr/>
            </p:nvSpPr>
            <p:spPr>
              <a:xfrm>
                <a:off x="3935725" y="167575"/>
                <a:ext cx="65100" cy="56400"/>
              </a:xfrm>
              <a:prstGeom prst="hexagon">
                <a:avLst>
                  <a:gd fmla="val 25000" name="adj"/>
                  <a:gd fmla="val 115470" name="vf"/>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351" name="Google Shape;1351;p22"/>
              <p:cNvSpPr/>
              <p:nvPr/>
            </p:nvSpPr>
            <p:spPr>
              <a:xfrm>
                <a:off x="4000825" y="201775"/>
                <a:ext cx="65100" cy="56400"/>
              </a:xfrm>
              <a:prstGeom prst="hexagon">
                <a:avLst>
                  <a:gd fmla="val 25000" name="adj"/>
                  <a:gd fmla="val 115470" name="vf"/>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352" name="Google Shape;1352;p22"/>
              <p:cNvSpPr/>
              <p:nvPr/>
            </p:nvSpPr>
            <p:spPr>
              <a:xfrm>
                <a:off x="3935725" y="237300"/>
                <a:ext cx="65100" cy="56400"/>
              </a:xfrm>
              <a:prstGeom prst="hexagon">
                <a:avLst>
                  <a:gd fmla="val 25000" name="adj"/>
                  <a:gd fmla="val 115470" name="vf"/>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1353" name="Google Shape;1353;p22"/>
            <p:cNvGrpSpPr/>
            <p:nvPr/>
          </p:nvGrpSpPr>
          <p:grpSpPr>
            <a:xfrm>
              <a:off x="2122263" y="4735900"/>
              <a:ext cx="130200" cy="126125"/>
              <a:chOff x="3935725" y="167575"/>
              <a:chExt cx="130200" cy="126125"/>
            </a:xfrm>
          </p:grpSpPr>
          <p:sp>
            <p:nvSpPr>
              <p:cNvPr id="1354" name="Google Shape;1354;p22"/>
              <p:cNvSpPr/>
              <p:nvPr/>
            </p:nvSpPr>
            <p:spPr>
              <a:xfrm>
                <a:off x="3935725" y="167575"/>
                <a:ext cx="65100" cy="564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355" name="Google Shape;1355;p22"/>
              <p:cNvSpPr/>
              <p:nvPr/>
            </p:nvSpPr>
            <p:spPr>
              <a:xfrm>
                <a:off x="4000825" y="201775"/>
                <a:ext cx="65100" cy="564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356" name="Google Shape;1356;p22"/>
              <p:cNvSpPr/>
              <p:nvPr/>
            </p:nvSpPr>
            <p:spPr>
              <a:xfrm>
                <a:off x="3935725" y="237300"/>
                <a:ext cx="65100" cy="564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1357" name="Google Shape;1357;p22"/>
            <p:cNvGrpSpPr/>
            <p:nvPr/>
          </p:nvGrpSpPr>
          <p:grpSpPr>
            <a:xfrm>
              <a:off x="8733395" y="4269816"/>
              <a:ext cx="101875" cy="134875"/>
              <a:chOff x="3928495" y="333391"/>
              <a:chExt cx="101875" cy="134875"/>
            </a:xfrm>
          </p:grpSpPr>
          <p:grpSp>
            <p:nvGrpSpPr>
              <p:cNvPr id="1358" name="Google Shape;1358;p22"/>
              <p:cNvGrpSpPr/>
              <p:nvPr/>
            </p:nvGrpSpPr>
            <p:grpSpPr>
              <a:xfrm>
                <a:off x="3928495" y="379241"/>
                <a:ext cx="44700" cy="42600"/>
                <a:chOff x="3928495" y="379241"/>
                <a:chExt cx="44700" cy="42600"/>
              </a:xfrm>
            </p:grpSpPr>
            <p:sp>
              <p:nvSpPr>
                <p:cNvPr id="1359" name="Google Shape;1359;p22"/>
                <p:cNvSpPr/>
                <p:nvPr/>
              </p:nvSpPr>
              <p:spPr>
                <a:xfrm>
                  <a:off x="3928495" y="396272"/>
                  <a:ext cx="44700" cy="81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60" name="Google Shape;1360;p22"/>
                <p:cNvSpPr/>
                <p:nvPr/>
              </p:nvSpPr>
              <p:spPr>
                <a:xfrm>
                  <a:off x="3946802" y="379241"/>
                  <a:ext cx="8100" cy="426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361" name="Google Shape;1361;p22"/>
              <p:cNvGrpSpPr/>
              <p:nvPr/>
            </p:nvGrpSpPr>
            <p:grpSpPr>
              <a:xfrm>
                <a:off x="3985670" y="425666"/>
                <a:ext cx="44700" cy="42600"/>
                <a:chOff x="3928495" y="379241"/>
                <a:chExt cx="44700" cy="42600"/>
              </a:xfrm>
            </p:grpSpPr>
            <p:sp>
              <p:nvSpPr>
                <p:cNvPr id="1362" name="Google Shape;1362;p22"/>
                <p:cNvSpPr/>
                <p:nvPr/>
              </p:nvSpPr>
              <p:spPr>
                <a:xfrm>
                  <a:off x="3928495" y="396272"/>
                  <a:ext cx="44700" cy="81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63" name="Google Shape;1363;p22"/>
                <p:cNvSpPr/>
                <p:nvPr/>
              </p:nvSpPr>
              <p:spPr>
                <a:xfrm>
                  <a:off x="3946802" y="379241"/>
                  <a:ext cx="8100" cy="426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364" name="Google Shape;1364;p22"/>
              <p:cNvGrpSpPr/>
              <p:nvPr/>
            </p:nvGrpSpPr>
            <p:grpSpPr>
              <a:xfrm>
                <a:off x="3985670" y="333391"/>
                <a:ext cx="44700" cy="42600"/>
                <a:chOff x="3928495" y="379241"/>
                <a:chExt cx="44700" cy="42600"/>
              </a:xfrm>
            </p:grpSpPr>
            <p:sp>
              <p:nvSpPr>
                <p:cNvPr id="1365" name="Google Shape;1365;p22"/>
                <p:cNvSpPr/>
                <p:nvPr/>
              </p:nvSpPr>
              <p:spPr>
                <a:xfrm>
                  <a:off x="3928495" y="396272"/>
                  <a:ext cx="44700" cy="81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66" name="Google Shape;1366;p22"/>
                <p:cNvSpPr/>
                <p:nvPr/>
              </p:nvSpPr>
              <p:spPr>
                <a:xfrm>
                  <a:off x="3946802" y="379241"/>
                  <a:ext cx="8100" cy="426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1367" name="Google Shape;1367;p22"/>
            <p:cNvGrpSpPr/>
            <p:nvPr/>
          </p:nvGrpSpPr>
          <p:grpSpPr>
            <a:xfrm>
              <a:off x="8559792" y="2929787"/>
              <a:ext cx="449076" cy="119073"/>
              <a:chOff x="7108302" y="2550931"/>
              <a:chExt cx="281323" cy="74593"/>
            </a:xfrm>
          </p:grpSpPr>
          <p:sp>
            <p:nvSpPr>
              <p:cNvPr id="1368" name="Google Shape;1368;p22"/>
              <p:cNvSpPr/>
              <p:nvPr/>
            </p:nvSpPr>
            <p:spPr>
              <a:xfrm>
                <a:off x="7347000" y="2550931"/>
                <a:ext cx="42625" cy="74593"/>
              </a:xfrm>
              <a:custGeom>
                <a:rect b="b" l="l" r="r" t="t"/>
                <a:pathLst>
                  <a:path extrusionOk="0" h="35" w="2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69" name="Google Shape;1369;p22"/>
              <p:cNvSpPr/>
              <p:nvPr/>
            </p:nvSpPr>
            <p:spPr>
              <a:xfrm>
                <a:off x="7285195" y="2550931"/>
                <a:ext cx="44757" cy="74593"/>
              </a:xfrm>
              <a:custGeom>
                <a:rect b="b" l="l" r="r" t="t"/>
                <a:pathLst>
                  <a:path extrusionOk="0" h="35" w="21">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70" name="Google Shape;1370;p22"/>
              <p:cNvSpPr/>
              <p:nvPr/>
            </p:nvSpPr>
            <p:spPr>
              <a:xfrm>
                <a:off x="7227651" y="2550931"/>
                <a:ext cx="42625" cy="74593"/>
              </a:xfrm>
              <a:custGeom>
                <a:rect b="b" l="l" r="r" t="t"/>
                <a:pathLst>
                  <a:path extrusionOk="0" h="35" w="2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71" name="Google Shape;1371;p22"/>
              <p:cNvSpPr/>
              <p:nvPr/>
            </p:nvSpPr>
            <p:spPr>
              <a:xfrm>
                <a:off x="7170108" y="2550931"/>
                <a:ext cx="42625" cy="74593"/>
              </a:xfrm>
              <a:custGeom>
                <a:rect b="b" l="l" r="r" t="t"/>
                <a:pathLst>
                  <a:path extrusionOk="0" h="35" w="2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72" name="Google Shape;1372;p22"/>
              <p:cNvSpPr/>
              <p:nvPr/>
            </p:nvSpPr>
            <p:spPr>
              <a:xfrm>
                <a:off x="7108302" y="2550931"/>
                <a:ext cx="42625" cy="74593"/>
              </a:xfrm>
              <a:custGeom>
                <a:rect b="b" l="l" r="r" t="t"/>
                <a:pathLst>
                  <a:path extrusionOk="0" h="35" w="2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73" name="Google Shape;1373;p22"/>
              <p:cNvSpPr/>
              <p:nvPr/>
            </p:nvSpPr>
            <p:spPr>
              <a:xfrm>
                <a:off x="7347000" y="2550931"/>
                <a:ext cx="42625" cy="74593"/>
              </a:xfrm>
              <a:custGeom>
                <a:rect b="b" l="l" r="r" t="t"/>
                <a:pathLst>
                  <a:path extrusionOk="0" h="35" w="2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74" name="Google Shape;1374;p22"/>
              <p:cNvSpPr/>
              <p:nvPr/>
            </p:nvSpPr>
            <p:spPr>
              <a:xfrm>
                <a:off x="7285195" y="2550931"/>
                <a:ext cx="44757" cy="74593"/>
              </a:xfrm>
              <a:custGeom>
                <a:rect b="b" l="l" r="r" t="t"/>
                <a:pathLst>
                  <a:path extrusionOk="0" h="35" w="21">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75" name="Google Shape;1375;p22"/>
              <p:cNvSpPr/>
              <p:nvPr/>
            </p:nvSpPr>
            <p:spPr>
              <a:xfrm>
                <a:off x="7227651" y="2550931"/>
                <a:ext cx="42625" cy="74593"/>
              </a:xfrm>
              <a:custGeom>
                <a:rect b="b" l="l" r="r" t="t"/>
                <a:pathLst>
                  <a:path extrusionOk="0" h="35" w="2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76" name="Google Shape;1376;p22"/>
              <p:cNvSpPr/>
              <p:nvPr/>
            </p:nvSpPr>
            <p:spPr>
              <a:xfrm>
                <a:off x="7170108" y="2550931"/>
                <a:ext cx="42625" cy="74593"/>
              </a:xfrm>
              <a:custGeom>
                <a:rect b="b" l="l" r="r" t="t"/>
                <a:pathLst>
                  <a:path extrusionOk="0" h="35" w="2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77" name="Google Shape;1377;p22"/>
              <p:cNvSpPr/>
              <p:nvPr/>
            </p:nvSpPr>
            <p:spPr>
              <a:xfrm>
                <a:off x="7108302" y="2550931"/>
                <a:ext cx="42625" cy="74593"/>
              </a:xfrm>
              <a:custGeom>
                <a:rect b="b" l="l" r="r" t="t"/>
                <a:pathLst>
                  <a:path extrusionOk="0" h="35" w="2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378" name="Google Shape;1378;p22"/>
            <p:cNvGrpSpPr/>
            <p:nvPr/>
          </p:nvGrpSpPr>
          <p:grpSpPr>
            <a:xfrm>
              <a:off x="160162" y="1671187"/>
              <a:ext cx="445675" cy="119073"/>
              <a:chOff x="3578973" y="2550931"/>
              <a:chExt cx="279193" cy="74593"/>
            </a:xfrm>
          </p:grpSpPr>
          <p:sp>
            <p:nvSpPr>
              <p:cNvPr id="1379" name="Google Shape;1379;p22"/>
              <p:cNvSpPr/>
              <p:nvPr/>
            </p:nvSpPr>
            <p:spPr>
              <a:xfrm>
                <a:off x="3578973" y="2550931"/>
                <a:ext cx="42625" cy="74593"/>
              </a:xfrm>
              <a:custGeom>
                <a:rect b="b" l="l" r="r" t="t"/>
                <a:pathLst>
                  <a:path extrusionOk="0" h="35" w="20">
                    <a:moveTo>
                      <a:pt x="3" y="35"/>
                    </a:moveTo>
                    <a:lnTo>
                      <a:pt x="20" y="17"/>
                    </a:lnTo>
                    <a:lnTo>
                      <a:pt x="3" y="0"/>
                    </a:lnTo>
                    <a:lnTo>
                      <a:pt x="0" y="3"/>
                    </a:lnTo>
                    <a:lnTo>
                      <a:pt x="14"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80" name="Google Shape;1380;p22"/>
              <p:cNvSpPr/>
              <p:nvPr/>
            </p:nvSpPr>
            <p:spPr>
              <a:xfrm>
                <a:off x="3636518"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81" name="Google Shape;1381;p22"/>
              <p:cNvSpPr/>
              <p:nvPr/>
            </p:nvSpPr>
            <p:spPr>
              <a:xfrm>
                <a:off x="3698323" y="2550931"/>
                <a:ext cx="42625" cy="74593"/>
              </a:xfrm>
              <a:custGeom>
                <a:rect b="b" l="l" r="r" t="t"/>
                <a:pathLst>
                  <a:path extrusionOk="0" h="35" w="20">
                    <a:moveTo>
                      <a:pt x="2" y="35"/>
                    </a:moveTo>
                    <a:lnTo>
                      <a:pt x="20" y="17"/>
                    </a:lnTo>
                    <a:lnTo>
                      <a:pt x="2" y="0"/>
                    </a:lnTo>
                    <a:lnTo>
                      <a:pt x="0" y="3"/>
                    </a:lnTo>
                    <a:lnTo>
                      <a:pt x="13" y="17"/>
                    </a:lnTo>
                    <a:lnTo>
                      <a:pt x="0" y="32"/>
                    </a:lnTo>
                    <a:lnTo>
                      <a:pt x="2" y="35"/>
                    </a:lnTo>
                    <a:lnTo>
                      <a:pt x="2"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82" name="Google Shape;1382;p22"/>
              <p:cNvSpPr/>
              <p:nvPr/>
            </p:nvSpPr>
            <p:spPr>
              <a:xfrm>
                <a:off x="3755867"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83" name="Google Shape;1383;p22"/>
              <p:cNvSpPr/>
              <p:nvPr/>
            </p:nvSpPr>
            <p:spPr>
              <a:xfrm>
                <a:off x="3813410" y="2550931"/>
                <a:ext cx="44757" cy="74593"/>
              </a:xfrm>
              <a:custGeom>
                <a:rect b="b" l="l" r="r" t="t"/>
                <a:pathLst>
                  <a:path extrusionOk="0" h="35" w="21">
                    <a:moveTo>
                      <a:pt x="4" y="35"/>
                    </a:moveTo>
                    <a:lnTo>
                      <a:pt x="21" y="17"/>
                    </a:lnTo>
                    <a:lnTo>
                      <a:pt x="4" y="0"/>
                    </a:lnTo>
                    <a:lnTo>
                      <a:pt x="0" y="3"/>
                    </a:lnTo>
                    <a:lnTo>
                      <a:pt x="15" y="17"/>
                    </a:lnTo>
                    <a:lnTo>
                      <a:pt x="0" y="32"/>
                    </a:lnTo>
                    <a:lnTo>
                      <a:pt x="4" y="35"/>
                    </a:lnTo>
                    <a:lnTo>
                      <a:pt x="4"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84" name="Google Shape;1384;p22"/>
              <p:cNvSpPr/>
              <p:nvPr/>
            </p:nvSpPr>
            <p:spPr>
              <a:xfrm>
                <a:off x="3578973" y="2550931"/>
                <a:ext cx="42625" cy="74593"/>
              </a:xfrm>
              <a:custGeom>
                <a:rect b="b" l="l" r="r" t="t"/>
                <a:pathLst>
                  <a:path extrusionOk="0" h="35" w="20">
                    <a:moveTo>
                      <a:pt x="3" y="35"/>
                    </a:moveTo>
                    <a:lnTo>
                      <a:pt x="20" y="17"/>
                    </a:lnTo>
                    <a:lnTo>
                      <a:pt x="3" y="0"/>
                    </a:lnTo>
                    <a:lnTo>
                      <a:pt x="0" y="3"/>
                    </a:lnTo>
                    <a:lnTo>
                      <a:pt x="14"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85" name="Google Shape;1385;p22"/>
              <p:cNvSpPr/>
              <p:nvPr/>
            </p:nvSpPr>
            <p:spPr>
              <a:xfrm>
                <a:off x="3636518"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86" name="Google Shape;1386;p22"/>
              <p:cNvSpPr/>
              <p:nvPr/>
            </p:nvSpPr>
            <p:spPr>
              <a:xfrm>
                <a:off x="3698323" y="2550931"/>
                <a:ext cx="42625" cy="74593"/>
              </a:xfrm>
              <a:custGeom>
                <a:rect b="b" l="l" r="r" t="t"/>
                <a:pathLst>
                  <a:path extrusionOk="0" h="35" w="20">
                    <a:moveTo>
                      <a:pt x="2" y="35"/>
                    </a:moveTo>
                    <a:lnTo>
                      <a:pt x="20" y="17"/>
                    </a:lnTo>
                    <a:lnTo>
                      <a:pt x="2" y="0"/>
                    </a:lnTo>
                    <a:lnTo>
                      <a:pt x="0" y="3"/>
                    </a:lnTo>
                    <a:lnTo>
                      <a:pt x="13" y="17"/>
                    </a:lnTo>
                    <a:lnTo>
                      <a:pt x="0" y="32"/>
                    </a:lnTo>
                    <a:lnTo>
                      <a:pt x="2" y="35"/>
                    </a:lnTo>
                    <a:lnTo>
                      <a:pt x="2"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87" name="Google Shape;1387;p22"/>
              <p:cNvSpPr/>
              <p:nvPr/>
            </p:nvSpPr>
            <p:spPr>
              <a:xfrm>
                <a:off x="3755867"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88" name="Google Shape;1388;p22"/>
              <p:cNvSpPr/>
              <p:nvPr/>
            </p:nvSpPr>
            <p:spPr>
              <a:xfrm>
                <a:off x="3813410" y="2550931"/>
                <a:ext cx="44757" cy="74593"/>
              </a:xfrm>
              <a:custGeom>
                <a:rect b="b" l="l" r="r" t="t"/>
                <a:pathLst>
                  <a:path extrusionOk="0" h="35" w="21">
                    <a:moveTo>
                      <a:pt x="4" y="35"/>
                    </a:moveTo>
                    <a:lnTo>
                      <a:pt x="21" y="17"/>
                    </a:lnTo>
                    <a:lnTo>
                      <a:pt x="4" y="0"/>
                    </a:lnTo>
                    <a:lnTo>
                      <a:pt x="0" y="3"/>
                    </a:lnTo>
                    <a:lnTo>
                      <a:pt x="15" y="17"/>
                    </a:lnTo>
                    <a:lnTo>
                      <a:pt x="0" y="32"/>
                    </a:lnTo>
                    <a:lnTo>
                      <a:pt x="4" y="35"/>
                    </a:lnTo>
                    <a:lnTo>
                      <a:pt x="4"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389" name="Google Shape;1389;p22"/>
            <p:cNvGrpSpPr/>
            <p:nvPr/>
          </p:nvGrpSpPr>
          <p:grpSpPr>
            <a:xfrm>
              <a:off x="6988075" y="293088"/>
              <a:ext cx="130200" cy="126125"/>
              <a:chOff x="3935725" y="167575"/>
              <a:chExt cx="130200" cy="126125"/>
            </a:xfrm>
          </p:grpSpPr>
          <p:sp>
            <p:nvSpPr>
              <p:cNvPr id="1390" name="Google Shape;1390;p22"/>
              <p:cNvSpPr/>
              <p:nvPr/>
            </p:nvSpPr>
            <p:spPr>
              <a:xfrm>
                <a:off x="3935725" y="167575"/>
                <a:ext cx="65100" cy="56400"/>
              </a:xfrm>
              <a:prstGeom prst="hexagon">
                <a:avLst>
                  <a:gd fmla="val 25000" name="adj"/>
                  <a:gd fmla="val 115470" name="vf"/>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391" name="Google Shape;1391;p22"/>
              <p:cNvSpPr/>
              <p:nvPr/>
            </p:nvSpPr>
            <p:spPr>
              <a:xfrm>
                <a:off x="4000825" y="201775"/>
                <a:ext cx="65100" cy="56400"/>
              </a:xfrm>
              <a:prstGeom prst="hexagon">
                <a:avLst>
                  <a:gd fmla="val 25000" name="adj"/>
                  <a:gd fmla="val 115470" name="vf"/>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392" name="Google Shape;1392;p22"/>
              <p:cNvSpPr/>
              <p:nvPr/>
            </p:nvSpPr>
            <p:spPr>
              <a:xfrm>
                <a:off x="3935725" y="237300"/>
                <a:ext cx="65100" cy="56400"/>
              </a:xfrm>
              <a:prstGeom prst="hexagon">
                <a:avLst>
                  <a:gd fmla="val 25000" name="adj"/>
                  <a:gd fmla="val 115470" name="vf"/>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1393" name="Google Shape;1393;p22"/>
            <p:cNvGrpSpPr/>
            <p:nvPr/>
          </p:nvGrpSpPr>
          <p:grpSpPr>
            <a:xfrm>
              <a:off x="317888" y="2240200"/>
              <a:ext cx="130200" cy="126125"/>
              <a:chOff x="3935725" y="167575"/>
              <a:chExt cx="130200" cy="126125"/>
            </a:xfrm>
          </p:grpSpPr>
          <p:sp>
            <p:nvSpPr>
              <p:cNvPr id="1394" name="Google Shape;1394;p22"/>
              <p:cNvSpPr/>
              <p:nvPr/>
            </p:nvSpPr>
            <p:spPr>
              <a:xfrm>
                <a:off x="3935725" y="167575"/>
                <a:ext cx="65100" cy="564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395" name="Google Shape;1395;p22"/>
              <p:cNvSpPr/>
              <p:nvPr/>
            </p:nvSpPr>
            <p:spPr>
              <a:xfrm>
                <a:off x="4000825" y="201775"/>
                <a:ext cx="65100" cy="564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396" name="Google Shape;1396;p22"/>
              <p:cNvSpPr/>
              <p:nvPr/>
            </p:nvSpPr>
            <p:spPr>
              <a:xfrm>
                <a:off x="3935725" y="237300"/>
                <a:ext cx="65100" cy="564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397" name="Shape 1397"/>
        <p:cNvGrpSpPr/>
        <p:nvPr/>
      </p:nvGrpSpPr>
      <p:grpSpPr>
        <a:xfrm>
          <a:off x="0" y="0"/>
          <a:ext cx="0" cy="0"/>
          <a:chOff x="0" y="0"/>
          <a:chExt cx="0" cy="0"/>
        </a:xfrm>
      </p:grpSpPr>
      <p:pic>
        <p:nvPicPr>
          <p:cNvPr id="1398" name="Google Shape;1398;p23"/>
          <p:cNvPicPr preferRelativeResize="0"/>
          <p:nvPr/>
        </p:nvPicPr>
        <p:blipFill rotWithShape="1">
          <a:blip r:embed="rId2">
            <a:alphaModFix/>
          </a:blip>
          <a:srcRect b="901" l="0" r="990" t="0"/>
          <a:stretch/>
        </p:blipFill>
        <p:spPr>
          <a:xfrm>
            <a:off x="0" y="0"/>
            <a:ext cx="9144003" cy="5143500"/>
          </a:xfrm>
          <a:prstGeom prst="rect">
            <a:avLst/>
          </a:prstGeom>
          <a:noFill/>
          <a:ln>
            <a:noFill/>
          </a:ln>
        </p:spPr>
      </p:pic>
      <p:grpSp>
        <p:nvGrpSpPr>
          <p:cNvPr id="1399" name="Google Shape;1399;p23"/>
          <p:cNvGrpSpPr/>
          <p:nvPr/>
        </p:nvGrpSpPr>
        <p:grpSpPr>
          <a:xfrm>
            <a:off x="-995975" y="-1108125"/>
            <a:ext cx="11299300" cy="7403525"/>
            <a:chOff x="-995975" y="-1108125"/>
            <a:chExt cx="11299300" cy="7403525"/>
          </a:xfrm>
        </p:grpSpPr>
        <p:sp>
          <p:nvSpPr>
            <p:cNvPr id="1400" name="Google Shape;1400;p23"/>
            <p:cNvSpPr/>
            <p:nvPr/>
          </p:nvSpPr>
          <p:spPr>
            <a:xfrm>
              <a:off x="-512050" y="4669675"/>
              <a:ext cx="1417200" cy="10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401" name="Google Shape;1401;p23"/>
            <p:cNvSpPr/>
            <p:nvPr/>
          </p:nvSpPr>
          <p:spPr>
            <a:xfrm>
              <a:off x="-995975" y="4916110"/>
              <a:ext cx="1417200" cy="10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402" name="Google Shape;1402;p23"/>
            <p:cNvSpPr/>
            <p:nvPr/>
          </p:nvSpPr>
          <p:spPr>
            <a:xfrm>
              <a:off x="8886125" y="1153700"/>
              <a:ext cx="1417200" cy="10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403" name="Google Shape;1403;p23"/>
            <p:cNvSpPr/>
            <p:nvPr/>
          </p:nvSpPr>
          <p:spPr>
            <a:xfrm>
              <a:off x="8609550" y="1392375"/>
              <a:ext cx="1417200" cy="10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404" name="Google Shape;1404;p23"/>
            <p:cNvSpPr/>
            <p:nvPr/>
          </p:nvSpPr>
          <p:spPr>
            <a:xfrm rot="5400000">
              <a:off x="7085625" y="5533700"/>
              <a:ext cx="1417200" cy="10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405" name="Google Shape;1405;p23"/>
            <p:cNvSpPr/>
            <p:nvPr/>
          </p:nvSpPr>
          <p:spPr>
            <a:xfrm rot="5400000">
              <a:off x="1259775" y="-452625"/>
              <a:ext cx="1417200" cy="10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1406" name="Google Shape;1406;p23"/>
          <p:cNvGrpSpPr/>
          <p:nvPr/>
        </p:nvGrpSpPr>
        <p:grpSpPr>
          <a:xfrm>
            <a:off x="-790820" y="-32167"/>
            <a:ext cx="10389925" cy="4945602"/>
            <a:chOff x="-790820" y="-32167"/>
            <a:chExt cx="10389925" cy="4945602"/>
          </a:xfrm>
        </p:grpSpPr>
        <p:grpSp>
          <p:nvGrpSpPr>
            <p:cNvPr id="1407" name="Google Shape;1407;p23"/>
            <p:cNvGrpSpPr/>
            <p:nvPr/>
          </p:nvGrpSpPr>
          <p:grpSpPr>
            <a:xfrm rot="5400000">
              <a:off x="8563445" y="3974459"/>
              <a:ext cx="1064856" cy="813093"/>
              <a:chOff x="3843246" y="357910"/>
              <a:chExt cx="667078" cy="509361"/>
            </a:xfrm>
          </p:grpSpPr>
          <p:sp>
            <p:nvSpPr>
              <p:cNvPr id="1408" name="Google Shape;1408;p23"/>
              <p:cNvSpPr/>
              <p:nvPr/>
            </p:nvSpPr>
            <p:spPr>
              <a:xfrm>
                <a:off x="3870952" y="385616"/>
                <a:ext cx="626584" cy="471000"/>
              </a:xfrm>
              <a:custGeom>
                <a:rect b="b" l="l" r="r" t="t"/>
                <a:pathLst>
                  <a:path extrusionOk="0" h="221" w="294">
                    <a:moveTo>
                      <a:pt x="290" y="0"/>
                    </a:moveTo>
                    <a:lnTo>
                      <a:pt x="290" y="78"/>
                    </a:lnTo>
                    <a:lnTo>
                      <a:pt x="151" y="217"/>
                    </a:lnTo>
                    <a:lnTo>
                      <a:pt x="0" y="217"/>
                    </a:lnTo>
                    <a:lnTo>
                      <a:pt x="0" y="221"/>
                    </a:lnTo>
                    <a:lnTo>
                      <a:pt x="153" y="221"/>
                    </a:lnTo>
                    <a:lnTo>
                      <a:pt x="294" y="80"/>
                    </a:lnTo>
                    <a:lnTo>
                      <a:pt x="294" y="0"/>
                    </a:lnTo>
                    <a:lnTo>
                      <a:pt x="290" y="0"/>
                    </a:lnTo>
                    <a:lnTo>
                      <a:pt x="29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09" name="Google Shape;1409;p23"/>
              <p:cNvSpPr/>
              <p:nvPr/>
            </p:nvSpPr>
            <p:spPr>
              <a:xfrm>
                <a:off x="3843246" y="835302"/>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5"/>
                      <a:pt x="5"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10" name="Google Shape;1410;p23"/>
              <p:cNvSpPr/>
              <p:nvPr/>
            </p:nvSpPr>
            <p:spPr>
              <a:xfrm>
                <a:off x="4478354" y="357910"/>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6"/>
                      <a:pt x="5" y="4"/>
                      <a:pt x="7" y="4"/>
                    </a:cubicBezTo>
                    <a:cubicBezTo>
                      <a:pt x="9" y="4"/>
                      <a:pt x="10" y="6"/>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411" name="Google Shape;1411;p23"/>
            <p:cNvGrpSpPr/>
            <p:nvPr/>
          </p:nvGrpSpPr>
          <p:grpSpPr>
            <a:xfrm rot="5400000">
              <a:off x="8517242" y="3526701"/>
              <a:ext cx="1337026" cy="826702"/>
              <a:chOff x="3421261" y="191675"/>
              <a:chExt cx="837578" cy="517886"/>
            </a:xfrm>
          </p:grpSpPr>
          <p:sp>
            <p:nvSpPr>
              <p:cNvPr id="1412" name="Google Shape;1412;p23"/>
              <p:cNvSpPr/>
              <p:nvPr/>
            </p:nvSpPr>
            <p:spPr>
              <a:xfrm>
                <a:off x="3421261" y="679724"/>
                <a:ext cx="31969" cy="29837"/>
              </a:xfrm>
              <a:custGeom>
                <a:rect b="b" l="l" r="r" t="t"/>
                <a:pathLst>
                  <a:path extrusionOk="0" h="14" w="14">
                    <a:moveTo>
                      <a:pt x="12" y="7"/>
                    </a:moveTo>
                    <a:cubicBezTo>
                      <a:pt x="10" y="7"/>
                      <a:pt x="10" y="7"/>
                      <a:pt x="10" y="7"/>
                    </a:cubicBezTo>
                    <a:cubicBezTo>
                      <a:pt x="10" y="8"/>
                      <a:pt x="9" y="10"/>
                      <a:pt x="7" y="10"/>
                    </a:cubicBezTo>
                    <a:cubicBezTo>
                      <a:pt x="5" y="10"/>
                      <a:pt x="4" y="8"/>
                      <a:pt x="4" y="7"/>
                    </a:cubicBezTo>
                    <a:cubicBezTo>
                      <a:pt x="4" y="5"/>
                      <a:pt x="5"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13" name="Google Shape;1413;p23"/>
              <p:cNvSpPr/>
              <p:nvPr/>
            </p:nvSpPr>
            <p:spPr>
              <a:xfrm>
                <a:off x="3442573" y="191675"/>
                <a:ext cx="816266" cy="498704"/>
              </a:xfrm>
              <a:custGeom>
                <a:rect b="b" l="l" r="r" t="t"/>
                <a:pathLst>
                  <a:path extrusionOk="0" h="234" w="383">
                    <a:moveTo>
                      <a:pt x="379" y="0"/>
                    </a:moveTo>
                    <a:lnTo>
                      <a:pt x="379" y="106"/>
                    </a:lnTo>
                    <a:lnTo>
                      <a:pt x="301" y="185"/>
                    </a:lnTo>
                    <a:lnTo>
                      <a:pt x="46" y="185"/>
                    </a:lnTo>
                    <a:lnTo>
                      <a:pt x="0" y="231"/>
                    </a:lnTo>
                    <a:lnTo>
                      <a:pt x="3" y="234"/>
                    </a:lnTo>
                    <a:lnTo>
                      <a:pt x="47" y="190"/>
                    </a:lnTo>
                    <a:lnTo>
                      <a:pt x="302" y="190"/>
                    </a:lnTo>
                    <a:lnTo>
                      <a:pt x="383" y="108"/>
                    </a:lnTo>
                    <a:lnTo>
                      <a:pt x="383" y="0"/>
                    </a:lnTo>
                    <a:lnTo>
                      <a:pt x="379" y="0"/>
                    </a:lnTo>
                    <a:lnTo>
                      <a:pt x="379"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414" name="Google Shape;1414;p23"/>
            <p:cNvGrpSpPr/>
            <p:nvPr/>
          </p:nvGrpSpPr>
          <p:grpSpPr>
            <a:xfrm>
              <a:off x="-790820" y="-32167"/>
              <a:ext cx="2156910" cy="506908"/>
              <a:chOff x="4891825" y="3495059"/>
              <a:chExt cx="1351193" cy="317552"/>
            </a:xfrm>
          </p:grpSpPr>
          <p:sp>
            <p:nvSpPr>
              <p:cNvPr id="1415" name="Google Shape;1415;p23"/>
              <p:cNvSpPr/>
              <p:nvPr/>
            </p:nvSpPr>
            <p:spPr>
              <a:xfrm>
                <a:off x="6208918" y="3706050"/>
                <a:ext cx="34100" cy="31969"/>
              </a:xfrm>
              <a:custGeom>
                <a:rect b="b" l="l" r="r" t="t"/>
                <a:pathLst>
                  <a:path extrusionOk="0" h="15" w="15">
                    <a:moveTo>
                      <a:pt x="2" y="7"/>
                    </a:moveTo>
                    <a:cubicBezTo>
                      <a:pt x="4" y="7"/>
                      <a:pt x="4" y="7"/>
                      <a:pt x="4" y="7"/>
                    </a:cubicBezTo>
                    <a:cubicBezTo>
                      <a:pt x="4" y="6"/>
                      <a:pt x="6" y="4"/>
                      <a:pt x="8" y="4"/>
                    </a:cubicBezTo>
                    <a:cubicBezTo>
                      <a:pt x="9" y="4"/>
                      <a:pt x="11" y="6"/>
                      <a:pt x="11" y="7"/>
                    </a:cubicBezTo>
                    <a:cubicBezTo>
                      <a:pt x="11" y="9"/>
                      <a:pt x="9" y="11"/>
                      <a:pt x="8" y="11"/>
                    </a:cubicBezTo>
                    <a:cubicBezTo>
                      <a:pt x="6" y="11"/>
                      <a:pt x="4" y="9"/>
                      <a:pt x="4" y="7"/>
                    </a:cubicBezTo>
                    <a:cubicBezTo>
                      <a:pt x="2" y="7"/>
                      <a:pt x="2" y="7"/>
                      <a:pt x="2" y="7"/>
                    </a:cubicBezTo>
                    <a:cubicBezTo>
                      <a:pt x="0" y="7"/>
                      <a:pt x="0" y="7"/>
                      <a:pt x="0" y="7"/>
                    </a:cubicBezTo>
                    <a:cubicBezTo>
                      <a:pt x="0" y="11"/>
                      <a:pt x="4" y="15"/>
                      <a:pt x="8" y="15"/>
                    </a:cubicBezTo>
                    <a:cubicBezTo>
                      <a:pt x="12" y="15"/>
                      <a:pt x="15" y="11"/>
                      <a:pt x="15" y="7"/>
                    </a:cubicBezTo>
                    <a:cubicBezTo>
                      <a:pt x="15" y="3"/>
                      <a:pt x="12" y="0"/>
                      <a:pt x="8" y="0"/>
                    </a:cubicBezTo>
                    <a:cubicBezTo>
                      <a:pt x="4" y="0"/>
                      <a:pt x="0" y="3"/>
                      <a:pt x="0" y="7"/>
                    </a:cubicBezTo>
                    <a:lnTo>
                      <a:pt x="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16" name="Google Shape;1416;p23"/>
              <p:cNvSpPr/>
              <p:nvPr/>
            </p:nvSpPr>
            <p:spPr>
              <a:xfrm>
                <a:off x="4891825" y="3584575"/>
                <a:ext cx="29825" cy="29825"/>
              </a:xfrm>
              <a:custGeom>
                <a:rect b="b" l="l" r="r" t="t"/>
                <a:pathLst>
                  <a:path extrusionOk="0" h="14" w="15">
                    <a:moveTo>
                      <a:pt x="2" y="7"/>
                    </a:moveTo>
                    <a:cubicBezTo>
                      <a:pt x="4" y="7"/>
                      <a:pt x="4" y="7"/>
                      <a:pt x="4" y="7"/>
                    </a:cubicBezTo>
                    <a:cubicBezTo>
                      <a:pt x="4" y="5"/>
                      <a:pt x="6" y="4"/>
                      <a:pt x="7" y="4"/>
                    </a:cubicBezTo>
                    <a:cubicBezTo>
                      <a:pt x="9" y="4"/>
                      <a:pt x="11" y="5"/>
                      <a:pt x="11" y="7"/>
                    </a:cubicBezTo>
                    <a:cubicBezTo>
                      <a:pt x="11" y="9"/>
                      <a:pt x="9" y="10"/>
                      <a:pt x="7" y="10"/>
                    </a:cubicBezTo>
                    <a:cubicBezTo>
                      <a:pt x="6" y="10"/>
                      <a:pt x="4" y="9"/>
                      <a:pt x="4" y="7"/>
                    </a:cubicBezTo>
                    <a:cubicBezTo>
                      <a:pt x="2" y="7"/>
                      <a:pt x="2" y="7"/>
                      <a:pt x="2" y="7"/>
                    </a:cubicBezTo>
                    <a:cubicBezTo>
                      <a:pt x="0" y="7"/>
                      <a:pt x="0" y="7"/>
                      <a:pt x="0" y="7"/>
                    </a:cubicBezTo>
                    <a:cubicBezTo>
                      <a:pt x="0" y="11"/>
                      <a:pt x="3" y="14"/>
                      <a:pt x="7" y="14"/>
                    </a:cubicBezTo>
                    <a:cubicBezTo>
                      <a:pt x="11" y="14"/>
                      <a:pt x="15" y="11"/>
                      <a:pt x="15" y="7"/>
                    </a:cubicBezTo>
                    <a:cubicBezTo>
                      <a:pt x="15" y="3"/>
                      <a:pt x="11" y="0"/>
                      <a:pt x="7" y="0"/>
                    </a:cubicBezTo>
                    <a:cubicBezTo>
                      <a:pt x="3" y="0"/>
                      <a:pt x="0" y="3"/>
                      <a:pt x="0" y="7"/>
                    </a:cubicBezTo>
                    <a:lnTo>
                      <a:pt x="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17" name="Google Shape;1417;p23"/>
              <p:cNvSpPr/>
              <p:nvPr/>
            </p:nvSpPr>
            <p:spPr>
              <a:xfrm>
                <a:off x="4917389" y="3595227"/>
                <a:ext cx="1295792" cy="217384"/>
              </a:xfrm>
              <a:custGeom>
                <a:rect b="b" l="l" r="r" t="t"/>
                <a:pathLst>
                  <a:path extrusionOk="0" h="102" w="608">
                    <a:moveTo>
                      <a:pt x="0" y="4"/>
                    </a:moveTo>
                    <a:lnTo>
                      <a:pt x="207" y="4"/>
                    </a:lnTo>
                    <a:lnTo>
                      <a:pt x="305" y="102"/>
                    </a:lnTo>
                    <a:lnTo>
                      <a:pt x="498" y="102"/>
                    </a:lnTo>
                    <a:lnTo>
                      <a:pt x="539" y="61"/>
                    </a:lnTo>
                    <a:lnTo>
                      <a:pt x="608" y="61"/>
                    </a:lnTo>
                    <a:lnTo>
                      <a:pt x="608" y="57"/>
                    </a:lnTo>
                    <a:lnTo>
                      <a:pt x="537" y="57"/>
                    </a:lnTo>
                    <a:lnTo>
                      <a:pt x="497" y="98"/>
                    </a:lnTo>
                    <a:lnTo>
                      <a:pt x="307" y="98"/>
                    </a:lnTo>
                    <a:lnTo>
                      <a:pt x="210" y="0"/>
                    </a:lnTo>
                    <a:lnTo>
                      <a:pt x="0" y="0"/>
                    </a:lnTo>
                    <a:lnTo>
                      <a:pt x="0" y="4"/>
                    </a:lnTo>
                    <a:lnTo>
                      <a:pt x="0" y="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18" name="Google Shape;1418;p23"/>
              <p:cNvSpPr/>
              <p:nvPr/>
            </p:nvSpPr>
            <p:spPr>
              <a:xfrm>
                <a:off x="5933990" y="3716706"/>
                <a:ext cx="31969" cy="34099"/>
              </a:xfrm>
              <a:custGeom>
                <a:rect b="b" l="l" r="r" t="t"/>
                <a:pathLst>
                  <a:path extrusionOk="0" h="15" w="14">
                    <a:moveTo>
                      <a:pt x="2" y="8"/>
                    </a:moveTo>
                    <a:cubicBezTo>
                      <a:pt x="4" y="8"/>
                      <a:pt x="4" y="8"/>
                      <a:pt x="4" y="8"/>
                    </a:cubicBezTo>
                    <a:cubicBezTo>
                      <a:pt x="4" y="6"/>
                      <a:pt x="5" y="4"/>
                      <a:pt x="7" y="4"/>
                    </a:cubicBezTo>
                    <a:cubicBezTo>
                      <a:pt x="8" y="4"/>
                      <a:pt x="10" y="6"/>
                      <a:pt x="10" y="8"/>
                    </a:cubicBezTo>
                    <a:cubicBezTo>
                      <a:pt x="10" y="9"/>
                      <a:pt x="8" y="11"/>
                      <a:pt x="7" y="11"/>
                    </a:cubicBezTo>
                    <a:cubicBezTo>
                      <a:pt x="5" y="11"/>
                      <a:pt x="4" y="9"/>
                      <a:pt x="4" y="8"/>
                    </a:cubicBezTo>
                    <a:cubicBezTo>
                      <a:pt x="2" y="8"/>
                      <a:pt x="2" y="8"/>
                      <a:pt x="2" y="8"/>
                    </a:cubicBezTo>
                    <a:cubicBezTo>
                      <a:pt x="0" y="8"/>
                      <a:pt x="0" y="8"/>
                      <a:pt x="0" y="8"/>
                    </a:cubicBezTo>
                    <a:cubicBezTo>
                      <a:pt x="0" y="11"/>
                      <a:pt x="3" y="15"/>
                      <a:pt x="7" y="15"/>
                    </a:cubicBezTo>
                    <a:cubicBezTo>
                      <a:pt x="11" y="15"/>
                      <a:pt x="14" y="11"/>
                      <a:pt x="14" y="8"/>
                    </a:cubicBezTo>
                    <a:cubicBezTo>
                      <a:pt x="14" y="4"/>
                      <a:pt x="11" y="0"/>
                      <a:pt x="7" y="0"/>
                    </a:cubicBezTo>
                    <a:cubicBezTo>
                      <a:pt x="3" y="0"/>
                      <a:pt x="0" y="4"/>
                      <a:pt x="0" y="8"/>
                    </a:cubicBezTo>
                    <a:lnTo>
                      <a:pt x="2"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19" name="Google Shape;1419;p23"/>
              <p:cNvSpPr/>
              <p:nvPr/>
            </p:nvSpPr>
            <p:spPr>
              <a:xfrm>
                <a:off x="5286094" y="3495059"/>
                <a:ext cx="29837" cy="31969"/>
              </a:xfrm>
              <a:custGeom>
                <a:rect b="b" l="l" r="r" t="t"/>
                <a:pathLst>
                  <a:path extrusionOk="0" h="15" w="14">
                    <a:moveTo>
                      <a:pt x="2" y="8"/>
                    </a:moveTo>
                    <a:cubicBezTo>
                      <a:pt x="4" y="8"/>
                      <a:pt x="4" y="8"/>
                      <a:pt x="4" y="8"/>
                    </a:cubicBezTo>
                    <a:cubicBezTo>
                      <a:pt x="4" y="6"/>
                      <a:pt x="5" y="4"/>
                      <a:pt x="7" y="4"/>
                    </a:cubicBezTo>
                    <a:cubicBezTo>
                      <a:pt x="9" y="4"/>
                      <a:pt x="10" y="6"/>
                      <a:pt x="10" y="8"/>
                    </a:cubicBezTo>
                    <a:cubicBezTo>
                      <a:pt x="10" y="9"/>
                      <a:pt x="9" y="11"/>
                      <a:pt x="7" y="11"/>
                    </a:cubicBezTo>
                    <a:cubicBezTo>
                      <a:pt x="5" y="11"/>
                      <a:pt x="4" y="9"/>
                      <a:pt x="4" y="8"/>
                    </a:cubicBezTo>
                    <a:cubicBezTo>
                      <a:pt x="2" y="8"/>
                      <a:pt x="2" y="8"/>
                      <a:pt x="2" y="8"/>
                    </a:cubicBezTo>
                    <a:cubicBezTo>
                      <a:pt x="0" y="8"/>
                      <a:pt x="0" y="8"/>
                      <a:pt x="0" y="8"/>
                    </a:cubicBezTo>
                    <a:cubicBezTo>
                      <a:pt x="0" y="11"/>
                      <a:pt x="3" y="15"/>
                      <a:pt x="7" y="15"/>
                    </a:cubicBezTo>
                    <a:cubicBezTo>
                      <a:pt x="11" y="15"/>
                      <a:pt x="14" y="11"/>
                      <a:pt x="14" y="8"/>
                    </a:cubicBezTo>
                    <a:cubicBezTo>
                      <a:pt x="14" y="4"/>
                      <a:pt x="11" y="0"/>
                      <a:pt x="7" y="0"/>
                    </a:cubicBezTo>
                    <a:cubicBezTo>
                      <a:pt x="3" y="0"/>
                      <a:pt x="0" y="4"/>
                      <a:pt x="0" y="8"/>
                    </a:cubicBezTo>
                    <a:lnTo>
                      <a:pt x="2"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20" name="Google Shape;1420;p23"/>
              <p:cNvSpPr/>
              <p:nvPr/>
            </p:nvSpPr>
            <p:spPr>
              <a:xfrm>
                <a:off x="5311668" y="3507847"/>
                <a:ext cx="632979" cy="219516"/>
              </a:xfrm>
              <a:custGeom>
                <a:rect b="b" l="l" r="r" t="t"/>
                <a:pathLst>
                  <a:path extrusionOk="0" h="103" w="297">
                    <a:moveTo>
                      <a:pt x="0" y="4"/>
                    </a:moveTo>
                    <a:lnTo>
                      <a:pt x="39" y="4"/>
                    </a:lnTo>
                    <a:lnTo>
                      <a:pt x="115" y="79"/>
                    </a:lnTo>
                    <a:lnTo>
                      <a:pt x="270" y="79"/>
                    </a:lnTo>
                    <a:lnTo>
                      <a:pt x="294" y="103"/>
                    </a:lnTo>
                    <a:lnTo>
                      <a:pt x="297" y="100"/>
                    </a:lnTo>
                    <a:lnTo>
                      <a:pt x="272" y="75"/>
                    </a:lnTo>
                    <a:lnTo>
                      <a:pt x="117" y="75"/>
                    </a:lnTo>
                    <a:lnTo>
                      <a:pt x="41" y="0"/>
                    </a:lnTo>
                    <a:lnTo>
                      <a:pt x="0" y="0"/>
                    </a:lnTo>
                    <a:lnTo>
                      <a:pt x="0" y="4"/>
                    </a:lnTo>
                    <a:lnTo>
                      <a:pt x="0" y="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421" name="Google Shape;1421;p23"/>
            <p:cNvGrpSpPr/>
            <p:nvPr/>
          </p:nvGrpSpPr>
          <p:grpSpPr>
            <a:xfrm rot="-5400000">
              <a:off x="-205329" y="3557422"/>
              <a:ext cx="204128" cy="1115878"/>
              <a:chOff x="6605329" y="191675"/>
              <a:chExt cx="127876" cy="699040"/>
            </a:xfrm>
          </p:grpSpPr>
          <p:sp>
            <p:nvSpPr>
              <p:cNvPr id="1422" name="Google Shape;1422;p23"/>
              <p:cNvSpPr/>
              <p:nvPr/>
            </p:nvSpPr>
            <p:spPr>
              <a:xfrm>
                <a:off x="6701235" y="858746"/>
                <a:ext cx="31969" cy="31969"/>
              </a:xfrm>
              <a:custGeom>
                <a:rect b="b" l="l" r="r" t="t"/>
                <a:pathLst>
                  <a:path extrusionOk="0" h="14" w="15">
                    <a:moveTo>
                      <a:pt x="13" y="7"/>
                    </a:moveTo>
                    <a:cubicBezTo>
                      <a:pt x="11" y="7"/>
                      <a:pt x="11" y="7"/>
                      <a:pt x="11" y="7"/>
                    </a:cubicBezTo>
                    <a:cubicBezTo>
                      <a:pt x="11" y="9"/>
                      <a:pt x="9" y="10"/>
                      <a:pt x="7" y="10"/>
                    </a:cubicBezTo>
                    <a:cubicBezTo>
                      <a:pt x="6" y="10"/>
                      <a:pt x="4" y="9"/>
                      <a:pt x="4" y="7"/>
                    </a:cubicBezTo>
                    <a:cubicBezTo>
                      <a:pt x="4" y="5"/>
                      <a:pt x="6" y="4"/>
                      <a:pt x="7" y="4"/>
                    </a:cubicBezTo>
                    <a:cubicBezTo>
                      <a:pt x="9" y="4"/>
                      <a:pt x="11" y="5"/>
                      <a:pt x="11" y="7"/>
                    </a:cubicBezTo>
                    <a:cubicBezTo>
                      <a:pt x="13" y="7"/>
                      <a:pt x="13" y="7"/>
                      <a:pt x="13" y="7"/>
                    </a:cubicBezTo>
                    <a:cubicBezTo>
                      <a:pt x="15" y="7"/>
                      <a:pt x="15" y="7"/>
                      <a:pt x="15" y="7"/>
                    </a:cubicBezTo>
                    <a:cubicBezTo>
                      <a:pt x="15" y="3"/>
                      <a:pt x="11" y="0"/>
                      <a:pt x="7" y="0"/>
                    </a:cubicBezTo>
                    <a:cubicBezTo>
                      <a:pt x="3" y="0"/>
                      <a:pt x="0" y="3"/>
                      <a:pt x="0" y="7"/>
                    </a:cubicBezTo>
                    <a:cubicBezTo>
                      <a:pt x="0" y="11"/>
                      <a:pt x="3" y="14"/>
                      <a:pt x="7" y="14"/>
                    </a:cubicBezTo>
                    <a:cubicBezTo>
                      <a:pt x="11" y="14"/>
                      <a:pt x="15" y="11"/>
                      <a:pt x="15" y="7"/>
                    </a:cubicBezTo>
                    <a:lnTo>
                      <a:pt x="13"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23" name="Google Shape;1423;p23"/>
              <p:cNvSpPr/>
              <p:nvPr/>
            </p:nvSpPr>
            <p:spPr>
              <a:xfrm>
                <a:off x="6605329" y="191675"/>
                <a:ext cx="115087" cy="671334"/>
              </a:xfrm>
              <a:custGeom>
                <a:rect b="b" l="l" r="r" t="t"/>
                <a:pathLst>
                  <a:path extrusionOk="0" h="315" w="54">
                    <a:moveTo>
                      <a:pt x="0" y="0"/>
                    </a:moveTo>
                    <a:lnTo>
                      <a:pt x="0" y="167"/>
                    </a:lnTo>
                    <a:lnTo>
                      <a:pt x="50" y="217"/>
                    </a:lnTo>
                    <a:lnTo>
                      <a:pt x="50" y="315"/>
                    </a:lnTo>
                    <a:lnTo>
                      <a:pt x="54" y="315"/>
                    </a:lnTo>
                    <a:lnTo>
                      <a:pt x="54" y="215"/>
                    </a:lnTo>
                    <a:lnTo>
                      <a:pt x="5" y="165"/>
                    </a:lnTo>
                    <a:lnTo>
                      <a:pt x="5" y="0"/>
                    </a:lnTo>
                    <a:lnTo>
                      <a:pt x="0" y="0"/>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1424" name="Google Shape;1424;p23"/>
          <p:cNvGrpSpPr/>
          <p:nvPr/>
        </p:nvGrpSpPr>
        <p:grpSpPr>
          <a:xfrm>
            <a:off x="369575" y="190012"/>
            <a:ext cx="8370163" cy="4726098"/>
            <a:chOff x="369575" y="190012"/>
            <a:chExt cx="8370163" cy="4726098"/>
          </a:xfrm>
        </p:grpSpPr>
        <p:grpSp>
          <p:nvGrpSpPr>
            <p:cNvPr id="1425" name="Google Shape;1425;p23"/>
            <p:cNvGrpSpPr/>
            <p:nvPr/>
          </p:nvGrpSpPr>
          <p:grpSpPr>
            <a:xfrm>
              <a:off x="369575" y="1325038"/>
              <a:ext cx="130200" cy="126125"/>
              <a:chOff x="3935725" y="167575"/>
              <a:chExt cx="130200" cy="126125"/>
            </a:xfrm>
          </p:grpSpPr>
          <p:sp>
            <p:nvSpPr>
              <p:cNvPr id="1426" name="Google Shape;1426;p23"/>
              <p:cNvSpPr/>
              <p:nvPr/>
            </p:nvSpPr>
            <p:spPr>
              <a:xfrm>
                <a:off x="3935725" y="167575"/>
                <a:ext cx="65100" cy="56400"/>
              </a:xfrm>
              <a:prstGeom prst="hexagon">
                <a:avLst>
                  <a:gd fmla="val 25000" name="adj"/>
                  <a:gd fmla="val 115470" name="vf"/>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427" name="Google Shape;1427;p23"/>
              <p:cNvSpPr/>
              <p:nvPr/>
            </p:nvSpPr>
            <p:spPr>
              <a:xfrm>
                <a:off x="4000825" y="201775"/>
                <a:ext cx="65100" cy="56400"/>
              </a:xfrm>
              <a:prstGeom prst="hexagon">
                <a:avLst>
                  <a:gd fmla="val 25000" name="adj"/>
                  <a:gd fmla="val 115470" name="vf"/>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428" name="Google Shape;1428;p23"/>
              <p:cNvSpPr/>
              <p:nvPr/>
            </p:nvSpPr>
            <p:spPr>
              <a:xfrm>
                <a:off x="3935725" y="237300"/>
                <a:ext cx="65100" cy="56400"/>
              </a:xfrm>
              <a:prstGeom prst="hexagon">
                <a:avLst>
                  <a:gd fmla="val 25000" name="adj"/>
                  <a:gd fmla="val 115470" name="vf"/>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1429" name="Google Shape;1429;p23"/>
            <p:cNvGrpSpPr/>
            <p:nvPr/>
          </p:nvGrpSpPr>
          <p:grpSpPr>
            <a:xfrm>
              <a:off x="8206229" y="190012"/>
              <a:ext cx="449076" cy="119073"/>
              <a:chOff x="7108302" y="2550931"/>
              <a:chExt cx="281323" cy="74593"/>
            </a:xfrm>
          </p:grpSpPr>
          <p:sp>
            <p:nvSpPr>
              <p:cNvPr id="1430" name="Google Shape;1430;p23"/>
              <p:cNvSpPr/>
              <p:nvPr/>
            </p:nvSpPr>
            <p:spPr>
              <a:xfrm>
                <a:off x="7347000" y="2550931"/>
                <a:ext cx="42625" cy="74593"/>
              </a:xfrm>
              <a:custGeom>
                <a:rect b="b" l="l" r="r" t="t"/>
                <a:pathLst>
                  <a:path extrusionOk="0" h="35" w="2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31" name="Google Shape;1431;p23"/>
              <p:cNvSpPr/>
              <p:nvPr/>
            </p:nvSpPr>
            <p:spPr>
              <a:xfrm>
                <a:off x="7285195" y="2550931"/>
                <a:ext cx="44757" cy="74593"/>
              </a:xfrm>
              <a:custGeom>
                <a:rect b="b" l="l" r="r" t="t"/>
                <a:pathLst>
                  <a:path extrusionOk="0" h="35" w="21">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32" name="Google Shape;1432;p23"/>
              <p:cNvSpPr/>
              <p:nvPr/>
            </p:nvSpPr>
            <p:spPr>
              <a:xfrm>
                <a:off x="7227651" y="2550931"/>
                <a:ext cx="42625" cy="74593"/>
              </a:xfrm>
              <a:custGeom>
                <a:rect b="b" l="l" r="r" t="t"/>
                <a:pathLst>
                  <a:path extrusionOk="0" h="35" w="2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33" name="Google Shape;1433;p23"/>
              <p:cNvSpPr/>
              <p:nvPr/>
            </p:nvSpPr>
            <p:spPr>
              <a:xfrm>
                <a:off x="7170108" y="2550931"/>
                <a:ext cx="42625" cy="74593"/>
              </a:xfrm>
              <a:custGeom>
                <a:rect b="b" l="l" r="r" t="t"/>
                <a:pathLst>
                  <a:path extrusionOk="0" h="35" w="2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34" name="Google Shape;1434;p23"/>
              <p:cNvSpPr/>
              <p:nvPr/>
            </p:nvSpPr>
            <p:spPr>
              <a:xfrm>
                <a:off x="7108302" y="2550931"/>
                <a:ext cx="42625" cy="74593"/>
              </a:xfrm>
              <a:custGeom>
                <a:rect b="b" l="l" r="r" t="t"/>
                <a:pathLst>
                  <a:path extrusionOk="0" h="35" w="2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35" name="Google Shape;1435;p23"/>
              <p:cNvSpPr/>
              <p:nvPr/>
            </p:nvSpPr>
            <p:spPr>
              <a:xfrm>
                <a:off x="7347000" y="2550931"/>
                <a:ext cx="42625" cy="74593"/>
              </a:xfrm>
              <a:custGeom>
                <a:rect b="b" l="l" r="r" t="t"/>
                <a:pathLst>
                  <a:path extrusionOk="0" h="35" w="2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36" name="Google Shape;1436;p23"/>
              <p:cNvSpPr/>
              <p:nvPr/>
            </p:nvSpPr>
            <p:spPr>
              <a:xfrm>
                <a:off x="7285195" y="2550931"/>
                <a:ext cx="44757" cy="74593"/>
              </a:xfrm>
              <a:custGeom>
                <a:rect b="b" l="l" r="r" t="t"/>
                <a:pathLst>
                  <a:path extrusionOk="0" h="35" w="21">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37" name="Google Shape;1437;p23"/>
              <p:cNvSpPr/>
              <p:nvPr/>
            </p:nvSpPr>
            <p:spPr>
              <a:xfrm>
                <a:off x="7227651" y="2550931"/>
                <a:ext cx="42625" cy="74593"/>
              </a:xfrm>
              <a:custGeom>
                <a:rect b="b" l="l" r="r" t="t"/>
                <a:pathLst>
                  <a:path extrusionOk="0" h="35" w="2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38" name="Google Shape;1438;p23"/>
              <p:cNvSpPr/>
              <p:nvPr/>
            </p:nvSpPr>
            <p:spPr>
              <a:xfrm>
                <a:off x="7170108" y="2550931"/>
                <a:ext cx="42625" cy="74593"/>
              </a:xfrm>
              <a:custGeom>
                <a:rect b="b" l="l" r="r" t="t"/>
                <a:pathLst>
                  <a:path extrusionOk="0" h="35" w="2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39" name="Google Shape;1439;p23"/>
              <p:cNvSpPr/>
              <p:nvPr/>
            </p:nvSpPr>
            <p:spPr>
              <a:xfrm>
                <a:off x="7108302" y="2550931"/>
                <a:ext cx="42625" cy="74593"/>
              </a:xfrm>
              <a:custGeom>
                <a:rect b="b" l="l" r="r" t="t"/>
                <a:pathLst>
                  <a:path extrusionOk="0" h="35" w="2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440" name="Google Shape;1440;p23"/>
            <p:cNvGrpSpPr/>
            <p:nvPr/>
          </p:nvGrpSpPr>
          <p:grpSpPr>
            <a:xfrm>
              <a:off x="2477220" y="4778554"/>
              <a:ext cx="101875" cy="134875"/>
              <a:chOff x="3928495" y="333391"/>
              <a:chExt cx="101875" cy="134875"/>
            </a:xfrm>
          </p:grpSpPr>
          <p:grpSp>
            <p:nvGrpSpPr>
              <p:cNvPr id="1441" name="Google Shape;1441;p23"/>
              <p:cNvGrpSpPr/>
              <p:nvPr/>
            </p:nvGrpSpPr>
            <p:grpSpPr>
              <a:xfrm>
                <a:off x="3928495" y="379241"/>
                <a:ext cx="44700" cy="42600"/>
                <a:chOff x="3928495" y="379241"/>
                <a:chExt cx="44700" cy="42600"/>
              </a:xfrm>
            </p:grpSpPr>
            <p:sp>
              <p:nvSpPr>
                <p:cNvPr id="1442" name="Google Shape;1442;p23"/>
                <p:cNvSpPr/>
                <p:nvPr/>
              </p:nvSpPr>
              <p:spPr>
                <a:xfrm>
                  <a:off x="3928495" y="396272"/>
                  <a:ext cx="44700" cy="81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43" name="Google Shape;1443;p23"/>
                <p:cNvSpPr/>
                <p:nvPr/>
              </p:nvSpPr>
              <p:spPr>
                <a:xfrm>
                  <a:off x="3946802" y="379241"/>
                  <a:ext cx="8100" cy="426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444" name="Google Shape;1444;p23"/>
              <p:cNvGrpSpPr/>
              <p:nvPr/>
            </p:nvGrpSpPr>
            <p:grpSpPr>
              <a:xfrm>
                <a:off x="3985670" y="425666"/>
                <a:ext cx="44700" cy="42600"/>
                <a:chOff x="3928495" y="379241"/>
                <a:chExt cx="44700" cy="42600"/>
              </a:xfrm>
            </p:grpSpPr>
            <p:sp>
              <p:nvSpPr>
                <p:cNvPr id="1445" name="Google Shape;1445;p23"/>
                <p:cNvSpPr/>
                <p:nvPr/>
              </p:nvSpPr>
              <p:spPr>
                <a:xfrm>
                  <a:off x="3928495" y="396272"/>
                  <a:ext cx="44700" cy="81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46" name="Google Shape;1446;p23"/>
                <p:cNvSpPr/>
                <p:nvPr/>
              </p:nvSpPr>
              <p:spPr>
                <a:xfrm>
                  <a:off x="3946802" y="379241"/>
                  <a:ext cx="8100" cy="426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447" name="Google Shape;1447;p23"/>
              <p:cNvGrpSpPr/>
              <p:nvPr/>
            </p:nvGrpSpPr>
            <p:grpSpPr>
              <a:xfrm>
                <a:off x="3985670" y="333391"/>
                <a:ext cx="44700" cy="42600"/>
                <a:chOff x="3928495" y="379241"/>
                <a:chExt cx="44700" cy="42600"/>
              </a:xfrm>
            </p:grpSpPr>
            <p:sp>
              <p:nvSpPr>
                <p:cNvPr id="1448" name="Google Shape;1448;p23"/>
                <p:cNvSpPr/>
                <p:nvPr/>
              </p:nvSpPr>
              <p:spPr>
                <a:xfrm>
                  <a:off x="3928495" y="396272"/>
                  <a:ext cx="44700" cy="81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49" name="Google Shape;1449;p23"/>
                <p:cNvSpPr/>
                <p:nvPr/>
              </p:nvSpPr>
              <p:spPr>
                <a:xfrm>
                  <a:off x="3946802" y="379241"/>
                  <a:ext cx="8100" cy="426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1450" name="Google Shape;1450;p23"/>
            <p:cNvGrpSpPr/>
            <p:nvPr/>
          </p:nvGrpSpPr>
          <p:grpSpPr>
            <a:xfrm>
              <a:off x="8609538" y="668313"/>
              <a:ext cx="130200" cy="126125"/>
              <a:chOff x="3935725" y="167575"/>
              <a:chExt cx="130200" cy="126125"/>
            </a:xfrm>
          </p:grpSpPr>
          <p:sp>
            <p:nvSpPr>
              <p:cNvPr id="1451" name="Google Shape;1451;p23"/>
              <p:cNvSpPr/>
              <p:nvPr/>
            </p:nvSpPr>
            <p:spPr>
              <a:xfrm>
                <a:off x="3935725" y="167575"/>
                <a:ext cx="65100" cy="56400"/>
              </a:xfrm>
              <a:prstGeom prst="hexagon">
                <a:avLst>
                  <a:gd fmla="val 25000" name="adj"/>
                  <a:gd fmla="val 115470" name="vf"/>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452" name="Google Shape;1452;p23"/>
              <p:cNvSpPr/>
              <p:nvPr/>
            </p:nvSpPr>
            <p:spPr>
              <a:xfrm>
                <a:off x="4000825" y="201775"/>
                <a:ext cx="65100" cy="56400"/>
              </a:xfrm>
              <a:prstGeom prst="hexagon">
                <a:avLst>
                  <a:gd fmla="val 25000" name="adj"/>
                  <a:gd fmla="val 115470" name="vf"/>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453" name="Google Shape;1453;p23"/>
              <p:cNvSpPr/>
              <p:nvPr/>
            </p:nvSpPr>
            <p:spPr>
              <a:xfrm>
                <a:off x="3935725" y="237300"/>
                <a:ext cx="65100" cy="56400"/>
              </a:xfrm>
              <a:prstGeom prst="hexagon">
                <a:avLst>
                  <a:gd fmla="val 25000" name="adj"/>
                  <a:gd fmla="val 115470" name="vf"/>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1454" name="Google Shape;1454;p23"/>
            <p:cNvGrpSpPr/>
            <p:nvPr/>
          </p:nvGrpSpPr>
          <p:grpSpPr>
            <a:xfrm rot="10800000">
              <a:off x="1617854" y="4797037"/>
              <a:ext cx="449076" cy="119073"/>
              <a:chOff x="7108302" y="2550931"/>
              <a:chExt cx="281323" cy="74593"/>
            </a:xfrm>
          </p:grpSpPr>
          <p:sp>
            <p:nvSpPr>
              <p:cNvPr id="1455" name="Google Shape;1455;p23"/>
              <p:cNvSpPr/>
              <p:nvPr/>
            </p:nvSpPr>
            <p:spPr>
              <a:xfrm>
                <a:off x="7347000" y="2550931"/>
                <a:ext cx="42625" cy="74593"/>
              </a:xfrm>
              <a:custGeom>
                <a:rect b="b" l="l" r="r" t="t"/>
                <a:pathLst>
                  <a:path extrusionOk="0" h="35" w="2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56" name="Google Shape;1456;p23"/>
              <p:cNvSpPr/>
              <p:nvPr/>
            </p:nvSpPr>
            <p:spPr>
              <a:xfrm>
                <a:off x="7285195" y="2550931"/>
                <a:ext cx="44757" cy="74593"/>
              </a:xfrm>
              <a:custGeom>
                <a:rect b="b" l="l" r="r" t="t"/>
                <a:pathLst>
                  <a:path extrusionOk="0" h="35" w="21">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57" name="Google Shape;1457;p23"/>
              <p:cNvSpPr/>
              <p:nvPr/>
            </p:nvSpPr>
            <p:spPr>
              <a:xfrm>
                <a:off x="7227651" y="2550931"/>
                <a:ext cx="42625" cy="74593"/>
              </a:xfrm>
              <a:custGeom>
                <a:rect b="b" l="l" r="r" t="t"/>
                <a:pathLst>
                  <a:path extrusionOk="0" h="35" w="2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58" name="Google Shape;1458;p23"/>
              <p:cNvSpPr/>
              <p:nvPr/>
            </p:nvSpPr>
            <p:spPr>
              <a:xfrm>
                <a:off x="7170108" y="2550931"/>
                <a:ext cx="42625" cy="74593"/>
              </a:xfrm>
              <a:custGeom>
                <a:rect b="b" l="l" r="r" t="t"/>
                <a:pathLst>
                  <a:path extrusionOk="0" h="35" w="2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59" name="Google Shape;1459;p23"/>
              <p:cNvSpPr/>
              <p:nvPr/>
            </p:nvSpPr>
            <p:spPr>
              <a:xfrm>
                <a:off x="7108302" y="2550931"/>
                <a:ext cx="42625" cy="74593"/>
              </a:xfrm>
              <a:custGeom>
                <a:rect b="b" l="l" r="r" t="t"/>
                <a:pathLst>
                  <a:path extrusionOk="0" h="35" w="2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60" name="Google Shape;1460;p23"/>
              <p:cNvSpPr/>
              <p:nvPr/>
            </p:nvSpPr>
            <p:spPr>
              <a:xfrm>
                <a:off x="7347000" y="2550931"/>
                <a:ext cx="42625" cy="74593"/>
              </a:xfrm>
              <a:custGeom>
                <a:rect b="b" l="l" r="r" t="t"/>
                <a:pathLst>
                  <a:path extrusionOk="0" h="35" w="2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61" name="Google Shape;1461;p23"/>
              <p:cNvSpPr/>
              <p:nvPr/>
            </p:nvSpPr>
            <p:spPr>
              <a:xfrm>
                <a:off x="7285195" y="2550931"/>
                <a:ext cx="44757" cy="74593"/>
              </a:xfrm>
              <a:custGeom>
                <a:rect b="b" l="l" r="r" t="t"/>
                <a:pathLst>
                  <a:path extrusionOk="0" h="35" w="21">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62" name="Google Shape;1462;p23"/>
              <p:cNvSpPr/>
              <p:nvPr/>
            </p:nvSpPr>
            <p:spPr>
              <a:xfrm>
                <a:off x="7227651" y="2550931"/>
                <a:ext cx="42625" cy="74593"/>
              </a:xfrm>
              <a:custGeom>
                <a:rect b="b" l="l" r="r" t="t"/>
                <a:pathLst>
                  <a:path extrusionOk="0" h="35" w="2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63" name="Google Shape;1463;p23"/>
              <p:cNvSpPr/>
              <p:nvPr/>
            </p:nvSpPr>
            <p:spPr>
              <a:xfrm>
                <a:off x="7170108" y="2550931"/>
                <a:ext cx="42625" cy="74593"/>
              </a:xfrm>
              <a:custGeom>
                <a:rect b="b" l="l" r="r" t="t"/>
                <a:pathLst>
                  <a:path extrusionOk="0" h="35" w="2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64" name="Google Shape;1464;p23"/>
              <p:cNvSpPr/>
              <p:nvPr/>
            </p:nvSpPr>
            <p:spPr>
              <a:xfrm>
                <a:off x="7108302" y="2550931"/>
                <a:ext cx="42625" cy="74593"/>
              </a:xfrm>
              <a:custGeom>
                <a:rect b="b" l="l" r="r" t="t"/>
                <a:pathLst>
                  <a:path extrusionOk="0" h="35" w="2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1465" name="Google Shape;1465;p2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466" name="Google Shape;1466;p23"/>
          <p:cNvSpPr txBox="1"/>
          <p:nvPr>
            <p:ph idx="1" type="subTitle"/>
          </p:nvPr>
        </p:nvSpPr>
        <p:spPr>
          <a:xfrm>
            <a:off x="1835650" y="2084668"/>
            <a:ext cx="2078400" cy="6654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467" name="Google Shape;1467;p23"/>
          <p:cNvSpPr txBox="1"/>
          <p:nvPr>
            <p:ph idx="2" type="subTitle"/>
          </p:nvPr>
        </p:nvSpPr>
        <p:spPr>
          <a:xfrm>
            <a:off x="5229888" y="2084668"/>
            <a:ext cx="2078400" cy="6654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468" name="Google Shape;1468;p23"/>
          <p:cNvSpPr txBox="1"/>
          <p:nvPr>
            <p:ph idx="3" type="subTitle"/>
          </p:nvPr>
        </p:nvSpPr>
        <p:spPr>
          <a:xfrm>
            <a:off x="1835650" y="3518073"/>
            <a:ext cx="2078400" cy="6654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469" name="Google Shape;1469;p23"/>
          <p:cNvSpPr txBox="1"/>
          <p:nvPr>
            <p:ph idx="4" type="subTitle"/>
          </p:nvPr>
        </p:nvSpPr>
        <p:spPr>
          <a:xfrm>
            <a:off x="5229888" y="3518073"/>
            <a:ext cx="2078400" cy="6654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470" name="Google Shape;1470;p23"/>
          <p:cNvSpPr txBox="1"/>
          <p:nvPr>
            <p:ph idx="5" type="subTitle"/>
          </p:nvPr>
        </p:nvSpPr>
        <p:spPr>
          <a:xfrm>
            <a:off x="1835650" y="1778725"/>
            <a:ext cx="2078400" cy="405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Lexend"/>
              <a:buNone/>
              <a:defRPr b="1" sz="2000">
                <a:latin typeface="Lexend"/>
                <a:ea typeface="Lexend"/>
                <a:cs typeface="Lexend"/>
                <a:sym typeface="Lexend"/>
              </a:defRPr>
            </a:lvl1pPr>
            <a:lvl2pPr lvl="1" rtl="0" algn="ctr">
              <a:lnSpc>
                <a:spcPct val="115000"/>
              </a:lnSpc>
              <a:spcBef>
                <a:spcPts val="0"/>
              </a:spcBef>
              <a:spcAft>
                <a:spcPts val="0"/>
              </a:spcAft>
              <a:buSzPts val="2400"/>
              <a:buFont typeface="Lexend"/>
              <a:buNone/>
              <a:defRPr b="1" sz="2400">
                <a:latin typeface="Lexend"/>
                <a:ea typeface="Lexend"/>
                <a:cs typeface="Lexend"/>
                <a:sym typeface="Lexend"/>
              </a:defRPr>
            </a:lvl2pPr>
            <a:lvl3pPr lvl="2" rtl="0" algn="ctr">
              <a:lnSpc>
                <a:spcPct val="115000"/>
              </a:lnSpc>
              <a:spcBef>
                <a:spcPts val="0"/>
              </a:spcBef>
              <a:spcAft>
                <a:spcPts val="0"/>
              </a:spcAft>
              <a:buSzPts val="2400"/>
              <a:buFont typeface="Lexend"/>
              <a:buNone/>
              <a:defRPr b="1" sz="2400">
                <a:latin typeface="Lexend"/>
                <a:ea typeface="Lexend"/>
                <a:cs typeface="Lexend"/>
                <a:sym typeface="Lexend"/>
              </a:defRPr>
            </a:lvl3pPr>
            <a:lvl4pPr lvl="3" rtl="0" algn="ctr">
              <a:lnSpc>
                <a:spcPct val="115000"/>
              </a:lnSpc>
              <a:spcBef>
                <a:spcPts val="0"/>
              </a:spcBef>
              <a:spcAft>
                <a:spcPts val="0"/>
              </a:spcAft>
              <a:buSzPts val="2400"/>
              <a:buFont typeface="Lexend"/>
              <a:buNone/>
              <a:defRPr b="1" sz="2400">
                <a:latin typeface="Lexend"/>
                <a:ea typeface="Lexend"/>
                <a:cs typeface="Lexend"/>
                <a:sym typeface="Lexend"/>
              </a:defRPr>
            </a:lvl4pPr>
            <a:lvl5pPr lvl="4" rtl="0" algn="ctr">
              <a:lnSpc>
                <a:spcPct val="115000"/>
              </a:lnSpc>
              <a:spcBef>
                <a:spcPts val="0"/>
              </a:spcBef>
              <a:spcAft>
                <a:spcPts val="0"/>
              </a:spcAft>
              <a:buSzPts val="2400"/>
              <a:buFont typeface="Lexend"/>
              <a:buNone/>
              <a:defRPr b="1" sz="2400">
                <a:latin typeface="Lexend"/>
                <a:ea typeface="Lexend"/>
                <a:cs typeface="Lexend"/>
                <a:sym typeface="Lexend"/>
              </a:defRPr>
            </a:lvl5pPr>
            <a:lvl6pPr lvl="5" rtl="0" algn="ctr">
              <a:lnSpc>
                <a:spcPct val="115000"/>
              </a:lnSpc>
              <a:spcBef>
                <a:spcPts val="0"/>
              </a:spcBef>
              <a:spcAft>
                <a:spcPts val="0"/>
              </a:spcAft>
              <a:buSzPts val="2400"/>
              <a:buFont typeface="Lexend"/>
              <a:buNone/>
              <a:defRPr b="1" sz="2400">
                <a:latin typeface="Lexend"/>
                <a:ea typeface="Lexend"/>
                <a:cs typeface="Lexend"/>
                <a:sym typeface="Lexend"/>
              </a:defRPr>
            </a:lvl6pPr>
            <a:lvl7pPr lvl="6" rtl="0" algn="ctr">
              <a:lnSpc>
                <a:spcPct val="115000"/>
              </a:lnSpc>
              <a:spcBef>
                <a:spcPts val="0"/>
              </a:spcBef>
              <a:spcAft>
                <a:spcPts val="0"/>
              </a:spcAft>
              <a:buSzPts val="2400"/>
              <a:buFont typeface="Lexend"/>
              <a:buNone/>
              <a:defRPr b="1" sz="2400">
                <a:latin typeface="Lexend"/>
                <a:ea typeface="Lexend"/>
                <a:cs typeface="Lexend"/>
                <a:sym typeface="Lexend"/>
              </a:defRPr>
            </a:lvl7pPr>
            <a:lvl8pPr lvl="7" rtl="0" algn="ctr">
              <a:lnSpc>
                <a:spcPct val="115000"/>
              </a:lnSpc>
              <a:spcBef>
                <a:spcPts val="0"/>
              </a:spcBef>
              <a:spcAft>
                <a:spcPts val="0"/>
              </a:spcAft>
              <a:buSzPts val="2400"/>
              <a:buFont typeface="Lexend"/>
              <a:buNone/>
              <a:defRPr b="1" sz="2400">
                <a:latin typeface="Lexend"/>
                <a:ea typeface="Lexend"/>
                <a:cs typeface="Lexend"/>
                <a:sym typeface="Lexend"/>
              </a:defRPr>
            </a:lvl8pPr>
            <a:lvl9pPr lvl="8" rtl="0" algn="ctr">
              <a:lnSpc>
                <a:spcPct val="115000"/>
              </a:lnSpc>
              <a:spcBef>
                <a:spcPts val="0"/>
              </a:spcBef>
              <a:spcAft>
                <a:spcPts val="0"/>
              </a:spcAft>
              <a:buSzPts val="2400"/>
              <a:buFont typeface="Lexend"/>
              <a:buNone/>
              <a:defRPr b="1" sz="2400">
                <a:latin typeface="Lexend"/>
                <a:ea typeface="Lexend"/>
                <a:cs typeface="Lexend"/>
                <a:sym typeface="Lexend"/>
              </a:defRPr>
            </a:lvl9pPr>
          </a:lstStyle>
          <a:p/>
        </p:txBody>
      </p:sp>
      <p:sp>
        <p:nvSpPr>
          <p:cNvPr id="1471" name="Google Shape;1471;p23"/>
          <p:cNvSpPr txBox="1"/>
          <p:nvPr>
            <p:ph idx="6" type="subTitle"/>
          </p:nvPr>
        </p:nvSpPr>
        <p:spPr>
          <a:xfrm>
            <a:off x="5229885" y="1778725"/>
            <a:ext cx="2078400" cy="405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Lexend"/>
              <a:buNone/>
              <a:defRPr b="1" sz="2000">
                <a:latin typeface="Lexend"/>
                <a:ea typeface="Lexend"/>
                <a:cs typeface="Lexend"/>
                <a:sym typeface="Lexend"/>
              </a:defRPr>
            </a:lvl1pPr>
            <a:lvl2pPr lvl="1" rtl="0" algn="ctr">
              <a:lnSpc>
                <a:spcPct val="115000"/>
              </a:lnSpc>
              <a:spcBef>
                <a:spcPts val="0"/>
              </a:spcBef>
              <a:spcAft>
                <a:spcPts val="0"/>
              </a:spcAft>
              <a:buSzPts val="2400"/>
              <a:buFont typeface="Lexend"/>
              <a:buNone/>
              <a:defRPr b="1" sz="2400">
                <a:latin typeface="Lexend"/>
                <a:ea typeface="Lexend"/>
                <a:cs typeface="Lexend"/>
                <a:sym typeface="Lexend"/>
              </a:defRPr>
            </a:lvl2pPr>
            <a:lvl3pPr lvl="2" rtl="0" algn="ctr">
              <a:lnSpc>
                <a:spcPct val="115000"/>
              </a:lnSpc>
              <a:spcBef>
                <a:spcPts val="0"/>
              </a:spcBef>
              <a:spcAft>
                <a:spcPts val="0"/>
              </a:spcAft>
              <a:buSzPts val="2400"/>
              <a:buFont typeface="Lexend"/>
              <a:buNone/>
              <a:defRPr b="1" sz="2400">
                <a:latin typeface="Lexend"/>
                <a:ea typeface="Lexend"/>
                <a:cs typeface="Lexend"/>
                <a:sym typeface="Lexend"/>
              </a:defRPr>
            </a:lvl3pPr>
            <a:lvl4pPr lvl="3" rtl="0" algn="ctr">
              <a:lnSpc>
                <a:spcPct val="115000"/>
              </a:lnSpc>
              <a:spcBef>
                <a:spcPts val="0"/>
              </a:spcBef>
              <a:spcAft>
                <a:spcPts val="0"/>
              </a:spcAft>
              <a:buSzPts val="2400"/>
              <a:buFont typeface="Lexend"/>
              <a:buNone/>
              <a:defRPr b="1" sz="2400">
                <a:latin typeface="Lexend"/>
                <a:ea typeface="Lexend"/>
                <a:cs typeface="Lexend"/>
                <a:sym typeface="Lexend"/>
              </a:defRPr>
            </a:lvl4pPr>
            <a:lvl5pPr lvl="4" rtl="0" algn="ctr">
              <a:lnSpc>
                <a:spcPct val="115000"/>
              </a:lnSpc>
              <a:spcBef>
                <a:spcPts val="0"/>
              </a:spcBef>
              <a:spcAft>
                <a:spcPts val="0"/>
              </a:spcAft>
              <a:buSzPts val="2400"/>
              <a:buFont typeface="Lexend"/>
              <a:buNone/>
              <a:defRPr b="1" sz="2400">
                <a:latin typeface="Lexend"/>
                <a:ea typeface="Lexend"/>
                <a:cs typeface="Lexend"/>
                <a:sym typeface="Lexend"/>
              </a:defRPr>
            </a:lvl5pPr>
            <a:lvl6pPr lvl="5" rtl="0" algn="ctr">
              <a:lnSpc>
                <a:spcPct val="115000"/>
              </a:lnSpc>
              <a:spcBef>
                <a:spcPts val="0"/>
              </a:spcBef>
              <a:spcAft>
                <a:spcPts val="0"/>
              </a:spcAft>
              <a:buSzPts val="2400"/>
              <a:buFont typeface="Lexend"/>
              <a:buNone/>
              <a:defRPr b="1" sz="2400">
                <a:latin typeface="Lexend"/>
                <a:ea typeface="Lexend"/>
                <a:cs typeface="Lexend"/>
                <a:sym typeface="Lexend"/>
              </a:defRPr>
            </a:lvl6pPr>
            <a:lvl7pPr lvl="6" rtl="0" algn="ctr">
              <a:lnSpc>
                <a:spcPct val="115000"/>
              </a:lnSpc>
              <a:spcBef>
                <a:spcPts val="0"/>
              </a:spcBef>
              <a:spcAft>
                <a:spcPts val="0"/>
              </a:spcAft>
              <a:buSzPts val="2400"/>
              <a:buFont typeface="Lexend"/>
              <a:buNone/>
              <a:defRPr b="1" sz="2400">
                <a:latin typeface="Lexend"/>
                <a:ea typeface="Lexend"/>
                <a:cs typeface="Lexend"/>
                <a:sym typeface="Lexend"/>
              </a:defRPr>
            </a:lvl7pPr>
            <a:lvl8pPr lvl="7" rtl="0" algn="ctr">
              <a:lnSpc>
                <a:spcPct val="115000"/>
              </a:lnSpc>
              <a:spcBef>
                <a:spcPts val="0"/>
              </a:spcBef>
              <a:spcAft>
                <a:spcPts val="0"/>
              </a:spcAft>
              <a:buSzPts val="2400"/>
              <a:buFont typeface="Lexend"/>
              <a:buNone/>
              <a:defRPr b="1" sz="2400">
                <a:latin typeface="Lexend"/>
                <a:ea typeface="Lexend"/>
                <a:cs typeface="Lexend"/>
                <a:sym typeface="Lexend"/>
              </a:defRPr>
            </a:lvl8pPr>
            <a:lvl9pPr lvl="8" rtl="0" algn="ctr">
              <a:lnSpc>
                <a:spcPct val="115000"/>
              </a:lnSpc>
              <a:spcBef>
                <a:spcPts val="0"/>
              </a:spcBef>
              <a:spcAft>
                <a:spcPts val="0"/>
              </a:spcAft>
              <a:buSzPts val="2400"/>
              <a:buFont typeface="Lexend"/>
              <a:buNone/>
              <a:defRPr b="1" sz="2400">
                <a:latin typeface="Lexend"/>
                <a:ea typeface="Lexend"/>
                <a:cs typeface="Lexend"/>
                <a:sym typeface="Lexend"/>
              </a:defRPr>
            </a:lvl9pPr>
          </a:lstStyle>
          <a:p/>
        </p:txBody>
      </p:sp>
      <p:sp>
        <p:nvSpPr>
          <p:cNvPr id="1472" name="Google Shape;1472;p23"/>
          <p:cNvSpPr txBox="1"/>
          <p:nvPr>
            <p:ph idx="7" type="subTitle"/>
          </p:nvPr>
        </p:nvSpPr>
        <p:spPr>
          <a:xfrm>
            <a:off x="1835650" y="3212180"/>
            <a:ext cx="2078400" cy="405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Lexend"/>
              <a:buNone/>
              <a:defRPr b="1" sz="2000">
                <a:latin typeface="Lexend"/>
                <a:ea typeface="Lexend"/>
                <a:cs typeface="Lexend"/>
                <a:sym typeface="Lexend"/>
              </a:defRPr>
            </a:lvl1pPr>
            <a:lvl2pPr lvl="1" rtl="0" algn="ctr">
              <a:lnSpc>
                <a:spcPct val="115000"/>
              </a:lnSpc>
              <a:spcBef>
                <a:spcPts val="0"/>
              </a:spcBef>
              <a:spcAft>
                <a:spcPts val="0"/>
              </a:spcAft>
              <a:buSzPts val="2400"/>
              <a:buFont typeface="Lexend"/>
              <a:buNone/>
              <a:defRPr b="1" sz="2400">
                <a:latin typeface="Lexend"/>
                <a:ea typeface="Lexend"/>
                <a:cs typeface="Lexend"/>
                <a:sym typeface="Lexend"/>
              </a:defRPr>
            </a:lvl2pPr>
            <a:lvl3pPr lvl="2" rtl="0" algn="ctr">
              <a:lnSpc>
                <a:spcPct val="115000"/>
              </a:lnSpc>
              <a:spcBef>
                <a:spcPts val="0"/>
              </a:spcBef>
              <a:spcAft>
                <a:spcPts val="0"/>
              </a:spcAft>
              <a:buSzPts val="2400"/>
              <a:buFont typeface="Lexend"/>
              <a:buNone/>
              <a:defRPr b="1" sz="2400">
                <a:latin typeface="Lexend"/>
                <a:ea typeface="Lexend"/>
                <a:cs typeface="Lexend"/>
                <a:sym typeface="Lexend"/>
              </a:defRPr>
            </a:lvl3pPr>
            <a:lvl4pPr lvl="3" rtl="0" algn="ctr">
              <a:lnSpc>
                <a:spcPct val="115000"/>
              </a:lnSpc>
              <a:spcBef>
                <a:spcPts val="0"/>
              </a:spcBef>
              <a:spcAft>
                <a:spcPts val="0"/>
              </a:spcAft>
              <a:buSzPts val="2400"/>
              <a:buFont typeface="Lexend"/>
              <a:buNone/>
              <a:defRPr b="1" sz="2400">
                <a:latin typeface="Lexend"/>
                <a:ea typeface="Lexend"/>
                <a:cs typeface="Lexend"/>
                <a:sym typeface="Lexend"/>
              </a:defRPr>
            </a:lvl4pPr>
            <a:lvl5pPr lvl="4" rtl="0" algn="ctr">
              <a:lnSpc>
                <a:spcPct val="115000"/>
              </a:lnSpc>
              <a:spcBef>
                <a:spcPts val="0"/>
              </a:spcBef>
              <a:spcAft>
                <a:spcPts val="0"/>
              </a:spcAft>
              <a:buSzPts val="2400"/>
              <a:buFont typeface="Lexend"/>
              <a:buNone/>
              <a:defRPr b="1" sz="2400">
                <a:latin typeface="Lexend"/>
                <a:ea typeface="Lexend"/>
                <a:cs typeface="Lexend"/>
                <a:sym typeface="Lexend"/>
              </a:defRPr>
            </a:lvl5pPr>
            <a:lvl6pPr lvl="5" rtl="0" algn="ctr">
              <a:lnSpc>
                <a:spcPct val="115000"/>
              </a:lnSpc>
              <a:spcBef>
                <a:spcPts val="0"/>
              </a:spcBef>
              <a:spcAft>
                <a:spcPts val="0"/>
              </a:spcAft>
              <a:buSzPts val="2400"/>
              <a:buFont typeface="Lexend"/>
              <a:buNone/>
              <a:defRPr b="1" sz="2400">
                <a:latin typeface="Lexend"/>
                <a:ea typeface="Lexend"/>
                <a:cs typeface="Lexend"/>
                <a:sym typeface="Lexend"/>
              </a:defRPr>
            </a:lvl6pPr>
            <a:lvl7pPr lvl="6" rtl="0" algn="ctr">
              <a:lnSpc>
                <a:spcPct val="115000"/>
              </a:lnSpc>
              <a:spcBef>
                <a:spcPts val="0"/>
              </a:spcBef>
              <a:spcAft>
                <a:spcPts val="0"/>
              </a:spcAft>
              <a:buSzPts val="2400"/>
              <a:buFont typeface="Lexend"/>
              <a:buNone/>
              <a:defRPr b="1" sz="2400">
                <a:latin typeface="Lexend"/>
                <a:ea typeface="Lexend"/>
                <a:cs typeface="Lexend"/>
                <a:sym typeface="Lexend"/>
              </a:defRPr>
            </a:lvl7pPr>
            <a:lvl8pPr lvl="7" rtl="0" algn="ctr">
              <a:lnSpc>
                <a:spcPct val="115000"/>
              </a:lnSpc>
              <a:spcBef>
                <a:spcPts val="0"/>
              </a:spcBef>
              <a:spcAft>
                <a:spcPts val="0"/>
              </a:spcAft>
              <a:buSzPts val="2400"/>
              <a:buFont typeface="Lexend"/>
              <a:buNone/>
              <a:defRPr b="1" sz="2400">
                <a:latin typeface="Lexend"/>
                <a:ea typeface="Lexend"/>
                <a:cs typeface="Lexend"/>
                <a:sym typeface="Lexend"/>
              </a:defRPr>
            </a:lvl8pPr>
            <a:lvl9pPr lvl="8" rtl="0" algn="ctr">
              <a:lnSpc>
                <a:spcPct val="115000"/>
              </a:lnSpc>
              <a:spcBef>
                <a:spcPts val="0"/>
              </a:spcBef>
              <a:spcAft>
                <a:spcPts val="0"/>
              </a:spcAft>
              <a:buSzPts val="2400"/>
              <a:buFont typeface="Lexend"/>
              <a:buNone/>
              <a:defRPr b="1" sz="2400">
                <a:latin typeface="Lexend"/>
                <a:ea typeface="Lexend"/>
                <a:cs typeface="Lexend"/>
                <a:sym typeface="Lexend"/>
              </a:defRPr>
            </a:lvl9pPr>
          </a:lstStyle>
          <a:p/>
        </p:txBody>
      </p:sp>
      <p:sp>
        <p:nvSpPr>
          <p:cNvPr id="1473" name="Google Shape;1473;p23"/>
          <p:cNvSpPr txBox="1"/>
          <p:nvPr>
            <p:ph idx="8" type="subTitle"/>
          </p:nvPr>
        </p:nvSpPr>
        <p:spPr>
          <a:xfrm>
            <a:off x="5229885" y="3212180"/>
            <a:ext cx="2078400" cy="405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Lexend"/>
              <a:buNone/>
              <a:defRPr b="1" sz="2000">
                <a:latin typeface="Lexend"/>
                <a:ea typeface="Lexend"/>
                <a:cs typeface="Lexend"/>
                <a:sym typeface="Lexend"/>
              </a:defRPr>
            </a:lvl1pPr>
            <a:lvl2pPr lvl="1" rtl="0" algn="ctr">
              <a:lnSpc>
                <a:spcPct val="115000"/>
              </a:lnSpc>
              <a:spcBef>
                <a:spcPts val="0"/>
              </a:spcBef>
              <a:spcAft>
                <a:spcPts val="0"/>
              </a:spcAft>
              <a:buSzPts val="2400"/>
              <a:buFont typeface="Lexend"/>
              <a:buNone/>
              <a:defRPr b="1" sz="2400">
                <a:latin typeface="Lexend"/>
                <a:ea typeface="Lexend"/>
                <a:cs typeface="Lexend"/>
                <a:sym typeface="Lexend"/>
              </a:defRPr>
            </a:lvl2pPr>
            <a:lvl3pPr lvl="2" rtl="0" algn="ctr">
              <a:lnSpc>
                <a:spcPct val="115000"/>
              </a:lnSpc>
              <a:spcBef>
                <a:spcPts val="0"/>
              </a:spcBef>
              <a:spcAft>
                <a:spcPts val="0"/>
              </a:spcAft>
              <a:buSzPts val="2400"/>
              <a:buFont typeface="Lexend"/>
              <a:buNone/>
              <a:defRPr b="1" sz="2400">
                <a:latin typeface="Lexend"/>
                <a:ea typeface="Lexend"/>
                <a:cs typeface="Lexend"/>
                <a:sym typeface="Lexend"/>
              </a:defRPr>
            </a:lvl3pPr>
            <a:lvl4pPr lvl="3" rtl="0" algn="ctr">
              <a:lnSpc>
                <a:spcPct val="115000"/>
              </a:lnSpc>
              <a:spcBef>
                <a:spcPts val="0"/>
              </a:spcBef>
              <a:spcAft>
                <a:spcPts val="0"/>
              </a:spcAft>
              <a:buSzPts val="2400"/>
              <a:buFont typeface="Lexend"/>
              <a:buNone/>
              <a:defRPr b="1" sz="2400">
                <a:latin typeface="Lexend"/>
                <a:ea typeface="Lexend"/>
                <a:cs typeface="Lexend"/>
                <a:sym typeface="Lexend"/>
              </a:defRPr>
            </a:lvl4pPr>
            <a:lvl5pPr lvl="4" rtl="0" algn="ctr">
              <a:lnSpc>
                <a:spcPct val="115000"/>
              </a:lnSpc>
              <a:spcBef>
                <a:spcPts val="0"/>
              </a:spcBef>
              <a:spcAft>
                <a:spcPts val="0"/>
              </a:spcAft>
              <a:buSzPts val="2400"/>
              <a:buFont typeface="Lexend"/>
              <a:buNone/>
              <a:defRPr b="1" sz="2400">
                <a:latin typeface="Lexend"/>
                <a:ea typeface="Lexend"/>
                <a:cs typeface="Lexend"/>
                <a:sym typeface="Lexend"/>
              </a:defRPr>
            </a:lvl5pPr>
            <a:lvl6pPr lvl="5" rtl="0" algn="ctr">
              <a:lnSpc>
                <a:spcPct val="115000"/>
              </a:lnSpc>
              <a:spcBef>
                <a:spcPts val="0"/>
              </a:spcBef>
              <a:spcAft>
                <a:spcPts val="0"/>
              </a:spcAft>
              <a:buSzPts val="2400"/>
              <a:buFont typeface="Lexend"/>
              <a:buNone/>
              <a:defRPr b="1" sz="2400">
                <a:latin typeface="Lexend"/>
                <a:ea typeface="Lexend"/>
                <a:cs typeface="Lexend"/>
                <a:sym typeface="Lexend"/>
              </a:defRPr>
            </a:lvl6pPr>
            <a:lvl7pPr lvl="6" rtl="0" algn="ctr">
              <a:lnSpc>
                <a:spcPct val="115000"/>
              </a:lnSpc>
              <a:spcBef>
                <a:spcPts val="0"/>
              </a:spcBef>
              <a:spcAft>
                <a:spcPts val="0"/>
              </a:spcAft>
              <a:buSzPts val="2400"/>
              <a:buFont typeface="Lexend"/>
              <a:buNone/>
              <a:defRPr b="1" sz="2400">
                <a:latin typeface="Lexend"/>
                <a:ea typeface="Lexend"/>
                <a:cs typeface="Lexend"/>
                <a:sym typeface="Lexend"/>
              </a:defRPr>
            </a:lvl7pPr>
            <a:lvl8pPr lvl="7" rtl="0" algn="ctr">
              <a:lnSpc>
                <a:spcPct val="115000"/>
              </a:lnSpc>
              <a:spcBef>
                <a:spcPts val="0"/>
              </a:spcBef>
              <a:spcAft>
                <a:spcPts val="0"/>
              </a:spcAft>
              <a:buSzPts val="2400"/>
              <a:buFont typeface="Lexend"/>
              <a:buNone/>
              <a:defRPr b="1" sz="2400">
                <a:latin typeface="Lexend"/>
                <a:ea typeface="Lexend"/>
                <a:cs typeface="Lexend"/>
                <a:sym typeface="Lexend"/>
              </a:defRPr>
            </a:lvl8pPr>
            <a:lvl9pPr lvl="8" rtl="0" algn="ctr">
              <a:lnSpc>
                <a:spcPct val="115000"/>
              </a:lnSpc>
              <a:spcBef>
                <a:spcPts val="0"/>
              </a:spcBef>
              <a:spcAft>
                <a:spcPts val="0"/>
              </a:spcAft>
              <a:buSzPts val="2400"/>
              <a:buFont typeface="Lexend"/>
              <a:buNone/>
              <a:defRPr b="1" sz="2400">
                <a:latin typeface="Lexend"/>
                <a:ea typeface="Lexend"/>
                <a:cs typeface="Lexend"/>
                <a:sym typeface="Lexend"/>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1474" name="Shape 1474"/>
        <p:cNvGrpSpPr/>
        <p:nvPr/>
      </p:nvGrpSpPr>
      <p:grpSpPr>
        <a:xfrm>
          <a:off x="0" y="0"/>
          <a:ext cx="0" cy="0"/>
          <a:chOff x="0" y="0"/>
          <a:chExt cx="0" cy="0"/>
        </a:xfrm>
      </p:grpSpPr>
      <p:pic>
        <p:nvPicPr>
          <p:cNvPr id="1475" name="Google Shape;1475;p24"/>
          <p:cNvPicPr preferRelativeResize="0"/>
          <p:nvPr/>
        </p:nvPicPr>
        <p:blipFill rotWithShape="1">
          <a:blip r:embed="rId2">
            <a:alphaModFix/>
          </a:blip>
          <a:srcRect b="901" l="0" r="990" t="0"/>
          <a:stretch/>
        </p:blipFill>
        <p:spPr>
          <a:xfrm>
            <a:off x="0" y="0"/>
            <a:ext cx="9144003" cy="5143500"/>
          </a:xfrm>
          <a:prstGeom prst="rect">
            <a:avLst/>
          </a:prstGeom>
          <a:noFill/>
          <a:ln>
            <a:noFill/>
          </a:ln>
        </p:spPr>
      </p:pic>
      <p:grpSp>
        <p:nvGrpSpPr>
          <p:cNvPr id="1476" name="Google Shape;1476;p24"/>
          <p:cNvGrpSpPr/>
          <p:nvPr/>
        </p:nvGrpSpPr>
        <p:grpSpPr>
          <a:xfrm>
            <a:off x="-1136495" y="-972175"/>
            <a:ext cx="11393100" cy="6659200"/>
            <a:chOff x="-1136495" y="-972175"/>
            <a:chExt cx="11393100" cy="6659200"/>
          </a:xfrm>
        </p:grpSpPr>
        <p:sp>
          <p:nvSpPr>
            <p:cNvPr id="1477" name="Google Shape;1477;p24"/>
            <p:cNvSpPr/>
            <p:nvPr/>
          </p:nvSpPr>
          <p:spPr>
            <a:xfrm>
              <a:off x="-652570" y="1017725"/>
              <a:ext cx="1417200" cy="10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478" name="Google Shape;1478;p24"/>
            <p:cNvSpPr/>
            <p:nvPr/>
          </p:nvSpPr>
          <p:spPr>
            <a:xfrm>
              <a:off x="-1136495" y="1264160"/>
              <a:ext cx="1417200" cy="10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479" name="Google Shape;1479;p24"/>
            <p:cNvSpPr/>
            <p:nvPr/>
          </p:nvSpPr>
          <p:spPr>
            <a:xfrm rot="5400000">
              <a:off x="-201945" y="4925325"/>
              <a:ext cx="1417200" cy="10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480" name="Google Shape;1480;p24"/>
            <p:cNvSpPr/>
            <p:nvPr/>
          </p:nvSpPr>
          <p:spPr>
            <a:xfrm rot="5400000">
              <a:off x="7389680" y="-316675"/>
              <a:ext cx="1417200" cy="10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481" name="Google Shape;1481;p24"/>
            <p:cNvSpPr/>
            <p:nvPr/>
          </p:nvSpPr>
          <p:spPr>
            <a:xfrm rot="10800000">
              <a:off x="8574155" y="4163635"/>
              <a:ext cx="1417200" cy="10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482" name="Google Shape;1482;p24"/>
            <p:cNvSpPr/>
            <p:nvPr/>
          </p:nvSpPr>
          <p:spPr>
            <a:xfrm rot="10800000">
              <a:off x="8839405" y="3917200"/>
              <a:ext cx="1417200" cy="10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1483" name="Google Shape;1483;p24"/>
          <p:cNvGrpSpPr/>
          <p:nvPr/>
        </p:nvGrpSpPr>
        <p:grpSpPr>
          <a:xfrm>
            <a:off x="229843" y="140988"/>
            <a:ext cx="8446180" cy="4774098"/>
            <a:chOff x="229843" y="140988"/>
            <a:chExt cx="8446180" cy="4774098"/>
          </a:xfrm>
        </p:grpSpPr>
        <p:grpSp>
          <p:nvGrpSpPr>
            <p:cNvPr id="1484" name="Google Shape;1484;p24"/>
            <p:cNvGrpSpPr/>
            <p:nvPr/>
          </p:nvGrpSpPr>
          <p:grpSpPr>
            <a:xfrm flipH="1">
              <a:off x="229843" y="3401050"/>
              <a:ext cx="130200" cy="126125"/>
              <a:chOff x="3935725" y="167575"/>
              <a:chExt cx="130200" cy="126125"/>
            </a:xfrm>
          </p:grpSpPr>
          <p:sp>
            <p:nvSpPr>
              <p:cNvPr id="1485" name="Google Shape;1485;p24"/>
              <p:cNvSpPr/>
              <p:nvPr/>
            </p:nvSpPr>
            <p:spPr>
              <a:xfrm>
                <a:off x="3935725" y="167575"/>
                <a:ext cx="65100" cy="56400"/>
              </a:xfrm>
              <a:prstGeom prst="hexagon">
                <a:avLst>
                  <a:gd fmla="val 25000" name="adj"/>
                  <a:gd fmla="val 115470" name="vf"/>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486" name="Google Shape;1486;p24"/>
              <p:cNvSpPr/>
              <p:nvPr/>
            </p:nvSpPr>
            <p:spPr>
              <a:xfrm>
                <a:off x="4000825" y="201775"/>
                <a:ext cx="65100" cy="56400"/>
              </a:xfrm>
              <a:prstGeom prst="hexagon">
                <a:avLst>
                  <a:gd fmla="val 25000" name="adj"/>
                  <a:gd fmla="val 115470" name="vf"/>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487" name="Google Shape;1487;p24"/>
              <p:cNvSpPr/>
              <p:nvPr/>
            </p:nvSpPr>
            <p:spPr>
              <a:xfrm>
                <a:off x="3935725" y="237300"/>
                <a:ext cx="65100" cy="56400"/>
              </a:xfrm>
              <a:prstGeom prst="hexagon">
                <a:avLst>
                  <a:gd fmla="val 25000" name="adj"/>
                  <a:gd fmla="val 115470" name="vf"/>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1488" name="Google Shape;1488;p24"/>
            <p:cNvGrpSpPr/>
            <p:nvPr/>
          </p:nvGrpSpPr>
          <p:grpSpPr>
            <a:xfrm flipH="1">
              <a:off x="8574148" y="663929"/>
              <a:ext cx="101875" cy="134875"/>
              <a:chOff x="3928495" y="333391"/>
              <a:chExt cx="101875" cy="134875"/>
            </a:xfrm>
          </p:grpSpPr>
          <p:grpSp>
            <p:nvGrpSpPr>
              <p:cNvPr id="1489" name="Google Shape;1489;p24"/>
              <p:cNvGrpSpPr/>
              <p:nvPr/>
            </p:nvGrpSpPr>
            <p:grpSpPr>
              <a:xfrm>
                <a:off x="3928495" y="379241"/>
                <a:ext cx="44700" cy="42600"/>
                <a:chOff x="3928495" y="379241"/>
                <a:chExt cx="44700" cy="42600"/>
              </a:xfrm>
            </p:grpSpPr>
            <p:sp>
              <p:nvSpPr>
                <p:cNvPr id="1490" name="Google Shape;1490;p24"/>
                <p:cNvSpPr/>
                <p:nvPr/>
              </p:nvSpPr>
              <p:spPr>
                <a:xfrm>
                  <a:off x="3928495" y="396272"/>
                  <a:ext cx="44700" cy="81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91" name="Google Shape;1491;p24"/>
                <p:cNvSpPr/>
                <p:nvPr/>
              </p:nvSpPr>
              <p:spPr>
                <a:xfrm>
                  <a:off x="3946802" y="379241"/>
                  <a:ext cx="8100" cy="426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492" name="Google Shape;1492;p24"/>
              <p:cNvGrpSpPr/>
              <p:nvPr/>
            </p:nvGrpSpPr>
            <p:grpSpPr>
              <a:xfrm>
                <a:off x="3985670" y="425666"/>
                <a:ext cx="44700" cy="42600"/>
                <a:chOff x="3928495" y="379241"/>
                <a:chExt cx="44700" cy="42600"/>
              </a:xfrm>
            </p:grpSpPr>
            <p:sp>
              <p:nvSpPr>
                <p:cNvPr id="1493" name="Google Shape;1493;p24"/>
                <p:cNvSpPr/>
                <p:nvPr/>
              </p:nvSpPr>
              <p:spPr>
                <a:xfrm>
                  <a:off x="3928495" y="396272"/>
                  <a:ext cx="44700" cy="81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94" name="Google Shape;1494;p24"/>
                <p:cNvSpPr/>
                <p:nvPr/>
              </p:nvSpPr>
              <p:spPr>
                <a:xfrm>
                  <a:off x="3946802" y="379241"/>
                  <a:ext cx="8100" cy="426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495" name="Google Shape;1495;p24"/>
              <p:cNvGrpSpPr/>
              <p:nvPr/>
            </p:nvGrpSpPr>
            <p:grpSpPr>
              <a:xfrm>
                <a:off x="3985670" y="333391"/>
                <a:ext cx="44700" cy="42600"/>
                <a:chOff x="3928495" y="379241"/>
                <a:chExt cx="44700" cy="42600"/>
              </a:xfrm>
            </p:grpSpPr>
            <p:sp>
              <p:nvSpPr>
                <p:cNvPr id="1496" name="Google Shape;1496;p24"/>
                <p:cNvSpPr/>
                <p:nvPr/>
              </p:nvSpPr>
              <p:spPr>
                <a:xfrm>
                  <a:off x="3928495" y="396272"/>
                  <a:ext cx="44700" cy="81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97" name="Google Shape;1497;p24"/>
                <p:cNvSpPr/>
                <p:nvPr/>
              </p:nvSpPr>
              <p:spPr>
                <a:xfrm>
                  <a:off x="3946802" y="379241"/>
                  <a:ext cx="8100" cy="426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1498" name="Google Shape;1498;p24"/>
            <p:cNvGrpSpPr/>
            <p:nvPr/>
          </p:nvGrpSpPr>
          <p:grpSpPr>
            <a:xfrm flipH="1">
              <a:off x="7104967" y="4796012"/>
              <a:ext cx="445675" cy="119073"/>
              <a:chOff x="3578973" y="2550931"/>
              <a:chExt cx="279193" cy="74593"/>
            </a:xfrm>
          </p:grpSpPr>
          <p:sp>
            <p:nvSpPr>
              <p:cNvPr id="1499" name="Google Shape;1499;p24"/>
              <p:cNvSpPr/>
              <p:nvPr/>
            </p:nvSpPr>
            <p:spPr>
              <a:xfrm>
                <a:off x="3578973" y="2550931"/>
                <a:ext cx="42625" cy="74593"/>
              </a:xfrm>
              <a:custGeom>
                <a:rect b="b" l="l" r="r" t="t"/>
                <a:pathLst>
                  <a:path extrusionOk="0" h="35" w="20">
                    <a:moveTo>
                      <a:pt x="3" y="35"/>
                    </a:moveTo>
                    <a:lnTo>
                      <a:pt x="20" y="17"/>
                    </a:lnTo>
                    <a:lnTo>
                      <a:pt x="3" y="0"/>
                    </a:lnTo>
                    <a:lnTo>
                      <a:pt x="0" y="3"/>
                    </a:lnTo>
                    <a:lnTo>
                      <a:pt x="14"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00" name="Google Shape;1500;p24"/>
              <p:cNvSpPr/>
              <p:nvPr/>
            </p:nvSpPr>
            <p:spPr>
              <a:xfrm>
                <a:off x="3636518"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01" name="Google Shape;1501;p24"/>
              <p:cNvSpPr/>
              <p:nvPr/>
            </p:nvSpPr>
            <p:spPr>
              <a:xfrm>
                <a:off x="3698323" y="2550931"/>
                <a:ext cx="42625" cy="74593"/>
              </a:xfrm>
              <a:custGeom>
                <a:rect b="b" l="l" r="r" t="t"/>
                <a:pathLst>
                  <a:path extrusionOk="0" h="35" w="20">
                    <a:moveTo>
                      <a:pt x="2" y="35"/>
                    </a:moveTo>
                    <a:lnTo>
                      <a:pt x="20" y="17"/>
                    </a:lnTo>
                    <a:lnTo>
                      <a:pt x="2" y="0"/>
                    </a:lnTo>
                    <a:lnTo>
                      <a:pt x="0" y="3"/>
                    </a:lnTo>
                    <a:lnTo>
                      <a:pt x="13" y="17"/>
                    </a:lnTo>
                    <a:lnTo>
                      <a:pt x="0" y="32"/>
                    </a:lnTo>
                    <a:lnTo>
                      <a:pt x="2" y="35"/>
                    </a:lnTo>
                    <a:lnTo>
                      <a:pt x="2"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02" name="Google Shape;1502;p24"/>
              <p:cNvSpPr/>
              <p:nvPr/>
            </p:nvSpPr>
            <p:spPr>
              <a:xfrm>
                <a:off x="3755867"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03" name="Google Shape;1503;p24"/>
              <p:cNvSpPr/>
              <p:nvPr/>
            </p:nvSpPr>
            <p:spPr>
              <a:xfrm>
                <a:off x="3813410" y="2550931"/>
                <a:ext cx="44757" cy="74593"/>
              </a:xfrm>
              <a:custGeom>
                <a:rect b="b" l="l" r="r" t="t"/>
                <a:pathLst>
                  <a:path extrusionOk="0" h="35" w="21">
                    <a:moveTo>
                      <a:pt x="4" y="35"/>
                    </a:moveTo>
                    <a:lnTo>
                      <a:pt x="21" y="17"/>
                    </a:lnTo>
                    <a:lnTo>
                      <a:pt x="4" y="0"/>
                    </a:lnTo>
                    <a:lnTo>
                      <a:pt x="0" y="3"/>
                    </a:lnTo>
                    <a:lnTo>
                      <a:pt x="15" y="17"/>
                    </a:lnTo>
                    <a:lnTo>
                      <a:pt x="0" y="32"/>
                    </a:lnTo>
                    <a:lnTo>
                      <a:pt x="4" y="35"/>
                    </a:lnTo>
                    <a:lnTo>
                      <a:pt x="4"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04" name="Google Shape;1504;p24"/>
              <p:cNvSpPr/>
              <p:nvPr/>
            </p:nvSpPr>
            <p:spPr>
              <a:xfrm>
                <a:off x="3578973" y="2550931"/>
                <a:ext cx="42625" cy="74593"/>
              </a:xfrm>
              <a:custGeom>
                <a:rect b="b" l="l" r="r" t="t"/>
                <a:pathLst>
                  <a:path extrusionOk="0" h="35" w="20">
                    <a:moveTo>
                      <a:pt x="3" y="35"/>
                    </a:moveTo>
                    <a:lnTo>
                      <a:pt x="20" y="17"/>
                    </a:lnTo>
                    <a:lnTo>
                      <a:pt x="3" y="0"/>
                    </a:lnTo>
                    <a:lnTo>
                      <a:pt x="0" y="3"/>
                    </a:lnTo>
                    <a:lnTo>
                      <a:pt x="14"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05" name="Google Shape;1505;p24"/>
              <p:cNvSpPr/>
              <p:nvPr/>
            </p:nvSpPr>
            <p:spPr>
              <a:xfrm>
                <a:off x="3636518"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06" name="Google Shape;1506;p24"/>
              <p:cNvSpPr/>
              <p:nvPr/>
            </p:nvSpPr>
            <p:spPr>
              <a:xfrm>
                <a:off x="3698323" y="2550931"/>
                <a:ext cx="42625" cy="74593"/>
              </a:xfrm>
              <a:custGeom>
                <a:rect b="b" l="l" r="r" t="t"/>
                <a:pathLst>
                  <a:path extrusionOk="0" h="35" w="20">
                    <a:moveTo>
                      <a:pt x="2" y="35"/>
                    </a:moveTo>
                    <a:lnTo>
                      <a:pt x="20" y="17"/>
                    </a:lnTo>
                    <a:lnTo>
                      <a:pt x="2" y="0"/>
                    </a:lnTo>
                    <a:lnTo>
                      <a:pt x="0" y="3"/>
                    </a:lnTo>
                    <a:lnTo>
                      <a:pt x="13" y="17"/>
                    </a:lnTo>
                    <a:lnTo>
                      <a:pt x="0" y="32"/>
                    </a:lnTo>
                    <a:lnTo>
                      <a:pt x="2" y="35"/>
                    </a:lnTo>
                    <a:lnTo>
                      <a:pt x="2"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07" name="Google Shape;1507;p24"/>
              <p:cNvSpPr/>
              <p:nvPr/>
            </p:nvSpPr>
            <p:spPr>
              <a:xfrm>
                <a:off x="3755867"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08" name="Google Shape;1508;p24"/>
              <p:cNvSpPr/>
              <p:nvPr/>
            </p:nvSpPr>
            <p:spPr>
              <a:xfrm>
                <a:off x="3813410" y="2550931"/>
                <a:ext cx="44757" cy="74593"/>
              </a:xfrm>
              <a:custGeom>
                <a:rect b="b" l="l" r="r" t="t"/>
                <a:pathLst>
                  <a:path extrusionOk="0" h="35" w="21">
                    <a:moveTo>
                      <a:pt x="4" y="35"/>
                    </a:moveTo>
                    <a:lnTo>
                      <a:pt x="21" y="17"/>
                    </a:lnTo>
                    <a:lnTo>
                      <a:pt x="4" y="0"/>
                    </a:lnTo>
                    <a:lnTo>
                      <a:pt x="0" y="3"/>
                    </a:lnTo>
                    <a:lnTo>
                      <a:pt x="15" y="17"/>
                    </a:lnTo>
                    <a:lnTo>
                      <a:pt x="0" y="32"/>
                    </a:lnTo>
                    <a:lnTo>
                      <a:pt x="4" y="35"/>
                    </a:lnTo>
                    <a:lnTo>
                      <a:pt x="4"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509" name="Google Shape;1509;p24"/>
            <p:cNvGrpSpPr/>
            <p:nvPr/>
          </p:nvGrpSpPr>
          <p:grpSpPr>
            <a:xfrm flipH="1">
              <a:off x="1456493" y="140988"/>
              <a:ext cx="130200" cy="126125"/>
              <a:chOff x="3935725" y="167575"/>
              <a:chExt cx="130200" cy="126125"/>
            </a:xfrm>
          </p:grpSpPr>
          <p:sp>
            <p:nvSpPr>
              <p:cNvPr id="1510" name="Google Shape;1510;p24"/>
              <p:cNvSpPr/>
              <p:nvPr/>
            </p:nvSpPr>
            <p:spPr>
              <a:xfrm>
                <a:off x="3935725" y="167575"/>
                <a:ext cx="65100" cy="56400"/>
              </a:xfrm>
              <a:prstGeom prst="hexagon">
                <a:avLst>
                  <a:gd fmla="val 25000" name="adj"/>
                  <a:gd fmla="val 115470" name="vf"/>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511" name="Google Shape;1511;p24"/>
              <p:cNvSpPr/>
              <p:nvPr/>
            </p:nvSpPr>
            <p:spPr>
              <a:xfrm>
                <a:off x="4000825" y="201775"/>
                <a:ext cx="65100" cy="56400"/>
              </a:xfrm>
              <a:prstGeom prst="hexagon">
                <a:avLst>
                  <a:gd fmla="val 25000" name="adj"/>
                  <a:gd fmla="val 115470" name="vf"/>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512" name="Google Shape;1512;p24"/>
              <p:cNvSpPr/>
              <p:nvPr/>
            </p:nvSpPr>
            <p:spPr>
              <a:xfrm>
                <a:off x="3935725" y="237300"/>
                <a:ext cx="65100" cy="56400"/>
              </a:xfrm>
              <a:prstGeom prst="hexagon">
                <a:avLst>
                  <a:gd fmla="val 25000" name="adj"/>
                  <a:gd fmla="val 115470" name="vf"/>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1513" name="Google Shape;1513;p24"/>
            <p:cNvGrpSpPr/>
            <p:nvPr/>
          </p:nvGrpSpPr>
          <p:grpSpPr>
            <a:xfrm>
              <a:off x="7142571" y="234934"/>
              <a:ext cx="445675" cy="80822"/>
              <a:chOff x="6468929" y="3844579"/>
              <a:chExt cx="411329" cy="74593"/>
            </a:xfrm>
          </p:grpSpPr>
          <p:sp>
            <p:nvSpPr>
              <p:cNvPr id="1514" name="Google Shape;1514;p24"/>
              <p:cNvSpPr/>
              <p:nvPr/>
            </p:nvSpPr>
            <p:spPr>
              <a:xfrm>
                <a:off x="6814190" y="3848841"/>
                <a:ext cx="66069" cy="66068"/>
              </a:xfrm>
              <a:custGeom>
                <a:rect b="b" l="l" r="r" t="t"/>
                <a:pathLst>
                  <a:path extrusionOk="0" h="29" w="29">
                    <a:moveTo>
                      <a:pt x="2" y="14"/>
                    </a:moveTo>
                    <a:cubicBezTo>
                      <a:pt x="0" y="14"/>
                      <a:pt x="0" y="14"/>
                      <a:pt x="0" y="14"/>
                    </a:cubicBezTo>
                    <a:cubicBezTo>
                      <a:pt x="0" y="22"/>
                      <a:pt x="7" y="29"/>
                      <a:pt x="14" y="29"/>
                    </a:cubicBezTo>
                    <a:cubicBezTo>
                      <a:pt x="22" y="29"/>
                      <a:pt x="29" y="22"/>
                      <a:pt x="29" y="14"/>
                    </a:cubicBezTo>
                    <a:cubicBezTo>
                      <a:pt x="29" y="6"/>
                      <a:pt x="22" y="0"/>
                      <a:pt x="14" y="0"/>
                    </a:cubicBezTo>
                    <a:cubicBezTo>
                      <a:pt x="7" y="0"/>
                      <a:pt x="0" y="6"/>
                      <a:pt x="0" y="14"/>
                    </a:cubicBezTo>
                    <a:cubicBezTo>
                      <a:pt x="2" y="14"/>
                      <a:pt x="2" y="14"/>
                      <a:pt x="2" y="14"/>
                    </a:cubicBezTo>
                    <a:cubicBezTo>
                      <a:pt x="4" y="14"/>
                      <a:pt x="4" y="14"/>
                      <a:pt x="4" y="14"/>
                    </a:cubicBezTo>
                    <a:cubicBezTo>
                      <a:pt x="4" y="9"/>
                      <a:pt x="9" y="4"/>
                      <a:pt x="14" y="4"/>
                    </a:cubicBezTo>
                    <a:cubicBezTo>
                      <a:pt x="20" y="4"/>
                      <a:pt x="25" y="9"/>
                      <a:pt x="25" y="14"/>
                    </a:cubicBezTo>
                    <a:cubicBezTo>
                      <a:pt x="25" y="20"/>
                      <a:pt x="20" y="25"/>
                      <a:pt x="14" y="25"/>
                    </a:cubicBezTo>
                    <a:cubicBezTo>
                      <a:pt x="9" y="25"/>
                      <a:pt x="4" y="20"/>
                      <a:pt x="4" y="14"/>
                    </a:cubicBezTo>
                    <a:lnTo>
                      <a:pt x="2" y="1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15" name="Google Shape;1515;p24"/>
              <p:cNvSpPr/>
              <p:nvPr/>
            </p:nvSpPr>
            <p:spPr>
              <a:xfrm>
                <a:off x="6475324" y="3876548"/>
                <a:ext cx="343130" cy="8525"/>
              </a:xfrm>
              <a:custGeom>
                <a:rect b="b" l="l" r="r" t="t"/>
                <a:pathLst>
                  <a:path extrusionOk="0" h="4" w="161">
                    <a:moveTo>
                      <a:pt x="161" y="0"/>
                    </a:moveTo>
                    <a:lnTo>
                      <a:pt x="0" y="0"/>
                    </a:lnTo>
                    <a:lnTo>
                      <a:pt x="0" y="4"/>
                    </a:lnTo>
                    <a:lnTo>
                      <a:pt x="161" y="4"/>
                    </a:lnTo>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16" name="Google Shape;1516;p24"/>
              <p:cNvSpPr/>
              <p:nvPr/>
            </p:nvSpPr>
            <p:spPr>
              <a:xfrm>
                <a:off x="6468929" y="3844579"/>
                <a:ext cx="42625" cy="74593"/>
              </a:xfrm>
              <a:custGeom>
                <a:rect b="b" l="l" r="r" t="t"/>
                <a:pathLst>
                  <a:path extrusionOk="0" h="35" w="2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1517" name="Google Shape;1517;p24"/>
          <p:cNvGrpSpPr/>
          <p:nvPr/>
        </p:nvGrpSpPr>
        <p:grpSpPr>
          <a:xfrm>
            <a:off x="-103776" y="-727803"/>
            <a:ext cx="10797489" cy="6768677"/>
            <a:chOff x="-103776" y="-727803"/>
            <a:chExt cx="10797489" cy="6768677"/>
          </a:xfrm>
        </p:grpSpPr>
        <p:grpSp>
          <p:nvGrpSpPr>
            <p:cNvPr id="1518" name="Google Shape;1518;p24"/>
            <p:cNvGrpSpPr/>
            <p:nvPr/>
          </p:nvGrpSpPr>
          <p:grpSpPr>
            <a:xfrm flipH="1">
              <a:off x="2126894" y="-727803"/>
              <a:ext cx="204128" cy="1115878"/>
              <a:chOff x="6605329" y="191675"/>
              <a:chExt cx="127876" cy="699040"/>
            </a:xfrm>
          </p:grpSpPr>
          <p:sp>
            <p:nvSpPr>
              <p:cNvPr id="1519" name="Google Shape;1519;p24"/>
              <p:cNvSpPr/>
              <p:nvPr/>
            </p:nvSpPr>
            <p:spPr>
              <a:xfrm>
                <a:off x="6701235" y="858746"/>
                <a:ext cx="31969" cy="31969"/>
              </a:xfrm>
              <a:custGeom>
                <a:rect b="b" l="l" r="r" t="t"/>
                <a:pathLst>
                  <a:path extrusionOk="0" h="14" w="15">
                    <a:moveTo>
                      <a:pt x="13" y="7"/>
                    </a:moveTo>
                    <a:cubicBezTo>
                      <a:pt x="11" y="7"/>
                      <a:pt x="11" y="7"/>
                      <a:pt x="11" y="7"/>
                    </a:cubicBezTo>
                    <a:cubicBezTo>
                      <a:pt x="11" y="9"/>
                      <a:pt x="9" y="10"/>
                      <a:pt x="7" y="10"/>
                    </a:cubicBezTo>
                    <a:cubicBezTo>
                      <a:pt x="6" y="10"/>
                      <a:pt x="4" y="9"/>
                      <a:pt x="4" y="7"/>
                    </a:cubicBezTo>
                    <a:cubicBezTo>
                      <a:pt x="4" y="5"/>
                      <a:pt x="6" y="4"/>
                      <a:pt x="7" y="4"/>
                    </a:cubicBezTo>
                    <a:cubicBezTo>
                      <a:pt x="9" y="4"/>
                      <a:pt x="11" y="5"/>
                      <a:pt x="11" y="7"/>
                    </a:cubicBezTo>
                    <a:cubicBezTo>
                      <a:pt x="13" y="7"/>
                      <a:pt x="13" y="7"/>
                      <a:pt x="13" y="7"/>
                    </a:cubicBezTo>
                    <a:cubicBezTo>
                      <a:pt x="15" y="7"/>
                      <a:pt x="15" y="7"/>
                      <a:pt x="15" y="7"/>
                    </a:cubicBezTo>
                    <a:cubicBezTo>
                      <a:pt x="15" y="3"/>
                      <a:pt x="11" y="0"/>
                      <a:pt x="7" y="0"/>
                    </a:cubicBezTo>
                    <a:cubicBezTo>
                      <a:pt x="3" y="0"/>
                      <a:pt x="0" y="3"/>
                      <a:pt x="0" y="7"/>
                    </a:cubicBezTo>
                    <a:cubicBezTo>
                      <a:pt x="0" y="11"/>
                      <a:pt x="3" y="14"/>
                      <a:pt x="7" y="14"/>
                    </a:cubicBezTo>
                    <a:cubicBezTo>
                      <a:pt x="11" y="14"/>
                      <a:pt x="15" y="11"/>
                      <a:pt x="15" y="7"/>
                    </a:cubicBezTo>
                    <a:lnTo>
                      <a:pt x="13"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20" name="Google Shape;1520;p24"/>
              <p:cNvSpPr/>
              <p:nvPr/>
            </p:nvSpPr>
            <p:spPr>
              <a:xfrm>
                <a:off x="6605329" y="191675"/>
                <a:ext cx="115087" cy="671334"/>
              </a:xfrm>
              <a:custGeom>
                <a:rect b="b" l="l" r="r" t="t"/>
                <a:pathLst>
                  <a:path extrusionOk="0" h="315" w="54">
                    <a:moveTo>
                      <a:pt x="0" y="0"/>
                    </a:moveTo>
                    <a:lnTo>
                      <a:pt x="0" y="167"/>
                    </a:lnTo>
                    <a:lnTo>
                      <a:pt x="50" y="217"/>
                    </a:lnTo>
                    <a:lnTo>
                      <a:pt x="50" y="315"/>
                    </a:lnTo>
                    <a:lnTo>
                      <a:pt x="54" y="315"/>
                    </a:lnTo>
                    <a:lnTo>
                      <a:pt x="54" y="215"/>
                    </a:lnTo>
                    <a:lnTo>
                      <a:pt x="5" y="165"/>
                    </a:lnTo>
                    <a:lnTo>
                      <a:pt x="5" y="0"/>
                    </a:lnTo>
                    <a:lnTo>
                      <a:pt x="0" y="0"/>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521" name="Google Shape;1521;p24"/>
            <p:cNvGrpSpPr/>
            <p:nvPr/>
          </p:nvGrpSpPr>
          <p:grpSpPr>
            <a:xfrm rot="10800000">
              <a:off x="990733" y="4963070"/>
              <a:ext cx="1493520" cy="615774"/>
              <a:chOff x="5301012" y="396272"/>
              <a:chExt cx="935614" cy="385751"/>
            </a:xfrm>
          </p:grpSpPr>
          <p:sp>
            <p:nvSpPr>
              <p:cNvPr id="1522" name="Google Shape;1522;p24"/>
              <p:cNvSpPr/>
              <p:nvPr/>
            </p:nvSpPr>
            <p:spPr>
              <a:xfrm>
                <a:off x="6202525" y="396272"/>
                <a:ext cx="34100" cy="34099"/>
              </a:xfrm>
              <a:custGeom>
                <a:rect b="b" l="l" r="r" t="t"/>
                <a:pathLst>
                  <a:path extrusionOk="0" h="15" w="15">
                    <a:moveTo>
                      <a:pt x="13" y="8"/>
                    </a:moveTo>
                    <a:cubicBezTo>
                      <a:pt x="11" y="8"/>
                      <a:pt x="11" y="8"/>
                      <a:pt x="11" y="8"/>
                    </a:cubicBezTo>
                    <a:cubicBezTo>
                      <a:pt x="11" y="9"/>
                      <a:pt x="9" y="11"/>
                      <a:pt x="8" y="11"/>
                    </a:cubicBezTo>
                    <a:cubicBezTo>
                      <a:pt x="6" y="11"/>
                      <a:pt x="4" y="9"/>
                      <a:pt x="4" y="8"/>
                    </a:cubicBezTo>
                    <a:cubicBezTo>
                      <a:pt x="4" y="6"/>
                      <a:pt x="6" y="4"/>
                      <a:pt x="8" y="4"/>
                    </a:cubicBezTo>
                    <a:cubicBezTo>
                      <a:pt x="9" y="4"/>
                      <a:pt x="11" y="6"/>
                      <a:pt x="11" y="8"/>
                    </a:cubicBezTo>
                    <a:cubicBezTo>
                      <a:pt x="13" y="8"/>
                      <a:pt x="13" y="8"/>
                      <a:pt x="13" y="8"/>
                    </a:cubicBezTo>
                    <a:cubicBezTo>
                      <a:pt x="15" y="8"/>
                      <a:pt x="15" y="8"/>
                      <a:pt x="15" y="8"/>
                    </a:cubicBezTo>
                    <a:cubicBezTo>
                      <a:pt x="15" y="4"/>
                      <a:pt x="12" y="0"/>
                      <a:pt x="8" y="0"/>
                    </a:cubicBezTo>
                    <a:cubicBezTo>
                      <a:pt x="4" y="0"/>
                      <a:pt x="0" y="4"/>
                      <a:pt x="0" y="8"/>
                    </a:cubicBezTo>
                    <a:cubicBezTo>
                      <a:pt x="0" y="12"/>
                      <a:pt x="4" y="15"/>
                      <a:pt x="8" y="15"/>
                    </a:cubicBezTo>
                    <a:cubicBezTo>
                      <a:pt x="12" y="15"/>
                      <a:pt x="15" y="12"/>
                      <a:pt x="15" y="8"/>
                    </a:cubicBezTo>
                    <a:lnTo>
                      <a:pt x="13"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23" name="Google Shape;1523;p24"/>
              <p:cNvSpPr/>
              <p:nvPr/>
            </p:nvSpPr>
            <p:spPr>
              <a:xfrm>
                <a:off x="5301012" y="750054"/>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6"/>
                      <a:pt x="5" y="4"/>
                      <a:pt x="7" y="4"/>
                    </a:cubicBezTo>
                    <a:cubicBezTo>
                      <a:pt x="9" y="4"/>
                      <a:pt x="10" y="6"/>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24" name="Google Shape;1524;p24"/>
              <p:cNvSpPr/>
              <p:nvPr/>
            </p:nvSpPr>
            <p:spPr>
              <a:xfrm>
                <a:off x="5322324" y="426109"/>
                <a:ext cx="903645" cy="336732"/>
              </a:xfrm>
              <a:custGeom>
                <a:rect b="b" l="l" r="r" t="t"/>
                <a:pathLst>
                  <a:path extrusionOk="0" h="158" w="424">
                    <a:moveTo>
                      <a:pt x="419" y="0"/>
                    </a:moveTo>
                    <a:lnTo>
                      <a:pt x="419" y="51"/>
                    </a:lnTo>
                    <a:lnTo>
                      <a:pt x="388" y="82"/>
                    </a:lnTo>
                    <a:lnTo>
                      <a:pt x="72" y="82"/>
                    </a:lnTo>
                    <a:lnTo>
                      <a:pt x="0" y="154"/>
                    </a:lnTo>
                    <a:lnTo>
                      <a:pt x="3" y="158"/>
                    </a:lnTo>
                    <a:lnTo>
                      <a:pt x="74" y="86"/>
                    </a:lnTo>
                    <a:lnTo>
                      <a:pt x="390" y="86"/>
                    </a:lnTo>
                    <a:lnTo>
                      <a:pt x="424" y="53"/>
                    </a:lnTo>
                    <a:lnTo>
                      <a:pt x="424" y="0"/>
                    </a:lnTo>
                    <a:lnTo>
                      <a:pt x="419" y="0"/>
                    </a:lnTo>
                    <a:lnTo>
                      <a:pt x="419"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525" name="Google Shape;1525;p24"/>
            <p:cNvGrpSpPr/>
            <p:nvPr/>
          </p:nvGrpSpPr>
          <p:grpSpPr>
            <a:xfrm flipH="1">
              <a:off x="1116604" y="4702857"/>
              <a:ext cx="1064856" cy="813093"/>
              <a:chOff x="3843246" y="357910"/>
              <a:chExt cx="667078" cy="509361"/>
            </a:xfrm>
          </p:grpSpPr>
          <p:sp>
            <p:nvSpPr>
              <p:cNvPr id="1526" name="Google Shape;1526;p24"/>
              <p:cNvSpPr/>
              <p:nvPr/>
            </p:nvSpPr>
            <p:spPr>
              <a:xfrm>
                <a:off x="3870952" y="385616"/>
                <a:ext cx="626584" cy="471000"/>
              </a:xfrm>
              <a:custGeom>
                <a:rect b="b" l="l" r="r" t="t"/>
                <a:pathLst>
                  <a:path extrusionOk="0" h="221" w="294">
                    <a:moveTo>
                      <a:pt x="290" y="0"/>
                    </a:moveTo>
                    <a:lnTo>
                      <a:pt x="290" y="78"/>
                    </a:lnTo>
                    <a:lnTo>
                      <a:pt x="151" y="217"/>
                    </a:lnTo>
                    <a:lnTo>
                      <a:pt x="0" y="217"/>
                    </a:lnTo>
                    <a:lnTo>
                      <a:pt x="0" y="221"/>
                    </a:lnTo>
                    <a:lnTo>
                      <a:pt x="153" y="221"/>
                    </a:lnTo>
                    <a:lnTo>
                      <a:pt x="294" y="80"/>
                    </a:lnTo>
                    <a:lnTo>
                      <a:pt x="294" y="0"/>
                    </a:lnTo>
                    <a:lnTo>
                      <a:pt x="290" y="0"/>
                    </a:lnTo>
                    <a:lnTo>
                      <a:pt x="29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27" name="Google Shape;1527;p24"/>
              <p:cNvSpPr/>
              <p:nvPr/>
            </p:nvSpPr>
            <p:spPr>
              <a:xfrm>
                <a:off x="3843246" y="835302"/>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5"/>
                      <a:pt x="5"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28" name="Google Shape;1528;p24"/>
              <p:cNvSpPr/>
              <p:nvPr/>
            </p:nvSpPr>
            <p:spPr>
              <a:xfrm>
                <a:off x="4478354" y="357910"/>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6"/>
                      <a:pt x="5" y="4"/>
                      <a:pt x="7" y="4"/>
                    </a:cubicBezTo>
                    <a:cubicBezTo>
                      <a:pt x="9" y="4"/>
                      <a:pt x="10" y="6"/>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529" name="Google Shape;1529;p24"/>
            <p:cNvGrpSpPr/>
            <p:nvPr/>
          </p:nvGrpSpPr>
          <p:grpSpPr>
            <a:xfrm flipH="1">
              <a:off x="-103776" y="-325628"/>
              <a:ext cx="1337026" cy="826702"/>
              <a:chOff x="3421261" y="191675"/>
              <a:chExt cx="837578" cy="517886"/>
            </a:xfrm>
          </p:grpSpPr>
          <p:sp>
            <p:nvSpPr>
              <p:cNvPr id="1530" name="Google Shape;1530;p24"/>
              <p:cNvSpPr/>
              <p:nvPr/>
            </p:nvSpPr>
            <p:spPr>
              <a:xfrm>
                <a:off x="3421261" y="679724"/>
                <a:ext cx="31969" cy="29837"/>
              </a:xfrm>
              <a:custGeom>
                <a:rect b="b" l="l" r="r" t="t"/>
                <a:pathLst>
                  <a:path extrusionOk="0" h="14" w="14">
                    <a:moveTo>
                      <a:pt x="12" y="7"/>
                    </a:moveTo>
                    <a:cubicBezTo>
                      <a:pt x="10" y="7"/>
                      <a:pt x="10" y="7"/>
                      <a:pt x="10" y="7"/>
                    </a:cubicBezTo>
                    <a:cubicBezTo>
                      <a:pt x="10" y="8"/>
                      <a:pt x="9" y="10"/>
                      <a:pt x="7" y="10"/>
                    </a:cubicBezTo>
                    <a:cubicBezTo>
                      <a:pt x="5" y="10"/>
                      <a:pt x="4" y="8"/>
                      <a:pt x="4" y="7"/>
                    </a:cubicBezTo>
                    <a:cubicBezTo>
                      <a:pt x="4" y="5"/>
                      <a:pt x="5"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31" name="Google Shape;1531;p24"/>
              <p:cNvSpPr/>
              <p:nvPr/>
            </p:nvSpPr>
            <p:spPr>
              <a:xfrm>
                <a:off x="3442573" y="191675"/>
                <a:ext cx="816266" cy="498704"/>
              </a:xfrm>
              <a:custGeom>
                <a:rect b="b" l="l" r="r" t="t"/>
                <a:pathLst>
                  <a:path extrusionOk="0" h="234" w="383">
                    <a:moveTo>
                      <a:pt x="379" y="0"/>
                    </a:moveTo>
                    <a:lnTo>
                      <a:pt x="379" y="106"/>
                    </a:lnTo>
                    <a:lnTo>
                      <a:pt x="301" y="185"/>
                    </a:lnTo>
                    <a:lnTo>
                      <a:pt x="46" y="185"/>
                    </a:lnTo>
                    <a:lnTo>
                      <a:pt x="0" y="231"/>
                    </a:lnTo>
                    <a:lnTo>
                      <a:pt x="3" y="234"/>
                    </a:lnTo>
                    <a:lnTo>
                      <a:pt x="47" y="190"/>
                    </a:lnTo>
                    <a:lnTo>
                      <a:pt x="302" y="190"/>
                    </a:lnTo>
                    <a:lnTo>
                      <a:pt x="383" y="108"/>
                    </a:lnTo>
                    <a:lnTo>
                      <a:pt x="383" y="0"/>
                    </a:lnTo>
                    <a:lnTo>
                      <a:pt x="379" y="0"/>
                    </a:lnTo>
                    <a:lnTo>
                      <a:pt x="379"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532" name="Google Shape;1532;p24"/>
            <p:cNvGrpSpPr/>
            <p:nvPr/>
          </p:nvGrpSpPr>
          <p:grpSpPr>
            <a:xfrm flipH="1">
              <a:off x="8536803" y="1063795"/>
              <a:ext cx="2156910" cy="506908"/>
              <a:chOff x="4891825" y="3495059"/>
              <a:chExt cx="1351193" cy="317552"/>
            </a:xfrm>
          </p:grpSpPr>
          <p:sp>
            <p:nvSpPr>
              <p:cNvPr id="1533" name="Google Shape;1533;p24"/>
              <p:cNvSpPr/>
              <p:nvPr/>
            </p:nvSpPr>
            <p:spPr>
              <a:xfrm>
                <a:off x="6208918" y="3706050"/>
                <a:ext cx="34100" cy="31969"/>
              </a:xfrm>
              <a:custGeom>
                <a:rect b="b" l="l" r="r" t="t"/>
                <a:pathLst>
                  <a:path extrusionOk="0" h="15" w="15">
                    <a:moveTo>
                      <a:pt x="2" y="7"/>
                    </a:moveTo>
                    <a:cubicBezTo>
                      <a:pt x="4" y="7"/>
                      <a:pt x="4" y="7"/>
                      <a:pt x="4" y="7"/>
                    </a:cubicBezTo>
                    <a:cubicBezTo>
                      <a:pt x="4" y="6"/>
                      <a:pt x="6" y="4"/>
                      <a:pt x="8" y="4"/>
                    </a:cubicBezTo>
                    <a:cubicBezTo>
                      <a:pt x="9" y="4"/>
                      <a:pt x="11" y="6"/>
                      <a:pt x="11" y="7"/>
                    </a:cubicBezTo>
                    <a:cubicBezTo>
                      <a:pt x="11" y="9"/>
                      <a:pt x="9" y="11"/>
                      <a:pt x="8" y="11"/>
                    </a:cubicBezTo>
                    <a:cubicBezTo>
                      <a:pt x="6" y="11"/>
                      <a:pt x="4" y="9"/>
                      <a:pt x="4" y="7"/>
                    </a:cubicBezTo>
                    <a:cubicBezTo>
                      <a:pt x="2" y="7"/>
                      <a:pt x="2" y="7"/>
                      <a:pt x="2" y="7"/>
                    </a:cubicBezTo>
                    <a:cubicBezTo>
                      <a:pt x="0" y="7"/>
                      <a:pt x="0" y="7"/>
                      <a:pt x="0" y="7"/>
                    </a:cubicBezTo>
                    <a:cubicBezTo>
                      <a:pt x="0" y="11"/>
                      <a:pt x="4" y="15"/>
                      <a:pt x="8" y="15"/>
                    </a:cubicBezTo>
                    <a:cubicBezTo>
                      <a:pt x="12" y="15"/>
                      <a:pt x="15" y="11"/>
                      <a:pt x="15" y="7"/>
                    </a:cubicBezTo>
                    <a:cubicBezTo>
                      <a:pt x="15" y="3"/>
                      <a:pt x="12" y="0"/>
                      <a:pt x="8" y="0"/>
                    </a:cubicBezTo>
                    <a:cubicBezTo>
                      <a:pt x="4" y="0"/>
                      <a:pt x="0" y="3"/>
                      <a:pt x="0" y="7"/>
                    </a:cubicBezTo>
                    <a:lnTo>
                      <a:pt x="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34" name="Google Shape;1534;p24"/>
              <p:cNvSpPr/>
              <p:nvPr/>
            </p:nvSpPr>
            <p:spPr>
              <a:xfrm>
                <a:off x="4891825" y="3584575"/>
                <a:ext cx="29825" cy="29825"/>
              </a:xfrm>
              <a:custGeom>
                <a:rect b="b" l="l" r="r" t="t"/>
                <a:pathLst>
                  <a:path extrusionOk="0" h="14" w="15">
                    <a:moveTo>
                      <a:pt x="2" y="7"/>
                    </a:moveTo>
                    <a:cubicBezTo>
                      <a:pt x="4" y="7"/>
                      <a:pt x="4" y="7"/>
                      <a:pt x="4" y="7"/>
                    </a:cubicBezTo>
                    <a:cubicBezTo>
                      <a:pt x="4" y="5"/>
                      <a:pt x="6" y="4"/>
                      <a:pt x="7" y="4"/>
                    </a:cubicBezTo>
                    <a:cubicBezTo>
                      <a:pt x="9" y="4"/>
                      <a:pt x="11" y="5"/>
                      <a:pt x="11" y="7"/>
                    </a:cubicBezTo>
                    <a:cubicBezTo>
                      <a:pt x="11" y="9"/>
                      <a:pt x="9" y="10"/>
                      <a:pt x="7" y="10"/>
                    </a:cubicBezTo>
                    <a:cubicBezTo>
                      <a:pt x="6" y="10"/>
                      <a:pt x="4" y="9"/>
                      <a:pt x="4" y="7"/>
                    </a:cubicBezTo>
                    <a:cubicBezTo>
                      <a:pt x="2" y="7"/>
                      <a:pt x="2" y="7"/>
                      <a:pt x="2" y="7"/>
                    </a:cubicBezTo>
                    <a:cubicBezTo>
                      <a:pt x="0" y="7"/>
                      <a:pt x="0" y="7"/>
                      <a:pt x="0" y="7"/>
                    </a:cubicBezTo>
                    <a:cubicBezTo>
                      <a:pt x="0" y="11"/>
                      <a:pt x="3" y="14"/>
                      <a:pt x="7" y="14"/>
                    </a:cubicBezTo>
                    <a:cubicBezTo>
                      <a:pt x="11" y="14"/>
                      <a:pt x="15" y="11"/>
                      <a:pt x="15" y="7"/>
                    </a:cubicBezTo>
                    <a:cubicBezTo>
                      <a:pt x="15" y="3"/>
                      <a:pt x="11" y="0"/>
                      <a:pt x="7" y="0"/>
                    </a:cubicBezTo>
                    <a:cubicBezTo>
                      <a:pt x="3" y="0"/>
                      <a:pt x="0" y="3"/>
                      <a:pt x="0" y="7"/>
                    </a:cubicBezTo>
                    <a:lnTo>
                      <a:pt x="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35" name="Google Shape;1535;p24"/>
              <p:cNvSpPr/>
              <p:nvPr/>
            </p:nvSpPr>
            <p:spPr>
              <a:xfrm>
                <a:off x="4917389" y="3595227"/>
                <a:ext cx="1295792" cy="217384"/>
              </a:xfrm>
              <a:custGeom>
                <a:rect b="b" l="l" r="r" t="t"/>
                <a:pathLst>
                  <a:path extrusionOk="0" h="102" w="608">
                    <a:moveTo>
                      <a:pt x="0" y="4"/>
                    </a:moveTo>
                    <a:lnTo>
                      <a:pt x="207" y="4"/>
                    </a:lnTo>
                    <a:lnTo>
                      <a:pt x="305" y="102"/>
                    </a:lnTo>
                    <a:lnTo>
                      <a:pt x="498" y="102"/>
                    </a:lnTo>
                    <a:lnTo>
                      <a:pt x="539" y="61"/>
                    </a:lnTo>
                    <a:lnTo>
                      <a:pt x="608" y="61"/>
                    </a:lnTo>
                    <a:lnTo>
                      <a:pt x="608" y="57"/>
                    </a:lnTo>
                    <a:lnTo>
                      <a:pt x="537" y="57"/>
                    </a:lnTo>
                    <a:lnTo>
                      <a:pt x="497" y="98"/>
                    </a:lnTo>
                    <a:lnTo>
                      <a:pt x="307" y="98"/>
                    </a:lnTo>
                    <a:lnTo>
                      <a:pt x="210" y="0"/>
                    </a:lnTo>
                    <a:lnTo>
                      <a:pt x="0" y="0"/>
                    </a:lnTo>
                    <a:lnTo>
                      <a:pt x="0" y="4"/>
                    </a:lnTo>
                    <a:lnTo>
                      <a:pt x="0" y="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36" name="Google Shape;1536;p24"/>
              <p:cNvSpPr/>
              <p:nvPr/>
            </p:nvSpPr>
            <p:spPr>
              <a:xfrm>
                <a:off x="5933990" y="3716706"/>
                <a:ext cx="31969" cy="34099"/>
              </a:xfrm>
              <a:custGeom>
                <a:rect b="b" l="l" r="r" t="t"/>
                <a:pathLst>
                  <a:path extrusionOk="0" h="15" w="14">
                    <a:moveTo>
                      <a:pt x="2" y="8"/>
                    </a:moveTo>
                    <a:cubicBezTo>
                      <a:pt x="4" y="8"/>
                      <a:pt x="4" y="8"/>
                      <a:pt x="4" y="8"/>
                    </a:cubicBezTo>
                    <a:cubicBezTo>
                      <a:pt x="4" y="6"/>
                      <a:pt x="5" y="4"/>
                      <a:pt x="7" y="4"/>
                    </a:cubicBezTo>
                    <a:cubicBezTo>
                      <a:pt x="8" y="4"/>
                      <a:pt x="10" y="6"/>
                      <a:pt x="10" y="8"/>
                    </a:cubicBezTo>
                    <a:cubicBezTo>
                      <a:pt x="10" y="9"/>
                      <a:pt x="8" y="11"/>
                      <a:pt x="7" y="11"/>
                    </a:cubicBezTo>
                    <a:cubicBezTo>
                      <a:pt x="5" y="11"/>
                      <a:pt x="4" y="9"/>
                      <a:pt x="4" y="8"/>
                    </a:cubicBezTo>
                    <a:cubicBezTo>
                      <a:pt x="2" y="8"/>
                      <a:pt x="2" y="8"/>
                      <a:pt x="2" y="8"/>
                    </a:cubicBezTo>
                    <a:cubicBezTo>
                      <a:pt x="0" y="8"/>
                      <a:pt x="0" y="8"/>
                      <a:pt x="0" y="8"/>
                    </a:cubicBezTo>
                    <a:cubicBezTo>
                      <a:pt x="0" y="11"/>
                      <a:pt x="3" y="15"/>
                      <a:pt x="7" y="15"/>
                    </a:cubicBezTo>
                    <a:cubicBezTo>
                      <a:pt x="11" y="15"/>
                      <a:pt x="14" y="11"/>
                      <a:pt x="14" y="8"/>
                    </a:cubicBezTo>
                    <a:cubicBezTo>
                      <a:pt x="14" y="4"/>
                      <a:pt x="11" y="0"/>
                      <a:pt x="7" y="0"/>
                    </a:cubicBezTo>
                    <a:cubicBezTo>
                      <a:pt x="3" y="0"/>
                      <a:pt x="0" y="4"/>
                      <a:pt x="0" y="8"/>
                    </a:cubicBezTo>
                    <a:lnTo>
                      <a:pt x="2"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37" name="Google Shape;1537;p24"/>
              <p:cNvSpPr/>
              <p:nvPr/>
            </p:nvSpPr>
            <p:spPr>
              <a:xfrm>
                <a:off x="5286094" y="3495059"/>
                <a:ext cx="29837" cy="31969"/>
              </a:xfrm>
              <a:custGeom>
                <a:rect b="b" l="l" r="r" t="t"/>
                <a:pathLst>
                  <a:path extrusionOk="0" h="15" w="14">
                    <a:moveTo>
                      <a:pt x="2" y="8"/>
                    </a:moveTo>
                    <a:cubicBezTo>
                      <a:pt x="4" y="8"/>
                      <a:pt x="4" y="8"/>
                      <a:pt x="4" y="8"/>
                    </a:cubicBezTo>
                    <a:cubicBezTo>
                      <a:pt x="4" y="6"/>
                      <a:pt x="5" y="4"/>
                      <a:pt x="7" y="4"/>
                    </a:cubicBezTo>
                    <a:cubicBezTo>
                      <a:pt x="9" y="4"/>
                      <a:pt x="10" y="6"/>
                      <a:pt x="10" y="8"/>
                    </a:cubicBezTo>
                    <a:cubicBezTo>
                      <a:pt x="10" y="9"/>
                      <a:pt x="9" y="11"/>
                      <a:pt x="7" y="11"/>
                    </a:cubicBezTo>
                    <a:cubicBezTo>
                      <a:pt x="5" y="11"/>
                      <a:pt x="4" y="9"/>
                      <a:pt x="4" y="8"/>
                    </a:cubicBezTo>
                    <a:cubicBezTo>
                      <a:pt x="2" y="8"/>
                      <a:pt x="2" y="8"/>
                      <a:pt x="2" y="8"/>
                    </a:cubicBezTo>
                    <a:cubicBezTo>
                      <a:pt x="0" y="8"/>
                      <a:pt x="0" y="8"/>
                      <a:pt x="0" y="8"/>
                    </a:cubicBezTo>
                    <a:cubicBezTo>
                      <a:pt x="0" y="11"/>
                      <a:pt x="3" y="15"/>
                      <a:pt x="7" y="15"/>
                    </a:cubicBezTo>
                    <a:cubicBezTo>
                      <a:pt x="11" y="15"/>
                      <a:pt x="14" y="11"/>
                      <a:pt x="14" y="8"/>
                    </a:cubicBezTo>
                    <a:cubicBezTo>
                      <a:pt x="14" y="4"/>
                      <a:pt x="11" y="0"/>
                      <a:pt x="7" y="0"/>
                    </a:cubicBezTo>
                    <a:cubicBezTo>
                      <a:pt x="3" y="0"/>
                      <a:pt x="0" y="4"/>
                      <a:pt x="0" y="8"/>
                    </a:cubicBezTo>
                    <a:lnTo>
                      <a:pt x="2"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38" name="Google Shape;1538;p24"/>
              <p:cNvSpPr/>
              <p:nvPr/>
            </p:nvSpPr>
            <p:spPr>
              <a:xfrm>
                <a:off x="5311668" y="3507847"/>
                <a:ext cx="632979" cy="219516"/>
              </a:xfrm>
              <a:custGeom>
                <a:rect b="b" l="l" r="r" t="t"/>
                <a:pathLst>
                  <a:path extrusionOk="0" h="103" w="297">
                    <a:moveTo>
                      <a:pt x="0" y="4"/>
                    </a:moveTo>
                    <a:lnTo>
                      <a:pt x="39" y="4"/>
                    </a:lnTo>
                    <a:lnTo>
                      <a:pt x="115" y="79"/>
                    </a:lnTo>
                    <a:lnTo>
                      <a:pt x="270" y="79"/>
                    </a:lnTo>
                    <a:lnTo>
                      <a:pt x="294" y="103"/>
                    </a:lnTo>
                    <a:lnTo>
                      <a:pt x="297" y="100"/>
                    </a:lnTo>
                    <a:lnTo>
                      <a:pt x="272" y="75"/>
                    </a:lnTo>
                    <a:lnTo>
                      <a:pt x="117" y="75"/>
                    </a:lnTo>
                    <a:lnTo>
                      <a:pt x="41" y="0"/>
                    </a:lnTo>
                    <a:lnTo>
                      <a:pt x="0" y="0"/>
                    </a:lnTo>
                    <a:lnTo>
                      <a:pt x="0" y="4"/>
                    </a:lnTo>
                    <a:lnTo>
                      <a:pt x="0" y="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539" name="Google Shape;1539;p24"/>
            <p:cNvGrpSpPr/>
            <p:nvPr/>
          </p:nvGrpSpPr>
          <p:grpSpPr>
            <a:xfrm>
              <a:off x="7688033" y="4702860"/>
              <a:ext cx="619332" cy="1338013"/>
              <a:chOff x="6850421" y="775628"/>
              <a:chExt cx="398541" cy="861012"/>
            </a:xfrm>
          </p:grpSpPr>
          <p:sp>
            <p:nvSpPr>
              <p:cNvPr id="1540" name="Google Shape;1540;p24"/>
              <p:cNvSpPr/>
              <p:nvPr/>
            </p:nvSpPr>
            <p:spPr>
              <a:xfrm>
                <a:off x="6850421" y="1604672"/>
                <a:ext cx="34100" cy="31969"/>
              </a:xfrm>
              <a:custGeom>
                <a:rect b="b" l="l" r="r" t="t"/>
                <a:pathLst>
                  <a:path extrusionOk="0" h="15" w="15">
                    <a:moveTo>
                      <a:pt x="13" y="8"/>
                    </a:moveTo>
                    <a:cubicBezTo>
                      <a:pt x="11" y="8"/>
                      <a:pt x="11" y="8"/>
                      <a:pt x="11" y="8"/>
                    </a:cubicBezTo>
                    <a:cubicBezTo>
                      <a:pt x="11" y="9"/>
                      <a:pt x="9" y="11"/>
                      <a:pt x="7" y="11"/>
                    </a:cubicBezTo>
                    <a:cubicBezTo>
                      <a:pt x="6" y="11"/>
                      <a:pt x="4" y="9"/>
                      <a:pt x="4" y="8"/>
                    </a:cubicBezTo>
                    <a:cubicBezTo>
                      <a:pt x="4" y="6"/>
                      <a:pt x="6" y="4"/>
                      <a:pt x="7" y="4"/>
                    </a:cubicBezTo>
                    <a:cubicBezTo>
                      <a:pt x="9" y="4"/>
                      <a:pt x="11" y="6"/>
                      <a:pt x="11" y="8"/>
                    </a:cubicBezTo>
                    <a:cubicBezTo>
                      <a:pt x="13" y="8"/>
                      <a:pt x="13" y="8"/>
                      <a:pt x="13" y="8"/>
                    </a:cubicBezTo>
                    <a:cubicBezTo>
                      <a:pt x="15" y="8"/>
                      <a:pt x="15" y="8"/>
                      <a:pt x="15" y="8"/>
                    </a:cubicBezTo>
                    <a:cubicBezTo>
                      <a:pt x="15" y="4"/>
                      <a:pt x="11" y="0"/>
                      <a:pt x="7" y="0"/>
                    </a:cubicBezTo>
                    <a:cubicBezTo>
                      <a:pt x="3" y="0"/>
                      <a:pt x="0" y="4"/>
                      <a:pt x="0" y="8"/>
                    </a:cubicBezTo>
                    <a:cubicBezTo>
                      <a:pt x="0" y="12"/>
                      <a:pt x="3" y="15"/>
                      <a:pt x="7" y="15"/>
                    </a:cubicBezTo>
                    <a:cubicBezTo>
                      <a:pt x="11" y="15"/>
                      <a:pt x="15" y="12"/>
                      <a:pt x="15" y="8"/>
                    </a:cubicBezTo>
                    <a:lnTo>
                      <a:pt x="13"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41" name="Google Shape;1541;p24"/>
              <p:cNvSpPr/>
              <p:nvPr/>
            </p:nvSpPr>
            <p:spPr>
              <a:xfrm>
                <a:off x="7138138" y="775628"/>
                <a:ext cx="31969" cy="31969"/>
              </a:xfrm>
              <a:custGeom>
                <a:rect b="b" l="l" r="r" t="t"/>
                <a:pathLst>
                  <a:path extrusionOk="0" h="14" w="14">
                    <a:moveTo>
                      <a:pt x="12" y="7"/>
                    </a:moveTo>
                    <a:cubicBezTo>
                      <a:pt x="10" y="7"/>
                      <a:pt x="10" y="7"/>
                      <a:pt x="10" y="7"/>
                    </a:cubicBezTo>
                    <a:cubicBezTo>
                      <a:pt x="10" y="9"/>
                      <a:pt x="9" y="10"/>
                      <a:pt x="7" y="10"/>
                    </a:cubicBezTo>
                    <a:cubicBezTo>
                      <a:pt x="6" y="10"/>
                      <a:pt x="4" y="9"/>
                      <a:pt x="4" y="7"/>
                    </a:cubicBezTo>
                    <a:cubicBezTo>
                      <a:pt x="4" y="5"/>
                      <a:pt x="6"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42" name="Google Shape;1542;p24"/>
              <p:cNvSpPr/>
              <p:nvPr/>
            </p:nvSpPr>
            <p:spPr>
              <a:xfrm>
                <a:off x="6861077" y="794810"/>
                <a:ext cx="387885" cy="814124"/>
              </a:xfrm>
              <a:custGeom>
                <a:rect b="b" l="l" r="r" t="t"/>
                <a:pathLst>
                  <a:path extrusionOk="0" h="382" w="182">
                    <a:moveTo>
                      <a:pt x="5" y="382"/>
                    </a:moveTo>
                    <a:lnTo>
                      <a:pt x="5" y="306"/>
                    </a:lnTo>
                    <a:lnTo>
                      <a:pt x="79" y="231"/>
                    </a:lnTo>
                    <a:lnTo>
                      <a:pt x="146" y="231"/>
                    </a:lnTo>
                    <a:lnTo>
                      <a:pt x="182" y="194"/>
                    </a:lnTo>
                    <a:lnTo>
                      <a:pt x="182" y="40"/>
                    </a:lnTo>
                    <a:lnTo>
                      <a:pt x="142" y="0"/>
                    </a:lnTo>
                    <a:lnTo>
                      <a:pt x="140" y="3"/>
                    </a:lnTo>
                    <a:lnTo>
                      <a:pt x="178" y="42"/>
                    </a:lnTo>
                    <a:lnTo>
                      <a:pt x="178" y="192"/>
                    </a:lnTo>
                    <a:lnTo>
                      <a:pt x="143" y="227"/>
                    </a:lnTo>
                    <a:lnTo>
                      <a:pt x="78" y="227"/>
                    </a:lnTo>
                    <a:lnTo>
                      <a:pt x="0" y="304"/>
                    </a:lnTo>
                    <a:lnTo>
                      <a:pt x="0" y="382"/>
                    </a:lnTo>
                    <a:lnTo>
                      <a:pt x="5" y="382"/>
                    </a:lnTo>
                    <a:lnTo>
                      <a:pt x="5" y="38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1543" name="Google Shape;1543;p2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544" name="Google Shape;1544;p24"/>
          <p:cNvSpPr txBox="1"/>
          <p:nvPr>
            <p:ph idx="1" type="subTitle"/>
          </p:nvPr>
        </p:nvSpPr>
        <p:spPr>
          <a:xfrm>
            <a:off x="826475" y="2040778"/>
            <a:ext cx="2067900" cy="6492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545" name="Google Shape;1545;p24"/>
          <p:cNvSpPr txBox="1"/>
          <p:nvPr>
            <p:ph idx="2" type="subTitle"/>
          </p:nvPr>
        </p:nvSpPr>
        <p:spPr>
          <a:xfrm>
            <a:off x="3537973" y="2040778"/>
            <a:ext cx="2067900" cy="6492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546" name="Google Shape;1546;p24"/>
          <p:cNvSpPr txBox="1"/>
          <p:nvPr>
            <p:ph idx="3" type="subTitle"/>
          </p:nvPr>
        </p:nvSpPr>
        <p:spPr>
          <a:xfrm>
            <a:off x="826475" y="3778976"/>
            <a:ext cx="2067900" cy="6492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547" name="Google Shape;1547;p24"/>
          <p:cNvSpPr txBox="1"/>
          <p:nvPr>
            <p:ph idx="4" type="subTitle"/>
          </p:nvPr>
        </p:nvSpPr>
        <p:spPr>
          <a:xfrm>
            <a:off x="3537973" y="3778976"/>
            <a:ext cx="2067900" cy="6492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548" name="Google Shape;1548;p24"/>
          <p:cNvSpPr txBox="1"/>
          <p:nvPr>
            <p:ph idx="5" type="subTitle"/>
          </p:nvPr>
        </p:nvSpPr>
        <p:spPr>
          <a:xfrm>
            <a:off x="6249477" y="2040778"/>
            <a:ext cx="2067900" cy="6492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549" name="Google Shape;1549;p24"/>
          <p:cNvSpPr txBox="1"/>
          <p:nvPr>
            <p:ph idx="6" type="subTitle"/>
          </p:nvPr>
        </p:nvSpPr>
        <p:spPr>
          <a:xfrm>
            <a:off x="6249477" y="3778976"/>
            <a:ext cx="2067900" cy="6492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550" name="Google Shape;1550;p24"/>
          <p:cNvSpPr txBox="1"/>
          <p:nvPr>
            <p:ph idx="7" type="subTitle"/>
          </p:nvPr>
        </p:nvSpPr>
        <p:spPr>
          <a:xfrm>
            <a:off x="826475" y="1755850"/>
            <a:ext cx="2067900" cy="359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Lexend"/>
              <a:buNone/>
              <a:defRPr b="1" sz="2000">
                <a:latin typeface="Lexend"/>
                <a:ea typeface="Lexend"/>
                <a:cs typeface="Lexend"/>
                <a:sym typeface="Lexend"/>
              </a:defRPr>
            </a:lvl1pPr>
            <a:lvl2pPr lvl="1" rtl="0" algn="ctr">
              <a:lnSpc>
                <a:spcPct val="115000"/>
              </a:lnSpc>
              <a:spcBef>
                <a:spcPts val="0"/>
              </a:spcBef>
              <a:spcAft>
                <a:spcPts val="0"/>
              </a:spcAft>
              <a:buSzPts val="2400"/>
              <a:buFont typeface="Lexend"/>
              <a:buNone/>
              <a:defRPr b="1" sz="2400">
                <a:latin typeface="Lexend"/>
                <a:ea typeface="Lexend"/>
                <a:cs typeface="Lexend"/>
                <a:sym typeface="Lexend"/>
              </a:defRPr>
            </a:lvl2pPr>
            <a:lvl3pPr lvl="2" rtl="0" algn="ctr">
              <a:lnSpc>
                <a:spcPct val="115000"/>
              </a:lnSpc>
              <a:spcBef>
                <a:spcPts val="0"/>
              </a:spcBef>
              <a:spcAft>
                <a:spcPts val="0"/>
              </a:spcAft>
              <a:buSzPts val="2400"/>
              <a:buFont typeface="Lexend"/>
              <a:buNone/>
              <a:defRPr b="1" sz="2400">
                <a:latin typeface="Lexend"/>
                <a:ea typeface="Lexend"/>
                <a:cs typeface="Lexend"/>
                <a:sym typeface="Lexend"/>
              </a:defRPr>
            </a:lvl3pPr>
            <a:lvl4pPr lvl="3" rtl="0" algn="ctr">
              <a:lnSpc>
                <a:spcPct val="115000"/>
              </a:lnSpc>
              <a:spcBef>
                <a:spcPts val="0"/>
              </a:spcBef>
              <a:spcAft>
                <a:spcPts val="0"/>
              </a:spcAft>
              <a:buSzPts val="2400"/>
              <a:buFont typeface="Lexend"/>
              <a:buNone/>
              <a:defRPr b="1" sz="2400">
                <a:latin typeface="Lexend"/>
                <a:ea typeface="Lexend"/>
                <a:cs typeface="Lexend"/>
                <a:sym typeface="Lexend"/>
              </a:defRPr>
            </a:lvl4pPr>
            <a:lvl5pPr lvl="4" rtl="0" algn="ctr">
              <a:lnSpc>
                <a:spcPct val="115000"/>
              </a:lnSpc>
              <a:spcBef>
                <a:spcPts val="0"/>
              </a:spcBef>
              <a:spcAft>
                <a:spcPts val="0"/>
              </a:spcAft>
              <a:buSzPts val="2400"/>
              <a:buFont typeface="Lexend"/>
              <a:buNone/>
              <a:defRPr b="1" sz="2400">
                <a:latin typeface="Lexend"/>
                <a:ea typeface="Lexend"/>
                <a:cs typeface="Lexend"/>
                <a:sym typeface="Lexend"/>
              </a:defRPr>
            </a:lvl5pPr>
            <a:lvl6pPr lvl="5" rtl="0" algn="ctr">
              <a:lnSpc>
                <a:spcPct val="115000"/>
              </a:lnSpc>
              <a:spcBef>
                <a:spcPts val="0"/>
              </a:spcBef>
              <a:spcAft>
                <a:spcPts val="0"/>
              </a:spcAft>
              <a:buSzPts val="2400"/>
              <a:buFont typeface="Lexend"/>
              <a:buNone/>
              <a:defRPr b="1" sz="2400">
                <a:latin typeface="Lexend"/>
                <a:ea typeface="Lexend"/>
                <a:cs typeface="Lexend"/>
                <a:sym typeface="Lexend"/>
              </a:defRPr>
            </a:lvl6pPr>
            <a:lvl7pPr lvl="6" rtl="0" algn="ctr">
              <a:lnSpc>
                <a:spcPct val="115000"/>
              </a:lnSpc>
              <a:spcBef>
                <a:spcPts val="0"/>
              </a:spcBef>
              <a:spcAft>
                <a:spcPts val="0"/>
              </a:spcAft>
              <a:buSzPts val="2400"/>
              <a:buFont typeface="Lexend"/>
              <a:buNone/>
              <a:defRPr b="1" sz="2400">
                <a:latin typeface="Lexend"/>
                <a:ea typeface="Lexend"/>
                <a:cs typeface="Lexend"/>
                <a:sym typeface="Lexend"/>
              </a:defRPr>
            </a:lvl7pPr>
            <a:lvl8pPr lvl="7" rtl="0" algn="ctr">
              <a:lnSpc>
                <a:spcPct val="115000"/>
              </a:lnSpc>
              <a:spcBef>
                <a:spcPts val="0"/>
              </a:spcBef>
              <a:spcAft>
                <a:spcPts val="0"/>
              </a:spcAft>
              <a:buSzPts val="2400"/>
              <a:buFont typeface="Lexend"/>
              <a:buNone/>
              <a:defRPr b="1" sz="2400">
                <a:latin typeface="Lexend"/>
                <a:ea typeface="Lexend"/>
                <a:cs typeface="Lexend"/>
                <a:sym typeface="Lexend"/>
              </a:defRPr>
            </a:lvl8pPr>
            <a:lvl9pPr lvl="8" rtl="0" algn="ctr">
              <a:lnSpc>
                <a:spcPct val="115000"/>
              </a:lnSpc>
              <a:spcBef>
                <a:spcPts val="0"/>
              </a:spcBef>
              <a:spcAft>
                <a:spcPts val="0"/>
              </a:spcAft>
              <a:buSzPts val="2400"/>
              <a:buFont typeface="Lexend"/>
              <a:buNone/>
              <a:defRPr b="1" sz="2400">
                <a:latin typeface="Lexend"/>
                <a:ea typeface="Lexend"/>
                <a:cs typeface="Lexend"/>
                <a:sym typeface="Lexend"/>
              </a:defRPr>
            </a:lvl9pPr>
          </a:lstStyle>
          <a:p/>
        </p:txBody>
      </p:sp>
      <p:sp>
        <p:nvSpPr>
          <p:cNvPr id="1551" name="Google Shape;1551;p24"/>
          <p:cNvSpPr txBox="1"/>
          <p:nvPr>
            <p:ph idx="8" type="subTitle"/>
          </p:nvPr>
        </p:nvSpPr>
        <p:spPr>
          <a:xfrm>
            <a:off x="3537973" y="1755850"/>
            <a:ext cx="2067900" cy="359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Lexend"/>
              <a:buNone/>
              <a:defRPr b="1" sz="2000">
                <a:latin typeface="Lexend"/>
                <a:ea typeface="Lexend"/>
                <a:cs typeface="Lexend"/>
                <a:sym typeface="Lexend"/>
              </a:defRPr>
            </a:lvl1pPr>
            <a:lvl2pPr lvl="1" rtl="0" algn="ctr">
              <a:lnSpc>
                <a:spcPct val="115000"/>
              </a:lnSpc>
              <a:spcBef>
                <a:spcPts val="0"/>
              </a:spcBef>
              <a:spcAft>
                <a:spcPts val="0"/>
              </a:spcAft>
              <a:buSzPts val="2400"/>
              <a:buFont typeface="Lexend"/>
              <a:buNone/>
              <a:defRPr b="1" sz="2400">
                <a:latin typeface="Lexend"/>
                <a:ea typeface="Lexend"/>
                <a:cs typeface="Lexend"/>
                <a:sym typeface="Lexend"/>
              </a:defRPr>
            </a:lvl2pPr>
            <a:lvl3pPr lvl="2" rtl="0" algn="ctr">
              <a:lnSpc>
                <a:spcPct val="115000"/>
              </a:lnSpc>
              <a:spcBef>
                <a:spcPts val="0"/>
              </a:spcBef>
              <a:spcAft>
                <a:spcPts val="0"/>
              </a:spcAft>
              <a:buSzPts val="2400"/>
              <a:buFont typeface="Lexend"/>
              <a:buNone/>
              <a:defRPr b="1" sz="2400">
                <a:latin typeface="Lexend"/>
                <a:ea typeface="Lexend"/>
                <a:cs typeface="Lexend"/>
                <a:sym typeface="Lexend"/>
              </a:defRPr>
            </a:lvl3pPr>
            <a:lvl4pPr lvl="3" rtl="0" algn="ctr">
              <a:lnSpc>
                <a:spcPct val="115000"/>
              </a:lnSpc>
              <a:spcBef>
                <a:spcPts val="0"/>
              </a:spcBef>
              <a:spcAft>
                <a:spcPts val="0"/>
              </a:spcAft>
              <a:buSzPts val="2400"/>
              <a:buFont typeface="Lexend"/>
              <a:buNone/>
              <a:defRPr b="1" sz="2400">
                <a:latin typeface="Lexend"/>
                <a:ea typeface="Lexend"/>
                <a:cs typeface="Lexend"/>
                <a:sym typeface="Lexend"/>
              </a:defRPr>
            </a:lvl4pPr>
            <a:lvl5pPr lvl="4" rtl="0" algn="ctr">
              <a:lnSpc>
                <a:spcPct val="115000"/>
              </a:lnSpc>
              <a:spcBef>
                <a:spcPts val="0"/>
              </a:spcBef>
              <a:spcAft>
                <a:spcPts val="0"/>
              </a:spcAft>
              <a:buSzPts val="2400"/>
              <a:buFont typeface="Lexend"/>
              <a:buNone/>
              <a:defRPr b="1" sz="2400">
                <a:latin typeface="Lexend"/>
                <a:ea typeface="Lexend"/>
                <a:cs typeface="Lexend"/>
                <a:sym typeface="Lexend"/>
              </a:defRPr>
            </a:lvl5pPr>
            <a:lvl6pPr lvl="5" rtl="0" algn="ctr">
              <a:lnSpc>
                <a:spcPct val="115000"/>
              </a:lnSpc>
              <a:spcBef>
                <a:spcPts val="0"/>
              </a:spcBef>
              <a:spcAft>
                <a:spcPts val="0"/>
              </a:spcAft>
              <a:buSzPts val="2400"/>
              <a:buFont typeface="Lexend"/>
              <a:buNone/>
              <a:defRPr b="1" sz="2400">
                <a:latin typeface="Lexend"/>
                <a:ea typeface="Lexend"/>
                <a:cs typeface="Lexend"/>
                <a:sym typeface="Lexend"/>
              </a:defRPr>
            </a:lvl6pPr>
            <a:lvl7pPr lvl="6" rtl="0" algn="ctr">
              <a:lnSpc>
                <a:spcPct val="115000"/>
              </a:lnSpc>
              <a:spcBef>
                <a:spcPts val="0"/>
              </a:spcBef>
              <a:spcAft>
                <a:spcPts val="0"/>
              </a:spcAft>
              <a:buSzPts val="2400"/>
              <a:buFont typeface="Lexend"/>
              <a:buNone/>
              <a:defRPr b="1" sz="2400">
                <a:latin typeface="Lexend"/>
                <a:ea typeface="Lexend"/>
                <a:cs typeface="Lexend"/>
                <a:sym typeface="Lexend"/>
              </a:defRPr>
            </a:lvl7pPr>
            <a:lvl8pPr lvl="7" rtl="0" algn="ctr">
              <a:lnSpc>
                <a:spcPct val="115000"/>
              </a:lnSpc>
              <a:spcBef>
                <a:spcPts val="0"/>
              </a:spcBef>
              <a:spcAft>
                <a:spcPts val="0"/>
              </a:spcAft>
              <a:buSzPts val="2400"/>
              <a:buFont typeface="Lexend"/>
              <a:buNone/>
              <a:defRPr b="1" sz="2400">
                <a:latin typeface="Lexend"/>
                <a:ea typeface="Lexend"/>
                <a:cs typeface="Lexend"/>
                <a:sym typeface="Lexend"/>
              </a:defRPr>
            </a:lvl8pPr>
            <a:lvl9pPr lvl="8" rtl="0" algn="ctr">
              <a:lnSpc>
                <a:spcPct val="115000"/>
              </a:lnSpc>
              <a:spcBef>
                <a:spcPts val="0"/>
              </a:spcBef>
              <a:spcAft>
                <a:spcPts val="0"/>
              </a:spcAft>
              <a:buSzPts val="2400"/>
              <a:buFont typeface="Lexend"/>
              <a:buNone/>
              <a:defRPr b="1" sz="2400">
                <a:latin typeface="Lexend"/>
                <a:ea typeface="Lexend"/>
                <a:cs typeface="Lexend"/>
                <a:sym typeface="Lexend"/>
              </a:defRPr>
            </a:lvl9pPr>
          </a:lstStyle>
          <a:p/>
        </p:txBody>
      </p:sp>
      <p:sp>
        <p:nvSpPr>
          <p:cNvPr id="1552" name="Google Shape;1552;p24"/>
          <p:cNvSpPr txBox="1"/>
          <p:nvPr>
            <p:ph idx="9" type="subTitle"/>
          </p:nvPr>
        </p:nvSpPr>
        <p:spPr>
          <a:xfrm>
            <a:off x="826475" y="3494073"/>
            <a:ext cx="2067900" cy="359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Lexend"/>
              <a:buNone/>
              <a:defRPr b="1" sz="2000">
                <a:latin typeface="Lexend"/>
                <a:ea typeface="Lexend"/>
                <a:cs typeface="Lexend"/>
                <a:sym typeface="Lexend"/>
              </a:defRPr>
            </a:lvl1pPr>
            <a:lvl2pPr lvl="1" rtl="0" algn="ctr">
              <a:lnSpc>
                <a:spcPct val="115000"/>
              </a:lnSpc>
              <a:spcBef>
                <a:spcPts val="0"/>
              </a:spcBef>
              <a:spcAft>
                <a:spcPts val="0"/>
              </a:spcAft>
              <a:buSzPts val="2400"/>
              <a:buFont typeface="Lexend"/>
              <a:buNone/>
              <a:defRPr b="1" sz="2400">
                <a:latin typeface="Lexend"/>
                <a:ea typeface="Lexend"/>
                <a:cs typeface="Lexend"/>
                <a:sym typeface="Lexend"/>
              </a:defRPr>
            </a:lvl2pPr>
            <a:lvl3pPr lvl="2" rtl="0" algn="ctr">
              <a:lnSpc>
                <a:spcPct val="115000"/>
              </a:lnSpc>
              <a:spcBef>
                <a:spcPts val="0"/>
              </a:spcBef>
              <a:spcAft>
                <a:spcPts val="0"/>
              </a:spcAft>
              <a:buSzPts val="2400"/>
              <a:buFont typeface="Lexend"/>
              <a:buNone/>
              <a:defRPr b="1" sz="2400">
                <a:latin typeface="Lexend"/>
                <a:ea typeface="Lexend"/>
                <a:cs typeface="Lexend"/>
                <a:sym typeface="Lexend"/>
              </a:defRPr>
            </a:lvl3pPr>
            <a:lvl4pPr lvl="3" rtl="0" algn="ctr">
              <a:lnSpc>
                <a:spcPct val="115000"/>
              </a:lnSpc>
              <a:spcBef>
                <a:spcPts val="0"/>
              </a:spcBef>
              <a:spcAft>
                <a:spcPts val="0"/>
              </a:spcAft>
              <a:buSzPts val="2400"/>
              <a:buFont typeface="Lexend"/>
              <a:buNone/>
              <a:defRPr b="1" sz="2400">
                <a:latin typeface="Lexend"/>
                <a:ea typeface="Lexend"/>
                <a:cs typeface="Lexend"/>
                <a:sym typeface="Lexend"/>
              </a:defRPr>
            </a:lvl4pPr>
            <a:lvl5pPr lvl="4" rtl="0" algn="ctr">
              <a:lnSpc>
                <a:spcPct val="115000"/>
              </a:lnSpc>
              <a:spcBef>
                <a:spcPts val="0"/>
              </a:spcBef>
              <a:spcAft>
                <a:spcPts val="0"/>
              </a:spcAft>
              <a:buSzPts val="2400"/>
              <a:buFont typeface="Lexend"/>
              <a:buNone/>
              <a:defRPr b="1" sz="2400">
                <a:latin typeface="Lexend"/>
                <a:ea typeface="Lexend"/>
                <a:cs typeface="Lexend"/>
                <a:sym typeface="Lexend"/>
              </a:defRPr>
            </a:lvl5pPr>
            <a:lvl6pPr lvl="5" rtl="0" algn="ctr">
              <a:lnSpc>
                <a:spcPct val="115000"/>
              </a:lnSpc>
              <a:spcBef>
                <a:spcPts val="0"/>
              </a:spcBef>
              <a:spcAft>
                <a:spcPts val="0"/>
              </a:spcAft>
              <a:buSzPts val="2400"/>
              <a:buFont typeface="Lexend"/>
              <a:buNone/>
              <a:defRPr b="1" sz="2400">
                <a:latin typeface="Lexend"/>
                <a:ea typeface="Lexend"/>
                <a:cs typeface="Lexend"/>
                <a:sym typeface="Lexend"/>
              </a:defRPr>
            </a:lvl6pPr>
            <a:lvl7pPr lvl="6" rtl="0" algn="ctr">
              <a:lnSpc>
                <a:spcPct val="115000"/>
              </a:lnSpc>
              <a:spcBef>
                <a:spcPts val="0"/>
              </a:spcBef>
              <a:spcAft>
                <a:spcPts val="0"/>
              </a:spcAft>
              <a:buSzPts val="2400"/>
              <a:buFont typeface="Lexend"/>
              <a:buNone/>
              <a:defRPr b="1" sz="2400">
                <a:latin typeface="Lexend"/>
                <a:ea typeface="Lexend"/>
                <a:cs typeface="Lexend"/>
                <a:sym typeface="Lexend"/>
              </a:defRPr>
            </a:lvl7pPr>
            <a:lvl8pPr lvl="7" rtl="0" algn="ctr">
              <a:lnSpc>
                <a:spcPct val="115000"/>
              </a:lnSpc>
              <a:spcBef>
                <a:spcPts val="0"/>
              </a:spcBef>
              <a:spcAft>
                <a:spcPts val="0"/>
              </a:spcAft>
              <a:buSzPts val="2400"/>
              <a:buFont typeface="Lexend"/>
              <a:buNone/>
              <a:defRPr b="1" sz="2400">
                <a:latin typeface="Lexend"/>
                <a:ea typeface="Lexend"/>
                <a:cs typeface="Lexend"/>
                <a:sym typeface="Lexend"/>
              </a:defRPr>
            </a:lvl8pPr>
            <a:lvl9pPr lvl="8" rtl="0" algn="ctr">
              <a:lnSpc>
                <a:spcPct val="115000"/>
              </a:lnSpc>
              <a:spcBef>
                <a:spcPts val="0"/>
              </a:spcBef>
              <a:spcAft>
                <a:spcPts val="0"/>
              </a:spcAft>
              <a:buSzPts val="2400"/>
              <a:buFont typeface="Lexend"/>
              <a:buNone/>
              <a:defRPr b="1" sz="2400">
                <a:latin typeface="Lexend"/>
                <a:ea typeface="Lexend"/>
                <a:cs typeface="Lexend"/>
                <a:sym typeface="Lexend"/>
              </a:defRPr>
            </a:lvl9pPr>
          </a:lstStyle>
          <a:p/>
        </p:txBody>
      </p:sp>
      <p:sp>
        <p:nvSpPr>
          <p:cNvPr id="1553" name="Google Shape;1553;p24"/>
          <p:cNvSpPr txBox="1"/>
          <p:nvPr>
            <p:ph idx="13" type="subTitle"/>
          </p:nvPr>
        </p:nvSpPr>
        <p:spPr>
          <a:xfrm>
            <a:off x="3537973" y="3494073"/>
            <a:ext cx="2067900" cy="359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Lexend"/>
              <a:buNone/>
              <a:defRPr b="1" sz="2000">
                <a:latin typeface="Lexend"/>
                <a:ea typeface="Lexend"/>
                <a:cs typeface="Lexend"/>
                <a:sym typeface="Lexend"/>
              </a:defRPr>
            </a:lvl1pPr>
            <a:lvl2pPr lvl="1" rtl="0" algn="ctr">
              <a:lnSpc>
                <a:spcPct val="115000"/>
              </a:lnSpc>
              <a:spcBef>
                <a:spcPts val="0"/>
              </a:spcBef>
              <a:spcAft>
                <a:spcPts val="0"/>
              </a:spcAft>
              <a:buSzPts val="2400"/>
              <a:buFont typeface="Lexend"/>
              <a:buNone/>
              <a:defRPr b="1" sz="2400">
                <a:latin typeface="Lexend"/>
                <a:ea typeface="Lexend"/>
                <a:cs typeface="Lexend"/>
                <a:sym typeface="Lexend"/>
              </a:defRPr>
            </a:lvl2pPr>
            <a:lvl3pPr lvl="2" rtl="0" algn="ctr">
              <a:lnSpc>
                <a:spcPct val="115000"/>
              </a:lnSpc>
              <a:spcBef>
                <a:spcPts val="0"/>
              </a:spcBef>
              <a:spcAft>
                <a:spcPts val="0"/>
              </a:spcAft>
              <a:buSzPts val="2400"/>
              <a:buFont typeface="Lexend"/>
              <a:buNone/>
              <a:defRPr b="1" sz="2400">
                <a:latin typeface="Lexend"/>
                <a:ea typeface="Lexend"/>
                <a:cs typeface="Lexend"/>
                <a:sym typeface="Lexend"/>
              </a:defRPr>
            </a:lvl3pPr>
            <a:lvl4pPr lvl="3" rtl="0" algn="ctr">
              <a:lnSpc>
                <a:spcPct val="115000"/>
              </a:lnSpc>
              <a:spcBef>
                <a:spcPts val="0"/>
              </a:spcBef>
              <a:spcAft>
                <a:spcPts val="0"/>
              </a:spcAft>
              <a:buSzPts val="2400"/>
              <a:buFont typeface="Lexend"/>
              <a:buNone/>
              <a:defRPr b="1" sz="2400">
                <a:latin typeface="Lexend"/>
                <a:ea typeface="Lexend"/>
                <a:cs typeface="Lexend"/>
                <a:sym typeface="Lexend"/>
              </a:defRPr>
            </a:lvl4pPr>
            <a:lvl5pPr lvl="4" rtl="0" algn="ctr">
              <a:lnSpc>
                <a:spcPct val="115000"/>
              </a:lnSpc>
              <a:spcBef>
                <a:spcPts val="0"/>
              </a:spcBef>
              <a:spcAft>
                <a:spcPts val="0"/>
              </a:spcAft>
              <a:buSzPts val="2400"/>
              <a:buFont typeface="Lexend"/>
              <a:buNone/>
              <a:defRPr b="1" sz="2400">
                <a:latin typeface="Lexend"/>
                <a:ea typeface="Lexend"/>
                <a:cs typeface="Lexend"/>
                <a:sym typeface="Lexend"/>
              </a:defRPr>
            </a:lvl5pPr>
            <a:lvl6pPr lvl="5" rtl="0" algn="ctr">
              <a:lnSpc>
                <a:spcPct val="115000"/>
              </a:lnSpc>
              <a:spcBef>
                <a:spcPts val="0"/>
              </a:spcBef>
              <a:spcAft>
                <a:spcPts val="0"/>
              </a:spcAft>
              <a:buSzPts val="2400"/>
              <a:buFont typeface="Lexend"/>
              <a:buNone/>
              <a:defRPr b="1" sz="2400">
                <a:latin typeface="Lexend"/>
                <a:ea typeface="Lexend"/>
                <a:cs typeface="Lexend"/>
                <a:sym typeface="Lexend"/>
              </a:defRPr>
            </a:lvl6pPr>
            <a:lvl7pPr lvl="6" rtl="0" algn="ctr">
              <a:lnSpc>
                <a:spcPct val="115000"/>
              </a:lnSpc>
              <a:spcBef>
                <a:spcPts val="0"/>
              </a:spcBef>
              <a:spcAft>
                <a:spcPts val="0"/>
              </a:spcAft>
              <a:buSzPts val="2400"/>
              <a:buFont typeface="Lexend"/>
              <a:buNone/>
              <a:defRPr b="1" sz="2400">
                <a:latin typeface="Lexend"/>
                <a:ea typeface="Lexend"/>
                <a:cs typeface="Lexend"/>
                <a:sym typeface="Lexend"/>
              </a:defRPr>
            </a:lvl7pPr>
            <a:lvl8pPr lvl="7" rtl="0" algn="ctr">
              <a:lnSpc>
                <a:spcPct val="115000"/>
              </a:lnSpc>
              <a:spcBef>
                <a:spcPts val="0"/>
              </a:spcBef>
              <a:spcAft>
                <a:spcPts val="0"/>
              </a:spcAft>
              <a:buSzPts val="2400"/>
              <a:buFont typeface="Lexend"/>
              <a:buNone/>
              <a:defRPr b="1" sz="2400">
                <a:latin typeface="Lexend"/>
                <a:ea typeface="Lexend"/>
                <a:cs typeface="Lexend"/>
                <a:sym typeface="Lexend"/>
              </a:defRPr>
            </a:lvl8pPr>
            <a:lvl9pPr lvl="8" rtl="0" algn="ctr">
              <a:lnSpc>
                <a:spcPct val="115000"/>
              </a:lnSpc>
              <a:spcBef>
                <a:spcPts val="0"/>
              </a:spcBef>
              <a:spcAft>
                <a:spcPts val="0"/>
              </a:spcAft>
              <a:buSzPts val="2400"/>
              <a:buFont typeface="Lexend"/>
              <a:buNone/>
              <a:defRPr b="1" sz="2400">
                <a:latin typeface="Lexend"/>
                <a:ea typeface="Lexend"/>
                <a:cs typeface="Lexend"/>
                <a:sym typeface="Lexend"/>
              </a:defRPr>
            </a:lvl9pPr>
          </a:lstStyle>
          <a:p/>
        </p:txBody>
      </p:sp>
      <p:sp>
        <p:nvSpPr>
          <p:cNvPr id="1554" name="Google Shape;1554;p24"/>
          <p:cNvSpPr txBox="1"/>
          <p:nvPr>
            <p:ph idx="14" type="subTitle"/>
          </p:nvPr>
        </p:nvSpPr>
        <p:spPr>
          <a:xfrm>
            <a:off x="6249477" y="1755850"/>
            <a:ext cx="2067900" cy="359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Lexend"/>
              <a:buNone/>
              <a:defRPr b="1" sz="2000">
                <a:latin typeface="Lexend"/>
                <a:ea typeface="Lexend"/>
                <a:cs typeface="Lexend"/>
                <a:sym typeface="Lexend"/>
              </a:defRPr>
            </a:lvl1pPr>
            <a:lvl2pPr lvl="1" rtl="0" algn="ctr">
              <a:lnSpc>
                <a:spcPct val="115000"/>
              </a:lnSpc>
              <a:spcBef>
                <a:spcPts val="0"/>
              </a:spcBef>
              <a:spcAft>
                <a:spcPts val="0"/>
              </a:spcAft>
              <a:buSzPts val="2400"/>
              <a:buFont typeface="Lexend"/>
              <a:buNone/>
              <a:defRPr b="1" sz="2400">
                <a:latin typeface="Lexend"/>
                <a:ea typeface="Lexend"/>
                <a:cs typeface="Lexend"/>
                <a:sym typeface="Lexend"/>
              </a:defRPr>
            </a:lvl2pPr>
            <a:lvl3pPr lvl="2" rtl="0" algn="ctr">
              <a:lnSpc>
                <a:spcPct val="115000"/>
              </a:lnSpc>
              <a:spcBef>
                <a:spcPts val="0"/>
              </a:spcBef>
              <a:spcAft>
                <a:spcPts val="0"/>
              </a:spcAft>
              <a:buSzPts val="2400"/>
              <a:buFont typeface="Lexend"/>
              <a:buNone/>
              <a:defRPr b="1" sz="2400">
                <a:latin typeface="Lexend"/>
                <a:ea typeface="Lexend"/>
                <a:cs typeface="Lexend"/>
                <a:sym typeface="Lexend"/>
              </a:defRPr>
            </a:lvl3pPr>
            <a:lvl4pPr lvl="3" rtl="0" algn="ctr">
              <a:lnSpc>
                <a:spcPct val="115000"/>
              </a:lnSpc>
              <a:spcBef>
                <a:spcPts val="0"/>
              </a:spcBef>
              <a:spcAft>
                <a:spcPts val="0"/>
              </a:spcAft>
              <a:buSzPts val="2400"/>
              <a:buFont typeface="Lexend"/>
              <a:buNone/>
              <a:defRPr b="1" sz="2400">
                <a:latin typeface="Lexend"/>
                <a:ea typeface="Lexend"/>
                <a:cs typeface="Lexend"/>
                <a:sym typeface="Lexend"/>
              </a:defRPr>
            </a:lvl4pPr>
            <a:lvl5pPr lvl="4" rtl="0" algn="ctr">
              <a:lnSpc>
                <a:spcPct val="115000"/>
              </a:lnSpc>
              <a:spcBef>
                <a:spcPts val="0"/>
              </a:spcBef>
              <a:spcAft>
                <a:spcPts val="0"/>
              </a:spcAft>
              <a:buSzPts val="2400"/>
              <a:buFont typeface="Lexend"/>
              <a:buNone/>
              <a:defRPr b="1" sz="2400">
                <a:latin typeface="Lexend"/>
                <a:ea typeface="Lexend"/>
                <a:cs typeface="Lexend"/>
                <a:sym typeface="Lexend"/>
              </a:defRPr>
            </a:lvl5pPr>
            <a:lvl6pPr lvl="5" rtl="0" algn="ctr">
              <a:lnSpc>
                <a:spcPct val="115000"/>
              </a:lnSpc>
              <a:spcBef>
                <a:spcPts val="0"/>
              </a:spcBef>
              <a:spcAft>
                <a:spcPts val="0"/>
              </a:spcAft>
              <a:buSzPts val="2400"/>
              <a:buFont typeface="Lexend"/>
              <a:buNone/>
              <a:defRPr b="1" sz="2400">
                <a:latin typeface="Lexend"/>
                <a:ea typeface="Lexend"/>
                <a:cs typeface="Lexend"/>
                <a:sym typeface="Lexend"/>
              </a:defRPr>
            </a:lvl6pPr>
            <a:lvl7pPr lvl="6" rtl="0" algn="ctr">
              <a:lnSpc>
                <a:spcPct val="115000"/>
              </a:lnSpc>
              <a:spcBef>
                <a:spcPts val="0"/>
              </a:spcBef>
              <a:spcAft>
                <a:spcPts val="0"/>
              </a:spcAft>
              <a:buSzPts val="2400"/>
              <a:buFont typeface="Lexend"/>
              <a:buNone/>
              <a:defRPr b="1" sz="2400">
                <a:latin typeface="Lexend"/>
                <a:ea typeface="Lexend"/>
                <a:cs typeface="Lexend"/>
                <a:sym typeface="Lexend"/>
              </a:defRPr>
            </a:lvl7pPr>
            <a:lvl8pPr lvl="7" rtl="0" algn="ctr">
              <a:lnSpc>
                <a:spcPct val="115000"/>
              </a:lnSpc>
              <a:spcBef>
                <a:spcPts val="0"/>
              </a:spcBef>
              <a:spcAft>
                <a:spcPts val="0"/>
              </a:spcAft>
              <a:buSzPts val="2400"/>
              <a:buFont typeface="Lexend"/>
              <a:buNone/>
              <a:defRPr b="1" sz="2400">
                <a:latin typeface="Lexend"/>
                <a:ea typeface="Lexend"/>
                <a:cs typeface="Lexend"/>
                <a:sym typeface="Lexend"/>
              </a:defRPr>
            </a:lvl8pPr>
            <a:lvl9pPr lvl="8" rtl="0" algn="ctr">
              <a:lnSpc>
                <a:spcPct val="115000"/>
              </a:lnSpc>
              <a:spcBef>
                <a:spcPts val="0"/>
              </a:spcBef>
              <a:spcAft>
                <a:spcPts val="0"/>
              </a:spcAft>
              <a:buSzPts val="2400"/>
              <a:buFont typeface="Lexend"/>
              <a:buNone/>
              <a:defRPr b="1" sz="2400">
                <a:latin typeface="Lexend"/>
                <a:ea typeface="Lexend"/>
                <a:cs typeface="Lexend"/>
                <a:sym typeface="Lexend"/>
              </a:defRPr>
            </a:lvl9pPr>
          </a:lstStyle>
          <a:p/>
        </p:txBody>
      </p:sp>
      <p:sp>
        <p:nvSpPr>
          <p:cNvPr id="1555" name="Google Shape;1555;p24"/>
          <p:cNvSpPr txBox="1"/>
          <p:nvPr>
            <p:ph idx="15" type="subTitle"/>
          </p:nvPr>
        </p:nvSpPr>
        <p:spPr>
          <a:xfrm>
            <a:off x="6249477" y="3494073"/>
            <a:ext cx="2067900" cy="359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Lexend"/>
              <a:buNone/>
              <a:defRPr b="1" sz="2000">
                <a:latin typeface="Lexend"/>
                <a:ea typeface="Lexend"/>
                <a:cs typeface="Lexend"/>
                <a:sym typeface="Lexend"/>
              </a:defRPr>
            </a:lvl1pPr>
            <a:lvl2pPr lvl="1" rtl="0" algn="ctr">
              <a:lnSpc>
                <a:spcPct val="115000"/>
              </a:lnSpc>
              <a:spcBef>
                <a:spcPts val="0"/>
              </a:spcBef>
              <a:spcAft>
                <a:spcPts val="0"/>
              </a:spcAft>
              <a:buSzPts val="2400"/>
              <a:buFont typeface="Lexend"/>
              <a:buNone/>
              <a:defRPr b="1" sz="2400">
                <a:latin typeface="Lexend"/>
                <a:ea typeface="Lexend"/>
                <a:cs typeface="Lexend"/>
                <a:sym typeface="Lexend"/>
              </a:defRPr>
            </a:lvl2pPr>
            <a:lvl3pPr lvl="2" rtl="0" algn="ctr">
              <a:lnSpc>
                <a:spcPct val="115000"/>
              </a:lnSpc>
              <a:spcBef>
                <a:spcPts val="0"/>
              </a:spcBef>
              <a:spcAft>
                <a:spcPts val="0"/>
              </a:spcAft>
              <a:buSzPts val="2400"/>
              <a:buFont typeface="Lexend"/>
              <a:buNone/>
              <a:defRPr b="1" sz="2400">
                <a:latin typeface="Lexend"/>
                <a:ea typeface="Lexend"/>
                <a:cs typeface="Lexend"/>
                <a:sym typeface="Lexend"/>
              </a:defRPr>
            </a:lvl3pPr>
            <a:lvl4pPr lvl="3" rtl="0" algn="ctr">
              <a:lnSpc>
                <a:spcPct val="115000"/>
              </a:lnSpc>
              <a:spcBef>
                <a:spcPts val="0"/>
              </a:spcBef>
              <a:spcAft>
                <a:spcPts val="0"/>
              </a:spcAft>
              <a:buSzPts val="2400"/>
              <a:buFont typeface="Lexend"/>
              <a:buNone/>
              <a:defRPr b="1" sz="2400">
                <a:latin typeface="Lexend"/>
                <a:ea typeface="Lexend"/>
                <a:cs typeface="Lexend"/>
                <a:sym typeface="Lexend"/>
              </a:defRPr>
            </a:lvl4pPr>
            <a:lvl5pPr lvl="4" rtl="0" algn="ctr">
              <a:lnSpc>
                <a:spcPct val="115000"/>
              </a:lnSpc>
              <a:spcBef>
                <a:spcPts val="0"/>
              </a:spcBef>
              <a:spcAft>
                <a:spcPts val="0"/>
              </a:spcAft>
              <a:buSzPts val="2400"/>
              <a:buFont typeface="Lexend"/>
              <a:buNone/>
              <a:defRPr b="1" sz="2400">
                <a:latin typeface="Lexend"/>
                <a:ea typeface="Lexend"/>
                <a:cs typeface="Lexend"/>
                <a:sym typeface="Lexend"/>
              </a:defRPr>
            </a:lvl5pPr>
            <a:lvl6pPr lvl="5" rtl="0" algn="ctr">
              <a:lnSpc>
                <a:spcPct val="115000"/>
              </a:lnSpc>
              <a:spcBef>
                <a:spcPts val="0"/>
              </a:spcBef>
              <a:spcAft>
                <a:spcPts val="0"/>
              </a:spcAft>
              <a:buSzPts val="2400"/>
              <a:buFont typeface="Lexend"/>
              <a:buNone/>
              <a:defRPr b="1" sz="2400">
                <a:latin typeface="Lexend"/>
                <a:ea typeface="Lexend"/>
                <a:cs typeface="Lexend"/>
                <a:sym typeface="Lexend"/>
              </a:defRPr>
            </a:lvl6pPr>
            <a:lvl7pPr lvl="6" rtl="0" algn="ctr">
              <a:lnSpc>
                <a:spcPct val="115000"/>
              </a:lnSpc>
              <a:spcBef>
                <a:spcPts val="0"/>
              </a:spcBef>
              <a:spcAft>
                <a:spcPts val="0"/>
              </a:spcAft>
              <a:buSzPts val="2400"/>
              <a:buFont typeface="Lexend"/>
              <a:buNone/>
              <a:defRPr b="1" sz="2400">
                <a:latin typeface="Lexend"/>
                <a:ea typeface="Lexend"/>
                <a:cs typeface="Lexend"/>
                <a:sym typeface="Lexend"/>
              </a:defRPr>
            </a:lvl7pPr>
            <a:lvl8pPr lvl="7" rtl="0" algn="ctr">
              <a:lnSpc>
                <a:spcPct val="115000"/>
              </a:lnSpc>
              <a:spcBef>
                <a:spcPts val="0"/>
              </a:spcBef>
              <a:spcAft>
                <a:spcPts val="0"/>
              </a:spcAft>
              <a:buSzPts val="2400"/>
              <a:buFont typeface="Lexend"/>
              <a:buNone/>
              <a:defRPr b="1" sz="2400">
                <a:latin typeface="Lexend"/>
                <a:ea typeface="Lexend"/>
                <a:cs typeface="Lexend"/>
                <a:sym typeface="Lexend"/>
              </a:defRPr>
            </a:lvl8pPr>
            <a:lvl9pPr lvl="8" rtl="0" algn="ctr">
              <a:lnSpc>
                <a:spcPct val="115000"/>
              </a:lnSpc>
              <a:spcBef>
                <a:spcPts val="0"/>
              </a:spcBef>
              <a:spcAft>
                <a:spcPts val="0"/>
              </a:spcAft>
              <a:buSzPts val="2400"/>
              <a:buFont typeface="Lexend"/>
              <a:buNone/>
              <a:defRPr b="1" sz="2400">
                <a:latin typeface="Lexend"/>
                <a:ea typeface="Lexend"/>
                <a:cs typeface="Lexend"/>
                <a:sym typeface="Lexend"/>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1556" name="Shape 1556"/>
        <p:cNvGrpSpPr/>
        <p:nvPr/>
      </p:nvGrpSpPr>
      <p:grpSpPr>
        <a:xfrm>
          <a:off x="0" y="0"/>
          <a:ext cx="0" cy="0"/>
          <a:chOff x="0" y="0"/>
          <a:chExt cx="0" cy="0"/>
        </a:xfrm>
      </p:grpSpPr>
      <p:pic>
        <p:nvPicPr>
          <p:cNvPr id="1557" name="Google Shape;1557;p25"/>
          <p:cNvPicPr preferRelativeResize="0"/>
          <p:nvPr/>
        </p:nvPicPr>
        <p:blipFill rotWithShape="1">
          <a:blip r:embed="rId2">
            <a:alphaModFix/>
          </a:blip>
          <a:srcRect b="901" l="0" r="990" t="0"/>
          <a:stretch/>
        </p:blipFill>
        <p:spPr>
          <a:xfrm>
            <a:off x="0" y="0"/>
            <a:ext cx="9144003" cy="5143500"/>
          </a:xfrm>
          <a:prstGeom prst="rect">
            <a:avLst/>
          </a:prstGeom>
          <a:noFill/>
          <a:ln>
            <a:noFill/>
          </a:ln>
        </p:spPr>
      </p:pic>
      <p:sp>
        <p:nvSpPr>
          <p:cNvPr id="1558" name="Google Shape;1558;p25"/>
          <p:cNvSpPr txBox="1"/>
          <p:nvPr>
            <p:ph hasCustomPrompt="1" type="title"/>
          </p:nvPr>
        </p:nvSpPr>
        <p:spPr>
          <a:xfrm>
            <a:off x="2223600" y="546795"/>
            <a:ext cx="4696800" cy="768900"/>
          </a:xfrm>
          <a:prstGeom prst="rect">
            <a:avLst/>
          </a:prstGeom>
          <a:solidFill>
            <a:schemeClr val="lt1"/>
          </a:solid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559" name="Google Shape;1559;p25"/>
          <p:cNvSpPr txBox="1"/>
          <p:nvPr>
            <p:ph idx="1" type="subTitle"/>
          </p:nvPr>
        </p:nvSpPr>
        <p:spPr>
          <a:xfrm>
            <a:off x="2223600" y="1316523"/>
            <a:ext cx="4696800" cy="3681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Clr>
                <a:schemeClr val="dk1"/>
              </a:buClr>
              <a:buSzPts val="2400"/>
              <a:buNone/>
              <a:defRPr sz="1600">
                <a:solidFill>
                  <a:schemeClr val="dk1"/>
                </a:solidFill>
              </a:defRPr>
            </a:lvl1pPr>
            <a:lvl2pPr lvl="1" rtl="0" algn="ctr">
              <a:lnSpc>
                <a:spcPct val="115000"/>
              </a:lnSpc>
              <a:spcBef>
                <a:spcPts val="0"/>
              </a:spcBef>
              <a:spcAft>
                <a:spcPts val="0"/>
              </a:spcAft>
              <a:buClr>
                <a:schemeClr val="dk1"/>
              </a:buClr>
              <a:buSzPts val="2100"/>
              <a:buNone/>
              <a:defRPr sz="2100">
                <a:solidFill>
                  <a:schemeClr val="dk1"/>
                </a:solidFill>
              </a:defRPr>
            </a:lvl2pPr>
            <a:lvl3pPr lvl="2" rtl="0" algn="ctr">
              <a:lnSpc>
                <a:spcPct val="115000"/>
              </a:lnSpc>
              <a:spcBef>
                <a:spcPts val="0"/>
              </a:spcBef>
              <a:spcAft>
                <a:spcPts val="0"/>
              </a:spcAft>
              <a:buClr>
                <a:schemeClr val="dk1"/>
              </a:buClr>
              <a:buSzPts val="2100"/>
              <a:buNone/>
              <a:defRPr sz="2100">
                <a:solidFill>
                  <a:schemeClr val="dk1"/>
                </a:solidFill>
              </a:defRPr>
            </a:lvl3pPr>
            <a:lvl4pPr lvl="3" rtl="0" algn="ctr">
              <a:lnSpc>
                <a:spcPct val="115000"/>
              </a:lnSpc>
              <a:spcBef>
                <a:spcPts val="0"/>
              </a:spcBef>
              <a:spcAft>
                <a:spcPts val="0"/>
              </a:spcAft>
              <a:buClr>
                <a:schemeClr val="dk1"/>
              </a:buClr>
              <a:buSzPts val="2100"/>
              <a:buNone/>
              <a:defRPr sz="2100">
                <a:solidFill>
                  <a:schemeClr val="dk1"/>
                </a:solidFill>
              </a:defRPr>
            </a:lvl4pPr>
            <a:lvl5pPr lvl="4" rtl="0" algn="ctr">
              <a:lnSpc>
                <a:spcPct val="115000"/>
              </a:lnSpc>
              <a:spcBef>
                <a:spcPts val="0"/>
              </a:spcBef>
              <a:spcAft>
                <a:spcPts val="0"/>
              </a:spcAft>
              <a:buClr>
                <a:schemeClr val="dk1"/>
              </a:buClr>
              <a:buSzPts val="2100"/>
              <a:buNone/>
              <a:defRPr sz="2100">
                <a:solidFill>
                  <a:schemeClr val="dk1"/>
                </a:solidFill>
              </a:defRPr>
            </a:lvl5pPr>
            <a:lvl6pPr lvl="5" rtl="0" algn="ctr">
              <a:lnSpc>
                <a:spcPct val="115000"/>
              </a:lnSpc>
              <a:spcBef>
                <a:spcPts val="0"/>
              </a:spcBef>
              <a:spcAft>
                <a:spcPts val="0"/>
              </a:spcAft>
              <a:buClr>
                <a:schemeClr val="dk1"/>
              </a:buClr>
              <a:buSzPts val="2100"/>
              <a:buNone/>
              <a:defRPr sz="2100">
                <a:solidFill>
                  <a:schemeClr val="dk1"/>
                </a:solidFill>
              </a:defRPr>
            </a:lvl6pPr>
            <a:lvl7pPr lvl="6" rtl="0" algn="ctr">
              <a:lnSpc>
                <a:spcPct val="115000"/>
              </a:lnSpc>
              <a:spcBef>
                <a:spcPts val="0"/>
              </a:spcBef>
              <a:spcAft>
                <a:spcPts val="0"/>
              </a:spcAft>
              <a:buClr>
                <a:schemeClr val="dk1"/>
              </a:buClr>
              <a:buSzPts val="2100"/>
              <a:buNone/>
              <a:defRPr sz="2100">
                <a:solidFill>
                  <a:schemeClr val="dk1"/>
                </a:solidFill>
              </a:defRPr>
            </a:lvl7pPr>
            <a:lvl8pPr lvl="7" rtl="0" algn="ctr">
              <a:lnSpc>
                <a:spcPct val="115000"/>
              </a:lnSpc>
              <a:spcBef>
                <a:spcPts val="0"/>
              </a:spcBef>
              <a:spcAft>
                <a:spcPts val="0"/>
              </a:spcAft>
              <a:buClr>
                <a:schemeClr val="dk1"/>
              </a:buClr>
              <a:buSzPts val="2100"/>
              <a:buNone/>
              <a:defRPr sz="2100">
                <a:solidFill>
                  <a:schemeClr val="dk1"/>
                </a:solidFill>
              </a:defRPr>
            </a:lvl8pPr>
            <a:lvl9pPr lvl="8" rtl="0" algn="ctr">
              <a:lnSpc>
                <a:spcPct val="115000"/>
              </a:lnSpc>
              <a:spcBef>
                <a:spcPts val="0"/>
              </a:spcBef>
              <a:spcAft>
                <a:spcPts val="0"/>
              </a:spcAft>
              <a:buClr>
                <a:schemeClr val="dk1"/>
              </a:buClr>
              <a:buSzPts val="2100"/>
              <a:buNone/>
              <a:defRPr sz="2100">
                <a:solidFill>
                  <a:schemeClr val="dk1"/>
                </a:solidFill>
              </a:defRPr>
            </a:lvl9pPr>
          </a:lstStyle>
          <a:p/>
        </p:txBody>
      </p:sp>
      <p:sp>
        <p:nvSpPr>
          <p:cNvPr id="1560" name="Google Shape;1560;p25"/>
          <p:cNvSpPr txBox="1"/>
          <p:nvPr>
            <p:ph hasCustomPrompt="1" idx="2" type="title"/>
          </p:nvPr>
        </p:nvSpPr>
        <p:spPr>
          <a:xfrm>
            <a:off x="2223600" y="2007789"/>
            <a:ext cx="4696800" cy="768900"/>
          </a:xfrm>
          <a:prstGeom prst="rect">
            <a:avLst/>
          </a:prstGeom>
          <a:solidFill>
            <a:schemeClr val="lt1"/>
          </a:solid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561" name="Google Shape;1561;p25"/>
          <p:cNvSpPr txBox="1"/>
          <p:nvPr>
            <p:ph idx="3" type="subTitle"/>
          </p:nvPr>
        </p:nvSpPr>
        <p:spPr>
          <a:xfrm>
            <a:off x="2223600" y="2778009"/>
            <a:ext cx="4696800" cy="3681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Clr>
                <a:schemeClr val="dk1"/>
              </a:buClr>
              <a:buSzPts val="2400"/>
              <a:buNone/>
              <a:defRPr sz="1600">
                <a:solidFill>
                  <a:schemeClr val="dk1"/>
                </a:solidFill>
              </a:defRPr>
            </a:lvl1pPr>
            <a:lvl2pPr lvl="1" rtl="0" algn="ctr">
              <a:lnSpc>
                <a:spcPct val="115000"/>
              </a:lnSpc>
              <a:spcBef>
                <a:spcPts val="0"/>
              </a:spcBef>
              <a:spcAft>
                <a:spcPts val="0"/>
              </a:spcAft>
              <a:buClr>
                <a:schemeClr val="dk1"/>
              </a:buClr>
              <a:buSzPts val="2100"/>
              <a:buNone/>
              <a:defRPr sz="2100">
                <a:solidFill>
                  <a:schemeClr val="dk1"/>
                </a:solidFill>
              </a:defRPr>
            </a:lvl2pPr>
            <a:lvl3pPr lvl="2" rtl="0" algn="ctr">
              <a:lnSpc>
                <a:spcPct val="115000"/>
              </a:lnSpc>
              <a:spcBef>
                <a:spcPts val="0"/>
              </a:spcBef>
              <a:spcAft>
                <a:spcPts val="0"/>
              </a:spcAft>
              <a:buClr>
                <a:schemeClr val="dk1"/>
              </a:buClr>
              <a:buSzPts val="2100"/>
              <a:buNone/>
              <a:defRPr sz="2100">
                <a:solidFill>
                  <a:schemeClr val="dk1"/>
                </a:solidFill>
              </a:defRPr>
            </a:lvl3pPr>
            <a:lvl4pPr lvl="3" rtl="0" algn="ctr">
              <a:lnSpc>
                <a:spcPct val="115000"/>
              </a:lnSpc>
              <a:spcBef>
                <a:spcPts val="0"/>
              </a:spcBef>
              <a:spcAft>
                <a:spcPts val="0"/>
              </a:spcAft>
              <a:buClr>
                <a:schemeClr val="dk1"/>
              </a:buClr>
              <a:buSzPts val="2100"/>
              <a:buNone/>
              <a:defRPr sz="2100">
                <a:solidFill>
                  <a:schemeClr val="dk1"/>
                </a:solidFill>
              </a:defRPr>
            </a:lvl4pPr>
            <a:lvl5pPr lvl="4" rtl="0" algn="ctr">
              <a:lnSpc>
                <a:spcPct val="115000"/>
              </a:lnSpc>
              <a:spcBef>
                <a:spcPts val="0"/>
              </a:spcBef>
              <a:spcAft>
                <a:spcPts val="0"/>
              </a:spcAft>
              <a:buClr>
                <a:schemeClr val="dk1"/>
              </a:buClr>
              <a:buSzPts val="2100"/>
              <a:buNone/>
              <a:defRPr sz="2100">
                <a:solidFill>
                  <a:schemeClr val="dk1"/>
                </a:solidFill>
              </a:defRPr>
            </a:lvl5pPr>
            <a:lvl6pPr lvl="5" rtl="0" algn="ctr">
              <a:lnSpc>
                <a:spcPct val="115000"/>
              </a:lnSpc>
              <a:spcBef>
                <a:spcPts val="0"/>
              </a:spcBef>
              <a:spcAft>
                <a:spcPts val="0"/>
              </a:spcAft>
              <a:buClr>
                <a:schemeClr val="dk1"/>
              </a:buClr>
              <a:buSzPts val="2100"/>
              <a:buNone/>
              <a:defRPr sz="2100">
                <a:solidFill>
                  <a:schemeClr val="dk1"/>
                </a:solidFill>
              </a:defRPr>
            </a:lvl6pPr>
            <a:lvl7pPr lvl="6" rtl="0" algn="ctr">
              <a:lnSpc>
                <a:spcPct val="115000"/>
              </a:lnSpc>
              <a:spcBef>
                <a:spcPts val="0"/>
              </a:spcBef>
              <a:spcAft>
                <a:spcPts val="0"/>
              </a:spcAft>
              <a:buClr>
                <a:schemeClr val="dk1"/>
              </a:buClr>
              <a:buSzPts val="2100"/>
              <a:buNone/>
              <a:defRPr sz="2100">
                <a:solidFill>
                  <a:schemeClr val="dk1"/>
                </a:solidFill>
              </a:defRPr>
            </a:lvl7pPr>
            <a:lvl8pPr lvl="7" rtl="0" algn="ctr">
              <a:lnSpc>
                <a:spcPct val="115000"/>
              </a:lnSpc>
              <a:spcBef>
                <a:spcPts val="0"/>
              </a:spcBef>
              <a:spcAft>
                <a:spcPts val="0"/>
              </a:spcAft>
              <a:buClr>
                <a:schemeClr val="dk1"/>
              </a:buClr>
              <a:buSzPts val="2100"/>
              <a:buNone/>
              <a:defRPr sz="2100">
                <a:solidFill>
                  <a:schemeClr val="dk1"/>
                </a:solidFill>
              </a:defRPr>
            </a:lvl8pPr>
            <a:lvl9pPr lvl="8" rtl="0" algn="ctr">
              <a:lnSpc>
                <a:spcPct val="115000"/>
              </a:lnSpc>
              <a:spcBef>
                <a:spcPts val="0"/>
              </a:spcBef>
              <a:spcAft>
                <a:spcPts val="0"/>
              </a:spcAft>
              <a:buClr>
                <a:schemeClr val="dk1"/>
              </a:buClr>
              <a:buSzPts val="2100"/>
              <a:buNone/>
              <a:defRPr sz="2100">
                <a:solidFill>
                  <a:schemeClr val="dk1"/>
                </a:solidFill>
              </a:defRPr>
            </a:lvl9pPr>
          </a:lstStyle>
          <a:p/>
        </p:txBody>
      </p:sp>
      <p:sp>
        <p:nvSpPr>
          <p:cNvPr id="1562" name="Google Shape;1562;p25"/>
          <p:cNvSpPr txBox="1"/>
          <p:nvPr>
            <p:ph hasCustomPrompt="1" idx="4" type="title"/>
          </p:nvPr>
        </p:nvSpPr>
        <p:spPr>
          <a:xfrm>
            <a:off x="2223600" y="3468783"/>
            <a:ext cx="4696800" cy="768900"/>
          </a:xfrm>
          <a:prstGeom prst="rect">
            <a:avLst/>
          </a:prstGeom>
          <a:solidFill>
            <a:schemeClr val="lt1"/>
          </a:solid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563" name="Google Shape;1563;p25"/>
          <p:cNvSpPr txBox="1"/>
          <p:nvPr>
            <p:ph idx="5" type="subTitle"/>
          </p:nvPr>
        </p:nvSpPr>
        <p:spPr>
          <a:xfrm>
            <a:off x="2223600" y="4240480"/>
            <a:ext cx="4696800" cy="3681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Clr>
                <a:schemeClr val="dk1"/>
              </a:buClr>
              <a:buSzPts val="2400"/>
              <a:buNone/>
              <a:defRPr sz="1600">
                <a:solidFill>
                  <a:schemeClr val="dk1"/>
                </a:solidFill>
              </a:defRPr>
            </a:lvl1pPr>
            <a:lvl2pPr lvl="1" rtl="0" algn="ctr">
              <a:lnSpc>
                <a:spcPct val="115000"/>
              </a:lnSpc>
              <a:spcBef>
                <a:spcPts val="0"/>
              </a:spcBef>
              <a:spcAft>
                <a:spcPts val="0"/>
              </a:spcAft>
              <a:buClr>
                <a:schemeClr val="dk1"/>
              </a:buClr>
              <a:buSzPts val="2100"/>
              <a:buNone/>
              <a:defRPr sz="2100">
                <a:solidFill>
                  <a:schemeClr val="dk1"/>
                </a:solidFill>
              </a:defRPr>
            </a:lvl2pPr>
            <a:lvl3pPr lvl="2" rtl="0" algn="ctr">
              <a:lnSpc>
                <a:spcPct val="115000"/>
              </a:lnSpc>
              <a:spcBef>
                <a:spcPts val="0"/>
              </a:spcBef>
              <a:spcAft>
                <a:spcPts val="0"/>
              </a:spcAft>
              <a:buClr>
                <a:schemeClr val="dk1"/>
              </a:buClr>
              <a:buSzPts val="2100"/>
              <a:buNone/>
              <a:defRPr sz="2100">
                <a:solidFill>
                  <a:schemeClr val="dk1"/>
                </a:solidFill>
              </a:defRPr>
            </a:lvl3pPr>
            <a:lvl4pPr lvl="3" rtl="0" algn="ctr">
              <a:lnSpc>
                <a:spcPct val="115000"/>
              </a:lnSpc>
              <a:spcBef>
                <a:spcPts val="0"/>
              </a:spcBef>
              <a:spcAft>
                <a:spcPts val="0"/>
              </a:spcAft>
              <a:buClr>
                <a:schemeClr val="dk1"/>
              </a:buClr>
              <a:buSzPts val="2100"/>
              <a:buNone/>
              <a:defRPr sz="2100">
                <a:solidFill>
                  <a:schemeClr val="dk1"/>
                </a:solidFill>
              </a:defRPr>
            </a:lvl4pPr>
            <a:lvl5pPr lvl="4" rtl="0" algn="ctr">
              <a:lnSpc>
                <a:spcPct val="115000"/>
              </a:lnSpc>
              <a:spcBef>
                <a:spcPts val="0"/>
              </a:spcBef>
              <a:spcAft>
                <a:spcPts val="0"/>
              </a:spcAft>
              <a:buClr>
                <a:schemeClr val="dk1"/>
              </a:buClr>
              <a:buSzPts val="2100"/>
              <a:buNone/>
              <a:defRPr sz="2100">
                <a:solidFill>
                  <a:schemeClr val="dk1"/>
                </a:solidFill>
              </a:defRPr>
            </a:lvl5pPr>
            <a:lvl6pPr lvl="5" rtl="0" algn="ctr">
              <a:lnSpc>
                <a:spcPct val="115000"/>
              </a:lnSpc>
              <a:spcBef>
                <a:spcPts val="0"/>
              </a:spcBef>
              <a:spcAft>
                <a:spcPts val="0"/>
              </a:spcAft>
              <a:buClr>
                <a:schemeClr val="dk1"/>
              </a:buClr>
              <a:buSzPts val="2100"/>
              <a:buNone/>
              <a:defRPr sz="2100">
                <a:solidFill>
                  <a:schemeClr val="dk1"/>
                </a:solidFill>
              </a:defRPr>
            </a:lvl6pPr>
            <a:lvl7pPr lvl="6" rtl="0" algn="ctr">
              <a:lnSpc>
                <a:spcPct val="115000"/>
              </a:lnSpc>
              <a:spcBef>
                <a:spcPts val="0"/>
              </a:spcBef>
              <a:spcAft>
                <a:spcPts val="0"/>
              </a:spcAft>
              <a:buClr>
                <a:schemeClr val="dk1"/>
              </a:buClr>
              <a:buSzPts val="2100"/>
              <a:buNone/>
              <a:defRPr sz="2100">
                <a:solidFill>
                  <a:schemeClr val="dk1"/>
                </a:solidFill>
              </a:defRPr>
            </a:lvl7pPr>
            <a:lvl8pPr lvl="7" rtl="0" algn="ctr">
              <a:lnSpc>
                <a:spcPct val="115000"/>
              </a:lnSpc>
              <a:spcBef>
                <a:spcPts val="0"/>
              </a:spcBef>
              <a:spcAft>
                <a:spcPts val="0"/>
              </a:spcAft>
              <a:buClr>
                <a:schemeClr val="dk1"/>
              </a:buClr>
              <a:buSzPts val="2100"/>
              <a:buNone/>
              <a:defRPr sz="2100">
                <a:solidFill>
                  <a:schemeClr val="dk1"/>
                </a:solidFill>
              </a:defRPr>
            </a:lvl8pPr>
            <a:lvl9pPr lvl="8" rtl="0" algn="ctr">
              <a:lnSpc>
                <a:spcPct val="115000"/>
              </a:lnSpc>
              <a:spcBef>
                <a:spcPts val="0"/>
              </a:spcBef>
              <a:spcAft>
                <a:spcPts val="0"/>
              </a:spcAft>
              <a:buClr>
                <a:schemeClr val="dk1"/>
              </a:buClr>
              <a:buSzPts val="2100"/>
              <a:buNone/>
              <a:defRPr sz="2100">
                <a:solidFill>
                  <a:schemeClr val="dk1"/>
                </a:solidFill>
              </a:defRPr>
            </a:lvl9pPr>
          </a:lstStyle>
          <a:p/>
        </p:txBody>
      </p:sp>
      <p:grpSp>
        <p:nvGrpSpPr>
          <p:cNvPr id="1564" name="Google Shape;1564;p25"/>
          <p:cNvGrpSpPr/>
          <p:nvPr/>
        </p:nvGrpSpPr>
        <p:grpSpPr>
          <a:xfrm flipH="1" rot="10800000">
            <a:off x="-557079" y="-72018"/>
            <a:ext cx="9879489" cy="5732769"/>
            <a:chOff x="-606129" y="-451253"/>
            <a:chExt cx="9879489" cy="5732769"/>
          </a:xfrm>
        </p:grpSpPr>
        <p:grpSp>
          <p:nvGrpSpPr>
            <p:cNvPr id="1565" name="Google Shape;1565;p25"/>
            <p:cNvGrpSpPr/>
            <p:nvPr/>
          </p:nvGrpSpPr>
          <p:grpSpPr>
            <a:xfrm rot="-5400000">
              <a:off x="-150254" y="1671147"/>
              <a:ext cx="204128" cy="1115878"/>
              <a:chOff x="6605329" y="191675"/>
              <a:chExt cx="127876" cy="699040"/>
            </a:xfrm>
          </p:grpSpPr>
          <p:sp>
            <p:nvSpPr>
              <p:cNvPr id="1566" name="Google Shape;1566;p25"/>
              <p:cNvSpPr/>
              <p:nvPr/>
            </p:nvSpPr>
            <p:spPr>
              <a:xfrm>
                <a:off x="6701235" y="858746"/>
                <a:ext cx="31969" cy="31969"/>
              </a:xfrm>
              <a:custGeom>
                <a:rect b="b" l="l" r="r" t="t"/>
                <a:pathLst>
                  <a:path extrusionOk="0" h="14" w="15">
                    <a:moveTo>
                      <a:pt x="13" y="7"/>
                    </a:moveTo>
                    <a:cubicBezTo>
                      <a:pt x="11" y="7"/>
                      <a:pt x="11" y="7"/>
                      <a:pt x="11" y="7"/>
                    </a:cubicBezTo>
                    <a:cubicBezTo>
                      <a:pt x="11" y="9"/>
                      <a:pt x="9" y="10"/>
                      <a:pt x="7" y="10"/>
                    </a:cubicBezTo>
                    <a:cubicBezTo>
                      <a:pt x="6" y="10"/>
                      <a:pt x="4" y="9"/>
                      <a:pt x="4" y="7"/>
                    </a:cubicBezTo>
                    <a:cubicBezTo>
                      <a:pt x="4" y="5"/>
                      <a:pt x="6" y="4"/>
                      <a:pt x="7" y="4"/>
                    </a:cubicBezTo>
                    <a:cubicBezTo>
                      <a:pt x="9" y="4"/>
                      <a:pt x="11" y="5"/>
                      <a:pt x="11" y="7"/>
                    </a:cubicBezTo>
                    <a:cubicBezTo>
                      <a:pt x="13" y="7"/>
                      <a:pt x="13" y="7"/>
                      <a:pt x="13" y="7"/>
                    </a:cubicBezTo>
                    <a:cubicBezTo>
                      <a:pt x="15" y="7"/>
                      <a:pt x="15" y="7"/>
                      <a:pt x="15" y="7"/>
                    </a:cubicBezTo>
                    <a:cubicBezTo>
                      <a:pt x="15" y="3"/>
                      <a:pt x="11" y="0"/>
                      <a:pt x="7" y="0"/>
                    </a:cubicBezTo>
                    <a:cubicBezTo>
                      <a:pt x="3" y="0"/>
                      <a:pt x="0" y="3"/>
                      <a:pt x="0" y="7"/>
                    </a:cubicBezTo>
                    <a:cubicBezTo>
                      <a:pt x="0" y="11"/>
                      <a:pt x="3" y="14"/>
                      <a:pt x="7" y="14"/>
                    </a:cubicBezTo>
                    <a:cubicBezTo>
                      <a:pt x="11" y="14"/>
                      <a:pt x="15" y="11"/>
                      <a:pt x="15" y="7"/>
                    </a:cubicBezTo>
                    <a:lnTo>
                      <a:pt x="13"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67" name="Google Shape;1567;p25"/>
              <p:cNvSpPr/>
              <p:nvPr/>
            </p:nvSpPr>
            <p:spPr>
              <a:xfrm>
                <a:off x="6605329" y="191675"/>
                <a:ext cx="115087" cy="671334"/>
              </a:xfrm>
              <a:custGeom>
                <a:rect b="b" l="l" r="r" t="t"/>
                <a:pathLst>
                  <a:path extrusionOk="0" h="315" w="54">
                    <a:moveTo>
                      <a:pt x="0" y="0"/>
                    </a:moveTo>
                    <a:lnTo>
                      <a:pt x="0" y="167"/>
                    </a:lnTo>
                    <a:lnTo>
                      <a:pt x="50" y="217"/>
                    </a:lnTo>
                    <a:lnTo>
                      <a:pt x="50" y="315"/>
                    </a:lnTo>
                    <a:lnTo>
                      <a:pt x="54" y="315"/>
                    </a:lnTo>
                    <a:lnTo>
                      <a:pt x="54" y="215"/>
                    </a:lnTo>
                    <a:lnTo>
                      <a:pt x="5" y="165"/>
                    </a:lnTo>
                    <a:lnTo>
                      <a:pt x="5" y="0"/>
                    </a:lnTo>
                    <a:lnTo>
                      <a:pt x="0" y="0"/>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568" name="Google Shape;1568;p25"/>
            <p:cNvGrpSpPr/>
            <p:nvPr/>
          </p:nvGrpSpPr>
          <p:grpSpPr>
            <a:xfrm>
              <a:off x="4045668" y="-451253"/>
              <a:ext cx="1614046" cy="857229"/>
              <a:chOff x="1009718" y="191672"/>
              <a:chExt cx="1614046" cy="857229"/>
            </a:xfrm>
          </p:grpSpPr>
          <p:grpSp>
            <p:nvGrpSpPr>
              <p:cNvPr id="1569" name="Google Shape;1569;p25"/>
              <p:cNvGrpSpPr/>
              <p:nvPr/>
            </p:nvGrpSpPr>
            <p:grpSpPr>
              <a:xfrm>
                <a:off x="1558908" y="235807"/>
                <a:ext cx="1064856" cy="813093"/>
                <a:chOff x="3843246" y="357910"/>
                <a:chExt cx="667078" cy="509361"/>
              </a:xfrm>
            </p:grpSpPr>
            <p:sp>
              <p:nvSpPr>
                <p:cNvPr id="1570" name="Google Shape;1570;p25"/>
                <p:cNvSpPr/>
                <p:nvPr/>
              </p:nvSpPr>
              <p:spPr>
                <a:xfrm>
                  <a:off x="3870952" y="385616"/>
                  <a:ext cx="626584" cy="471000"/>
                </a:xfrm>
                <a:custGeom>
                  <a:rect b="b" l="l" r="r" t="t"/>
                  <a:pathLst>
                    <a:path extrusionOk="0" h="221" w="294">
                      <a:moveTo>
                        <a:pt x="290" y="0"/>
                      </a:moveTo>
                      <a:lnTo>
                        <a:pt x="290" y="78"/>
                      </a:lnTo>
                      <a:lnTo>
                        <a:pt x="151" y="217"/>
                      </a:lnTo>
                      <a:lnTo>
                        <a:pt x="0" y="217"/>
                      </a:lnTo>
                      <a:lnTo>
                        <a:pt x="0" y="221"/>
                      </a:lnTo>
                      <a:lnTo>
                        <a:pt x="153" y="221"/>
                      </a:lnTo>
                      <a:lnTo>
                        <a:pt x="294" y="80"/>
                      </a:lnTo>
                      <a:lnTo>
                        <a:pt x="294" y="0"/>
                      </a:lnTo>
                      <a:lnTo>
                        <a:pt x="290" y="0"/>
                      </a:lnTo>
                      <a:lnTo>
                        <a:pt x="29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71" name="Google Shape;1571;p25"/>
                <p:cNvSpPr/>
                <p:nvPr/>
              </p:nvSpPr>
              <p:spPr>
                <a:xfrm>
                  <a:off x="3843246" y="835302"/>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5"/>
                        <a:pt x="5"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72" name="Google Shape;1572;p25"/>
                <p:cNvSpPr/>
                <p:nvPr/>
              </p:nvSpPr>
              <p:spPr>
                <a:xfrm>
                  <a:off x="4478354" y="357910"/>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6"/>
                        <a:pt x="5" y="4"/>
                        <a:pt x="7" y="4"/>
                      </a:cubicBezTo>
                      <a:cubicBezTo>
                        <a:pt x="9" y="4"/>
                        <a:pt x="10" y="6"/>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573" name="Google Shape;1573;p25"/>
              <p:cNvGrpSpPr/>
              <p:nvPr/>
            </p:nvGrpSpPr>
            <p:grpSpPr>
              <a:xfrm>
                <a:off x="1009718" y="191672"/>
                <a:ext cx="1337026" cy="826702"/>
                <a:chOff x="3421261" y="191675"/>
                <a:chExt cx="837578" cy="517886"/>
              </a:xfrm>
            </p:grpSpPr>
            <p:sp>
              <p:nvSpPr>
                <p:cNvPr id="1574" name="Google Shape;1574;p25"/>
                <p:cNvSpPr/>
                <p:nvPr/>
              </p:nvSpPr>
              <p:spPr>
                <a:xfrm>
                  <a:off x="3421261" y="679724"/>
                  <a:ext cx="31969" cy="29837"/>
                </a:xfrm>
                <a:custGeom>
                  <a:rect b="b" l="l" r="r" t="t"/>
                  <a:pathLst>
                    <a:path extrusionOk="0" h="14" w="14">
                      <a:moveTo>
                        <a:pt x="12" y="7"/>
                      </a:moveTo>
                      <a:cubicBezTo>
                        <a:pt x="10" y="7"/>
                        <a:pt x="10" y="7"/>
                        <a:pt x="10" y="7"/>
                      </a:cubicBezTo>
                      <a:cubicBezTo>
                        <a:pt x="10" y="8"/>
                        <a:pt x="9" y="10"/>
                        <a:pt x="7" y="10"/>
                      </a:cubicBezTo>
                      <a:cubicBezTo>
                        <a:pt x="5" y="10"/>
                        <a:pt x="4" y="8"/>
                        <a:pt x="4" y="7"/>
                      </a:cubicBezTo>
                      <a:cubicBezTo>
                        <a:pt x="4" y="5"/>
                        <a:pt x="5"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75" name="Google Shape;1575;p25"/>
                <p:cNvSpPr/>
                <p:nvPr/>
              </p:nvSpPr>
              <p:spPr>
                <a:xfrm>
                  <a:off x="3442573" y="191675"/>
                  <a:ext cx="816266" cy="498704"/>
                </a:xfrm>
                <a:custGeom>
                  <a:rect b="b" l="l" r="r" t="t"/>
                  <a:pathLst>
                    <a:path extrusionOk="0" h="234" w="383">
                      <a:moveTo>
                        <a:pt x="379" y="0"/>
                      </a:moveTo>
                      <a:lnTo>
                        <a:pt x="379" y="106"/>
                      </a:lnTo>
                      <a:lnTo>
                        <a:pt x="301" y="185"/>
                      </a:lnTo>
                      <a:lnTo>
                        <a:pt x="46" y="185"/>
                      </a:lnTo>
                      <a:lnTo>
                        <a:pt x="0" y="231"/>
                      </a:lnTo>
                      <a:lnTo>
                        <a:pt x="3" y="234"/>
                      </a:lnTo>
                      <a:lnTo>
                        <a:pt x="47" y="190"/>
                      </a:lnTo>
                      <a:lnTo>
                        <a:pt x="302" y="190"/>
                      </a:lnTo>
                      <a:lnTo>
                        <a:pt x="383" y="108"/>
                      </a:lnTo>
                      <a:lnTo>
                        <a:pt x="383" y="0"/>
                      </a:lnTo>
                      <a:lnTo>
                        <a:pt x="379" y="0"/>
                      </a:lnTo>
                      <a:lnTo>
                        <a:pt x="379"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1576" name="Google Shape;1576;p25"/>
            <p:cNvGrpSpPr/>
            <p:nvPr/>
          </p:nvGrpSpPr>
          <p:grpSpPr>
            <a:xfrm>
              <a:off x="3493530" y="4774608"/>
              <a:ext cx="2156910" cy="506908"/>
              <a:chOff x="4891825" y="3546381"/>
              <a:chExt cx="1351193" cy="317552"/>
            </a:xfrm>
          </p:grpSpPr>
          <p:sp>
            <p:nvSpPr>
              <p:cNvPr id="1577" name="Google Shape;1577;p25"/>
              <p:cNvSpPr/>
              <p:nvPr/>
            </p:nvSpPr>
            <p:spPr>
              <a:xfrm>
                <a:off x="6208918" y="3757372"/>
                <a:ext cx="34100" cy="31969"/>
              </a:xfrm>
              <a:custGeom>
                <a:rect b="b" l="l" r="r" t="t"/>
                <a:pathLst>
                  <a:path extrusionOk="0" h="15" w="15">
                    <a:moveTo>
                      <a:pt x="2" y="7"/>
                    </a:moveTo>
                    <a:cubicBezTo>
                      <a:pt x="4" y="7"/>
                      <a:pt x="4" y="7"/>
                      <a:pt x="4" y="7"/>
                    </a:cubicBezTo>
                    <a:cubicBezTo>
                      <a:pt x="4" y="6"/>
                      <a:pt x="6" y="4"/>
                      <a:pt x="8" y="4"/>
                    </a:cubicBezTo>
                    <a:cubicBezTo>
                      <a:pt x="9" y="4"/>
                      <a:pt x="11" y="6"/>
                      <a:pt x="11" y="7"/>
                    </a:cubicBezTo>
                    <a:cubicBezTo>
                      <a:pt x="11" y="9"/>
                      <a:pt x="9" y="11"/>
                      <a:pt x="8" y="11"/>
                    </a:cubicBezTo>
                    <a:cubicBezTo>
                      <a:pt x="6" y="11"/>
                      <a:pt x="4" y="9"/>
                      <a:pt x="4" y="7"/>
                    </a:cubicBezTo>
                    <a:cubicBezTo>
                      <a:pt x="2" y="7"/>
                      <a:pt x="2" y="7"/>
                      <a:pt x="2" y="7"/>
                    </a:cubicBezTo>
                    <a:cubicBezTo>
                      <a:pt x="0" y="7"/>
                      <a:pt x="0" y="7"/>
                      <a:pt x="0" y="7"/>
                    </a:cubicBezTo>
                    <a:cubicBezTo>
                      <a:pt x="0" y="11"/>
                      <a:pt x="4" y="15"/>
                      <a:pt x="8" y="15"/>
                    </a:cubicBezTo>
                    <a:cubicBezTo>
                      <a:pt x="12" y="15"/>
                      <a:pt x="15" y="11"/>
                      <a:pt x="15" y="7"/>
                    </a:cubicBezTo>
                    <a:cubicBezTo>
                      <a:pt x="15" y="3"/>
                      <a:pt x="12" y="0"/>
                      <a:pt x="8" y="0"/>
                    </a:cubicBezTo>
                    <a:cubicBezTo>
                      <a:pt x="4" y="0"/>
                      <a:pt x="0" y="3"/>
                      <a:pt x="0" y="7"/>
                    </a:cubicBezTo>
                    <a:lnTo>
                      <a:pt x="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78" name="Google Shape;1578;p25"/>
              <p:cNvSpPr/>
              <p:nvPr/>
            </p:nvSpPr>
            <p:spPr>
              <a:xfrm>
                <a:off x="4891825" y="3635897"/>
                <a:ext cx="29825" cy="29825"/>
              </a:xfrm>
              <a:custGeom>
                <a:rect b="b" l="l" r="r" t="t"/>
                <a:pathLst>
                  <a:path extrusionOk="0" h="14" w="15">
                    <a:moveTo>
                      <a:pt x="2" y="7"/>
                    </a:moveTo>
                    <a:cubicBezTo>
                      <a:pt x="4" y="7"/>
                      <a:pt x="4" y="7"/>
                      <a:pt x="4" y="7"/>
                    </a:cubicBezTo>
                    <a:cubicBezTo>
                      <a:pt x="4" y="5"/>
                      <a:pt x="6" y="4"/>
                      <a:pt x="7" y="4"/>
                    </a:cubicBezTo>
                    <a:cubicBezTo>
                      <a:pt x="9" y="4"/>
                      <a:pt x="11" y="5"/>
                      <a:pt x="11" y="7"/>
                    </a:cubicBezTo>
                    <a:cubicBezTo>
                      <a:pt x="11" y="9"/>
                      <a:pt x="9" y="10"/>
                      <a:pt x="7" y="10"/>
                    </a:cubicBezTo>
                    <a:cubicBezTo>
                      <a:pt x="6" y="10"/>
                      <a:pt x="4" y="9"/>
                      <a:pt x="4" y="7"/>
                    </a:cubicBezTo>
                    <a:cubicBezTo>
                      <a:pt x="2" y="7"/>
                      <a:pt x="2" y="7"/>
                      <a:pt x="2" y="7"/>
                    </a:cubicBezTo>
                    <a:cubicBezTo>
                      <a:pt x="0" y="7"/>
                      <a:pt x="0" y="7"/>
                      <a:pt x="0" y="7"/>
                    </a:cubicBezTo>
                    <a:cubicBezTo>
                      <a:pt x="0" y="11"/>
                      <a:pt x="3" y="14"/>
                      <a:pt x="7" y="14"/>
                    </a:cubicBezTo>
                    <a:cubicBezTo>
                      <a:pt x="11" y="14"/>
                      <a:pt x="15" y="11"/>
                      <a:pt x="15" y="7"/>
                    </a:cubicBezTo>
                    <a:cubicBezTo>
                      <a:pt x="15" y="3"/>
                      <a:pt x="11" y="0"/>
                      <a:pt x="7" y="0"/>
                    </a:cubicBezTo>
                    <a:cubicBezTo>
                      <a:pt x="3" y="0"/>
                      <a:pt x="0" y="3"/>
                      <a:pt x="0" y="7"/>
                    </a:cubicBezTo>
                    <a:lnTo>
                      <a:pt x="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79" name="Google Shape;1579;p25"/>
              <p:cNvSpPr/>
              <p:nvPr/>
            </p:nvSpPr>
            <p:spPr>
              <a:xfrm>
                <a:off x="4917389" y="3646549"/>
                <a:ext cx="1295792" cy="217384"/>
              </a:xfrm>
              <a:custGeom>
                <a:rect b="b" l="l" r="r" t="t"/>
                <a:pathLst>
                  <a:path extrusionOk="0" h="102" w="608">
                    <a:moveTo>
                      <a:pt x="0" y="4"/>
                    </a:moveTo>
                    <a:lnTo>
                      <a:pt x="207" y="4"/>
                    </a:lnTo>
                    <a:lnTo>
                      <a:pt x="305" y="102"/>
                    </a:lnTo>
                    <a:lnTo>
                      <a:pt x="498" y="102"/>
                    </a:lnTo>
                    <a:lnTo>
                      <a:pt x="539" y="61"/>
                    </a:lnTo>
                    <a:lnTo>
                      <a:pt x="608" y="61"/>
                    </a:lnTo>
                    <a:lnTo>
                      <a:pt x="608" y="57"/>
                    </a:lnTo>
                    <a:lnTo>
                      <a:pt x="537" y="57"/>
                    </a:lnTo>
                    <a:lnTo>
                      <a:pt x="497" y="98"/>
                    </a:lnTo>
                    <a:lnTo>
                      <a:pt x="307" y="98"/>
                    </a:lnTo>
                    <a:lnTo>
                      <a:pt x="210" y="0"/>
                    </a:lnTo>
                    <a:lnTo>
                      <a:pt x="0" y="0"/>
                    </a:lnTo>
                    <a:lnTo>
                      <a:pt x="0" y="4"/>
                    </a:lnTo>
                    <a:lnTo>
                      <a:pt x="0" y="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80" name="Google Shape;1580;p25"/>
              <p:cNvSpPr/>
              <p:nvPr/>
            </p:nvSpPr>
            <p:spPr>
              <a:xfrm>
                <a:off x="5933990" y="3768028"/>
                <a:ext cx="31969" cy="34099"/>
              </a:xfrm>
              <a:custGeom>
                <a:rect b="b" l="l" r="r" t="t"/>
                <a:pathLst>
                  <a:path extrusionOk="0" h="15" w="14">
                    <a:moveTo>
                      <a:pt x="2" y="8"/>
                    </a:moveTo>
                    <a:cubicBezTo>
                      <a:pt x="4" y="8"/>
                      <a:pt x="4" y="8"/>
                      <a:pt x="4" y="8"/>
                    </a:cubicBezTo>
                    <a:cubicBezTo>
                      <a:pt x="4" y="6"/>
                      <a:pt x="5" y="4"/>
                      <a:pt x="7" y="4"/>
                    </a:cubicBezTo>
                    <a:cubicBezTo>
                      <a:pt x="8" y="4"/>
                      <a:pt x="10" y="6"/>
                      <a:pt x="10" y="8"/>
                    </a:cubicBezTo>
                    <a:cubicBezTo>
                      <a:pt x="10" y="9"/>
                      <a:pt x="8" y="11"/>
                      <a:pt x="7" y="11"/>
                    </a:cubicBezTo>
                    <a:cubicBezTo>
                      <a:pt x="5" y="11"/>
                      <a:pt x="4" y="9"/>
                      <a:pt x="4" y="8"/>
                    </a:cubicBezTo>
                    <a:cubicBezTo>
                      <a:pt x="2" y="8"/>
                      <a:pt x="2" y="8"/>
                      <a:pt x="2" y="8"/>
                    </a:cubicBezTo>
                    <a:cubicBezTo>
                      <a:pt x="0" y="8"/>
                      <a:pt x="0" y="8"/>
                      <a:pt x="0" y="8"/>
                    </a:cubicBezTo>
                    <a:cubicBezTo>
                      <a:pt x="0" y="11"/>
                      <a:pt x="3" y="15"/>
                      <a:pt x="7" y="15"/>
                    </a:cubicBezTo>
                    <a:cubicBezTo>
                      <a:pt x="11" y="15"/>
                      <a:pt x="14" y="11"/>
                      <a:pt x="14" y="8"/>
                    </a:cubicBezTo>
                    <a:cubicBezTo>
                      <a:pt x="14" y="4"/>
                      <a:pt x="11" y="0"/>
                      <a:pt x="7" y="0"/>
                    </a:cubicBezTo>
                    <a:cubicBezTo>
                      <a:pt x="3" y="0"/>
                      <a:pt x="0" y="4"/>
                      <a:pt x="0" y="8"/>
                    </a:cubicBezTo>
                    <a:lnTo>
                      <a:pt x="2"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81" name="Google Shape;1581;p25"/>
              <p:cNvSpPr/>
              <p:nvPr/>
            </p:nvSpPr>
            <p:spPr>
              <a:xfrm>
                <a:off x="5286094" y="3546381"/>
                <a:ext cx="29837" cy="31969"/>
              </a:xfrm>
              <a:custGeom>
                <a:rect b="b" l="l" r="r" t="t"/>
                <a:pathLst>
                  <a:path extrusionOk="0" h="15" w="14">
                    <a:moveTo>
                      <a:pt x="2" y="8"/>
                    </a:moveTo>
                    <a:cubicBezTo>
                      <a:pt x="4" y="8"/>
                      <a:pt x="4" y="8"/>
                      <a:pt x="4" y="8"/>
                    </a:cubicBezTo>
                    <a:cubicBezTo>
                      <a:pt x="4" y="6"/>
                      <a:pt x="5" y="4"/>
                      <a:pt x="7" y="4"/>
                    </a:cubicBezTo>
                    <a:cubicBezTo>
                      <a:pt x="9" y="4"/>
                      <a:pt x="10" y="6"/>
                      <a:pt x="10" y="8"/>
                    </a:cubicBezTo>
                    <a:cubicBezTo>
                      <a:pt x="10" y="9"/>
                      <a:pt x="9" y="11"/>
                      <a:pt x="7" y="11"/>
                    </a:cubicBezTo>
                    <a:cubicBezTo>
                      <a:pt x="5" y="11"/>
                      <a:pt x="4" y="9"/>
                      <a:pt x="4" y="8"/>
                    </a:cubicBezTo>
                    <a:cubicBezTo>
                      <a:pt x="2" y="8"/>
                      <a:pt x="2" y="8"/>
                      <a:pt x="2" y="8"/>
                    </a:cubicBezTo>
                    <a:cubicBezTo>
                      <a:pt x="0" y="8"/>
                      <a:pt x="0" y="8"/>
                      <a:pt x="0" y="8"/>
                    </a:cubicBezTo>
                    <a:cubicBezTo>
                      <a:pt x="0" y="11"/>
                      <a:pt x="3" y="15"/>
                      <a:pt x="7" y="15"/>
                    </a:cubicBezTo>
                    <a:cubicBezTo>
                      <a:pt x="11" y="15"/>
                      <a:pt x="14" y="11"/>
                      <a:pt x="14" y="8"/>
                    </a:cubicBezTo>
                    <a:cubicBezTo>
                      <a:pt x="14" y="4"/>
                      <a:pt x="11" y="0"/>
                      <a:pt x="7" y="0"/>
                    </a:cubicBezTo>
                    <a:cubicBezTo>
                      <a:pt x="3" y="0"/>
                      <a:pt x="0" y="4"/>
                      <a:pt x="0" y="8"/>
                    </a:cubicBezTo>
                    <a:lnTo>
                      <a:pt x="2"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82" name="Google Shape;1582;p25"/>
              <p:cNvSpPr/>
              <p:nvPr/>
            </p:nvSpPr>
            <p:spPr>
              <a:xfrm>
                <a:off x="5311668" y="3559168"/>
                <a:ext cx="632979" cy="219516"/>
              </a:xfrm>
              <a:custGeom>
                <a:rect b="b" l="l" r="r" t="t"/>
                <a:pathLst>
                  <a:path extrusionOk="0" h="103" w="297">
                    <a:moveTo>
                      <a:pt x="0" y="4"/>
                    </a:moveTo>
                    <a:lnTo>
                      <a:pt x="39" y="4"/>
                    </a:lnTo>
                    <a:lnTo>
                      <a:pt x="115" y="79"/>
                    </a:lnTo>
                    <a:lnTo>
                      <a:pt x="270" y="79"/>
                    </a:lnTo>
                    <a:lnTo>
                      <a:pt x="294" y="103"/>
                    </a:lnTo>
                    <a:lnTo>
                      <a:pt x="297" y="100"/>
                    </a:lnTo>
                    <a:lnTo>
                      <a:pt x="272" y="75"/>
                    </a:lnTo>
                    <a:lnTo>
                      <a:pt x="117" y="75"/>
                    </a:lnTo>
                    <a:lnTo>
                      <a:pt x="41" y="0"/>
                    </a:lnTo>
                    <a:lnTo>
                      <a:pt x="0" y="0"/>
                    </a:lnTo>
                    <a:lnTo>
                      <a:pt x="0" y="4"/>
                    </a:lnTo>
                    <a:lnTo>
                      <a:pt x="0" y="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583" name="Google Shape;1583;p25"/>
            <p:cNvGrpSpPr/>
            <p:nvPr/>
          </p:nvGrpSpPr>
          <p:grpSpPr>
            <a:xfrm>
              <a:off x="8654028" y="-358165"/>
              <a:ext cx="619332" cy="1338013"/>
              <a:chOff x="6850421" y="775628"/>
              <a:chExt cx="398541" cy="861012"/>
            </a:xfrm>
          </p:grpSpPr>
          <p:sp>
            <p:nvSpPr>
              <p:cNvPr id="1584" name="Google Shape;1584;p25"/>
              <p:cNvSpPr/>
              <p:nvPr/>
            </p:nvSpPr>
            <p:spPr>
              <a:xfrm>
                <a:off x="6850421" y="1604672"/>
                <a:ext cx="34100" cy="31969"/>
              </a:xfrm>
              <a:custGeom>
                <a:rect b="b" l="l" r="r" t="t"/>
                <a:pathLst>
                  <a:path extrusionOk="0" h="15" w="15">
                    <a:moveTo>
                      <a:pt x="13" y="8"/>
                    </a:moveTo>
                    <a:cubicBezTo>
                      <a:pt x="11" y="8"/>
                      <a:pt x="11" y="8"/>
                      <a:pt x="11" y="8"/>
                    </a:cubicBezTo>
                    <a:cubicBezTo>
                      <a:pt x="11" y="9"/>
                      <a:pt x="9" y="11"/>
                      <a:pt x="7" y="11"/>
                    </a:cubicBezTo>
                    <a:cubicBezTo>
                      <a:pt x="6" y="11"/>
                      <a:pt x="4" y="9"/>
                      <a:pt x="4" y="8"/>
                    </a:cubicBezTo>
                    <a:cubicBezTo>
                      <a:pt x="4" y="6"/>
                      <a:pt x="6" y="4"/>
                      <a:pt x="7" y="4"/>
                    </a:cubicBezTo>
                    <a:cubicBezTo>
                      <a:pt x="9" y="4"/>
                      <a:pt x="11" y="6"/>
                      <a:pt x="11" y="8"/>
                    </a:cubicBezTo>
                    <a:cubicBezTo>
                      <a:pt x="13" y="8"/>
                      <a:pt x="13" y="8"/>
                      <a:pt x="13" y="8"/>
                    </a:cubicBezTo>
                    <a:cubicBezTo>
                      <a:pt x="15" y="8"/>
                      <a:pt x="15" y="8"/>
                      <a:pt x="15" y="8"/>
                    </a:cubicBezTo>
                    <a:cubicBezTo>
                      <a:pt x="15" y="4"/>
                      <a:pt x="11" y="0"/>
                      <a:pt x="7" y="0"/>
                    </a:cubicBezTo>
                    <a:cubicBezTo>
                      <a:pt x="3" y="0"/>
                      <a:pt x="0" y="4"/>
                      <a:pt x="0" y="8"/>
                    </a:cubicBezTo>
                    <a:cubicBezTo>
                      <a:pt x="0" y="12"/>
                      <a:pt x="3" y="15"/>
                      <a:pt x="7" y="15"/>
                    </a:cubicBezTo>
                    <a:cubicBezTo>
                      <a:pt x="11" y="15"/>
                      <a:pt x="15" y="12"/>
                      <a:pt x="15" y="8"/>
                    </a:cubicBezTo>
                    <a:lnTo>
                      <a:pt x="13"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85" name="Google Shape;1585;p25"/>
              <p:cNvSpPr/>
              <p:nvPr/>
            </p:nvSpPr>
            <p:spPr>
              <a:xfrm>
                <a:off x="7138138" y="775628"/>
                <a:ext cx="31969" cy="31969"/>
              </a:xfrm>
              <a:custGeom>
                <a:rect b="b" l="l" r="r" t="t"/>
                <a:pathLst>
                  <a:path extrusionOk="0" h="14" w="14">
                    <a:moveTo>
                      <a:pt x="12" y="7"/>
                    </a:moveTo>
                    <a:cubicBezTo>
                      <a:pt x="10" y="7"/>
                      <a:pt x="10" y="7"/>
                      <a:pt x="10" y="7"/>
                    </a:cubicBezTo>
                    <a:cubicBezTo>
                      <a:pt x="10" y="9"/>
                      <a:pt x="9" y="10"/>
                      <a:pt x="7" y="10"/>
                    </a:cubicBezTo>
                    <a:cubicBezTo>
                      <a:pt x="6" y="10"/>
                      <a:pt x="4" y="9"/>
                      <a:pt x="4" y="7"/>
                    </a:cubicBezTo>
                    <a:cubicBezTo>
                      <a:pt x="4" y="5"/>
                      <a:pt x="6"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86" name="Google Shape;1586;p25"/>
              <p:cNvSpPr/>
              <p:nvPr/>
            </p:nvSpPr>
            <p:spPr>
              <a:xfrm>
                <a:off x="6861077" y="794810"/>
                <a:ext cx="387885" cy="814124"/>
              </a:xfrm>
              <a:custGeom>
                <a:rect b="b" l="l" r="r" t="t"/>
                <a:pathLst>
                  <a:path extrusionOk="0" h="382" w="182">
                    <a:moveTo>
                      <a:pt x="5" y="382"/>
                    </a:moveTo>
                    <a:lnTo>
                      <a:pt x="5" y="306"/>
                    </a:lnTo>
                    <a:lnTo>
                      <a:pt x="79" y="231"/>
                    </a:lnTo>
                    <a:lnTo>
                      <a:pt x="146" y="231"/>
                    </a:lnTo>
                    <a:lnTo>
                      <a:pt x="182" y="194"/>
                    </a:lnTo>
                    <a:lnTo>
                      <a:pt x="182" y="40"/>
                    </a:lnTo>
                    <a:lnTo>
                      <a:pt x="142" y="0"/>
                    </a:lnTo>
                    <a:lnTo>
                      <a:pt x="140" y="3"/>
                    </a:lnTo>
                    <a:lnTo>
                      <a:pt x="178" y="42"/>
                    </a:lnTo>
                    <a:lnTo>
                      <a:pt x="178" y="192"/>
                    </a:lnTo>
                    <a:lnTo>
                      <a:pt x="143" y="227"/>
                    </a:lnTo>
                    <a:lnTo>
                      <a:pt x="78" y="227"/>
                    </a:lnTo>
                    <a:lnTo>
                      <a:pt x="0" y="304"/>
                    </a:lnTo>
                    <a:lnTo>
                      <a:pt x="0" y="382"/>
                    </a:lnTo>
                    <a:lnTo>
                      <a:pt x="5" y="382"/>
                    </a:lnTo>
                    <a:lnTo>
                      <a:pt x="5" y="38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1587" name="Google Shape;1587;p25"/>
          <p:cNvGrpSpPr/>
          <p:nvPr/>
        </p:nvGrpSpPr>
        <p:grpSpPr>
          <a:xfrm>
            <a:off x="-1154425" y="-972164"/>
            <a:ext cx="11453925" cy="7153825"/>
            <a:chOff x="-1203475" y="-1124125"/>
            <a:chExt cx="11453925" cy="7153825"/>
          </a:xfrm>
        </p:grpSpPr>
        <p:sp>
          <p:nvSpPr>
            <p:cNvPr id="1588" name="Google Shape;1588;p25"/>
            <p:cNvSpPr/>
            <p:nvPr/>
          </p:nvSpPr>
          <p:spPr>
            <a:xfrm>
              <a:off x="-850925" y="723600"/>
              <a:ext cx="1417200" cy="10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589" name="Google Shape;1589;p25"/>
            <p:cNvSpPr/>
            <p:nvPr/>
          </p:nvSpPr>
          <p:spPr>
            <a:xfrm>
              <a:off x="-1203475" y="970035"/>
              <a:ext cx="1417200" cy="10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590" name="Google Shape;1590;p25"/>
            <p:cNvSpPr/>
            <p:nvPr/>
          </p:nvSpPr>
          <p:spPr>
            <a:xfrm rot="5400000">
              <a:off x="-314675" y="5268000"/>
              <a:ext cx="1417200" cy="10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591" name="Google Shape;1591;p25"/>
            <p:cNvSpPr/>
            <p:nvPr/>
          </p:nvSpPr>
          <p:spPr>
            <a:xfrm rot="5400000">
              <a:off x="5531450" y="-468625"/>
              <a:ext cx="1417200" cy="10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592" name="Google Shape;1592;p25"/>
            <p:cNvSpPr/>
            <p:nvPr/>
          </p:nvSpPr>
          <p:spPr>
            <a:xfrm rot="10800000">
              <a:off x="8573550" y="1693661"/>
              <a:ext cx="1417200" cy="106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593" name="Google Shape;1593;p25"/>
            <p:cNvSpPr/>
            <p:nvPr/>
          </p:nvSpPr>
          <p:spPr>
            <a:xfrm rot="10800000">
              <a:off x="8833250" y="1446412"/>
              <a:ext cx="1417200" cy="106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1594" name="Google Shape;1594;p25"/>
          <p:cNvGrpSpPr/>
          <p:nvPr/>
        </p:nvGrpSpPr>
        <p:grpSpPr>
          <a:xfrm flipH="1" rot="10800000">
            <a:off x="522370" y="294412"/>
            <a:ext cx="8320055" cy="4774098"/>
            <a:chOff x="473320" y="140988"/>
            <a:chExt cx="8320055" cy="4774098"/>
          </a:xfrm>
        </p:grpSpPr>
        <p:grpSp>
          <p:nvGrpSpPr>
            <p:cNvPr id="1595" name="Google Shape;1595;p25"/>
            <p:cNvGrpSpPr/>
            <p:nvPr/>
          </p:nvGrpSpPr>
          <p:grpSpPr>
            <a:xfrm>
              <a:off x="8663175" y="4220925"/>
              <a:ext cx="130200" cy="126125"/>
              <a:chOff x="3809600" y="987450"/>
              <a:chExt cx="130200" cy="126125"/>
            </a:xfrm>
          </p:grpSpPr>
          <p:sp>
            <p:nvSpPr>
              <p:cNvPr id="1596" name="Google Shape;1596;p25"/>
              <p:cNvSpPr/>
              <p:nvPr/>
            </p:nvSpPr>
            <p:spPr>
              <a:xfrm>
                <a:off x="3809600" y="987450"/>
                <a:ext cx="65100" cy="56400"/>
              </a:xfrm>
              <a:prstGeom prst="hexagon">
                <a:avLst>
                  <a:gd fmla="val 25000" name="adj"/>
                  <a:gd fmla="val 115470" name="vf"/>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597" name="Google Shape;1597;p25"/>
              <p:cNvSpPr/>
              <p:nvPr/>
            </p:nvSpPr>
            <p:spPr>
              <a:xfrm>
                <a:off x="3874700" y="1021650"/>
                <a:ext cx="65100" cy="56400"/>
              </a:xfrm>
              <a:prstGeom prst="hexagon">
                <a:avLst>
                  <a:gd fmla="val 25000" name="adj"/>
                  <a:gd fmla="val 115470" name="vf"/>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598" name="Google Shape;1598;p25"/>
              <p:cNvSpPr/>
              <p:nvPr/>
            </p:nvSpPr>
            <p:spPr>
              <a:xfrm>
                <a:off x="3809600" y="1057175"/>
                <a:ext cx="65100" cy="56400"/>
              </a:xfrm>
              <a:prstGeom prst="hexagon">
                <a:avLst>
                  <a:gd fmla="val 25000" name="adj"/>
                  <a:gd fmla="val 115470" name="vf"/>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1599" name="Google Shape;1599;p25"/>
            <p:cNvGrpSpPr/>
            <p:nvPr/>
          </p:nvGrpSpPr>
          <p:grpSpPr>
            <a:xfrm>
              <a:off x="473320" y="663929"/>
              <a:ext cx="101875" cy="134875"/>
              <a:chOff x="3928495" y="333391"/>
              <a:chExt cx="101875" cy="134875"/>
            </a:xfrm>
          </p:grpSpPr>
          <p:grpSp>
            <p:nvGrpSpPr>
              <p:cNvPr id="1600" name="Google Shape;1600;p25"/>
              <p:cNvGrpSpPr/>
              <p:nvPr/>
            </p:nvGrpSpPr>
            <p:grpSpPr>
              <a:xfrm>
                <a:off x="3928495" y="379241"/>
                <a:ext cx="44700" cy="42600"/>
                <a:chOff x="3928495" y="379241"/>
                <a:chExt cx="44700" cy="42600"/>
              </a:xfrm>
            </p:grpSpPr>
            <p:sp>
              <p:nvSpPr>
                <p:cNvPr id="1601" name="Google Shape;1601;p25"/>
                <p:cNvSpPr/>
                <p:nvPr/>
              </p:nvSpPr>
              <p:spPr>
                <a:xfrm>
                  <a:off x="3928495" y="396272"/>
                  <a:ext cx="44700" cy="81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02" name="Google Shape;1602;p25"/>
                <p:cNvSpPr/>
                <p:nvPr/>
              </p:nvSpPr>
              <p:spPr>
                <a:xfrm>
                  <a:off x="3946802" y="379241"/>
                  <a:ext cx="8100" cy="426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603" name="Google Shape;1603;p25"/>
              <p:cNvGrpSpPr/>
              <p:nvPr/>
            </p:nvGrpSpPr>
            <p:grpSpPr>
              <a:xfrm>
                <a:off x="3985670" y="425666"/>
                <a:ext cx="44700" cy="42600"/>
                <a:chOff x="3928495" y="379241"/>
                <a:chExt cx="44700" cy="42600"/>
              </a:xfrm>
            </p:grpSpPr>
            <p:sp>
              <p:nvSpPr>
                <p:cNvPr id="1604" name="Google Shape;1604;p25"/>
                <p:cNvSpPr/>
                <p:nvPr/>
              </p:nvSpPr>
              <p:spPr>
                <a:xfrm>
                  <a:off x="3928495" y="396272"/>
                  <a:ext cx="44700" cy="81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05" name="Google Shape;1605;p25"/>
                <p:cNvSpPr/>
                <p:nvPr/>
              </p:nvSpPr>
              <p:spPr>
                <a:xfrm>
                  <a:off x="3946802" y="379241"/>
                  <a:ext cx="8100" cy="426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606" name="Google Shape;1606;p25"/>
              <p:cNvGrpSpPr/>
              <p:nvPr/>
            </p:nvGrpSpPr>
            <p:grpSpPr>
              <a:xfrm>
                <a:off x="3985670" y="333391"/>
                <a:ext cx="44700" cy="42600"/>
                <a:chOff x="3928495" y="379241"/>
                <a:chExt cx="44700" cy="42600"/>
              </a:xfrm>
            </p:grpSpPr>
            <p:sp>
              <p:nvSpPr>
                <p:cNvPr id="1607" name="Google Shape;1607;p25"/>
                <p:cNvSpPr/>
                <p:nvPr/>
              </p:nvSpPr>
              <p:spPr>
                <a:xfrm>
                  <a:off x="3928495" y="396272"/>
                  <a:ext cx="44700" cy="81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08" name="Google Shape;1608;p25"/>
                <p:cNvSpPr/>
                <p:nvPr/>
              </p:nvSpPr>
              <p:spPr>
                <a:xfrm>
                  <a:off x="3946802" y="379241"/>
                  <a:ext cx="8100" cy="426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1609" name="Google Shape;1609;p25"/>
            <p:cNvGrpSpPr/>
            <p:nvPr/>
          </p:nvGrpSpPr>
          <p:grpSpPr>
            <a:xfrm>
              <a:off x="1598700" y="4796012"/>
              <a:ext cx="445675" cy="119073"/>
              <a:chOff x="3578973" y="2550931"/>
              <a:chExt cx="279193" cy="74593"/>
            </a:xfrm>
          </p:grpSpPr>
          <p:sp>
            <p:nvSpPr>
              <p:cNvPr id="1610" name="Google Shape;1610;p25"/>
              <p:cNvSpPr/>
              <p:nvPr/>
            </p:nvSpPr>
            <p:spPr>
              <a:xfrm>
                <a:off x="3578973" y="2550931"/>
                <a:ext cx="42625" cy="74593"/>
              </a:xfrm>
              <a:custGeom>
                <a:rect b="b" l="l" r="r" t="t"/>
                <a:pathLst>
                  <a:path extrusionOk="0" h="35" w="20">
                    <a:moveTo>
                      <a:pt x="3" y="35"/>
                    </a:moveTo>
                    <a:lnTo>
                      <a:pt x="20" y="17"/>
                    </a:lnTo>
                    <a:lnTo>
                      <a:pt x="3" y="0"/>
                    </a:lnTo>
                    <a:lnTo>
                      <a:pt x="0" y="3"/>
                    </a:lnTo>
                    <a:lnTo>
                      <a:pt x="14"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11" name="Google Shape;1611;p25"/>
              <p:cNvSpPr/>
              <p:nvPr/>
            </p:nvSpPr>
            <p:spPr>
              <a:xfrm>
                <a:off x="3636518"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12" name="Google Shape;1612;p25"/>
              <p:cNvSpPr/>
              <p:nvPr/>
            </p:nvSpPr>
            <p:spPr>
              <a:xfrm>
                <a:off x="3698323" y="2550931"/>
                <a:ext cx="42625" cy="74593"/>
              </a:xfrm>
              <a:custGeom>
                <a:rect b="b" l="l" r="r" t="t"/>
                <a:pathLst>
                  <a:path extrusionOk="0" h="35" w="20">
                    <a:moveTo>
                      <a:pt x="2" y="35"/>
                    </a:moveTo>
                    <a:lnTo>
                      <a:pt x="20" y="17"/>
                    </a:lnTo>
                    <a:lnTo>
                      <a:pt x="2" y="0"/>
                    </a:lnTo>
                    <a:lnTo>
                      <a:pt x="0" y="3"/>
                    </a:lnTo>
                    <a:lnTo>
                      <a:pt x="13" y="17"/>
                    </a:lnTo>
                    <a:lnTo>
                      <a:pt x="0" y="32"/>
                    </a:lnTo>
                    <a:lnTo>
                      <a:pt x="2" y="35"/>
                    </a:lnTo>
                    <a:lnTo>
                      <a:pt x="2"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13" name="Google Shape;1613;p25"/>
              <p:cNvSpPr/>
              <p:nvPr/>
            </p:nvSpPr>
            <p:spPr>
              <a:xfrm>
                <a:off x="3755867"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14" name="Google Shape;1614;p25"/>
              <p:cNvSpPr/>
              <p:nvPr/>
            </p:nvSpPr>
            <p:spPr>
              <a:xfrm>
                <a:off x="3813410" y="2550931"/>
                <a:ext cx="44757" cy="74593"/>
              </a:xfrm>
              <a:custGeom>
                <a:rect b="b" l="l" r="r" t="t"/>
                <a:pathLst>
                  <a:path extrusionOk="0" h="35" w="21">
                    <a:moveTo>
                      <a:pt x="4" y="35"/>
                    </a:moveTo>
                    <a:lnTo>
                      <a:pt x="21" y="17"/>
                    </a:lnTo>
                    <a:lnTo>
                      <a:pt x="4" y="0"/>
                    </a:lnTo>
                    <a:lnTo>
                      <a:pt x="0" y="3"/>
                    </a:lnTo>
                    <a:lnTo>
                      <a:pt x="15" y="17"/>
                    </a:lnTo>
                    <a:lnTo>
                      <a:pt x="0" y="32"/>
                    </a:lnTo>
                    <a:lnTo>
                      <a:pt x="4" y="35"/>
                    </a:lnTo>
                    <a:lnTo>
                      <a:pt x="4"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15" name="Google Shape;1615;p25"/>
              <p:cNvSpPr/>
              <p:nvPr/>
            </p:nvSpPr>
            <p:spPr>
              <a:xfrm>
                <a:off x="3578973" y="2550931"/>
                <a:ext cx="42625" cy="74593"/>
              </a:xfrm>
              <a:custGeom>
                <a:rect b="b" l="l" r="r" t="t"/>
                <a:pathLst>
                  <a:path extrusionOk="0" h="35" w="20">
                    <a:moveTo>
                      <a:pt x="3" y="35"/>
                    </a:moveTo>
                    <a:lnTo>
                      <a:pt x="20" y="17"/>
                    </a:lnTo>
                    <a:lnTo>
                      <a:pt x="3" y="0"/>
                    </a:lnTo>
                    <a:lnTo>
                      <a:pt x="0" y="3"/>
                    </a:lnTo>
                    <a:lnTo>
                      <a:pt x="14"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16" name="Google Shape;1616;p25"/>
              <p:cNvSpPr/>
              <p:nvPr/>
            </p:nvSpPr>
            <p:spPr>
              <a:xfrm>
                <a:off x="3636518"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17" name="Google Shape;1617;p25"/>
              <p:cNvSpPr/>
              <p:nvPr/>
            </p:nvSpPr>
            <p:spPr>
              <a:xfrm>
                <a:off x="3698323" y="2550931"/>
                <a:ext cx="42625" cy="74593"/>
              </a:xfrm>
              <a:custGeom>
                <a:rect b="b" l="l" r="r" t="t"/>
                <a:pathLst>
                  <a:path extrusionOk="0" h="35" w="20">
                    <a:moveTo>
                      <a:pt x="2" y="35"/>
                    </a:moveTo>
                    <a:lnTo>
                      <a:pt x="20" y="17"/>
                    </a:lnTo>
                    <a:lnTo>
                      <a:pt x="2" y="0"/>
                    </a:lnTo>
                    <a:lnTo>
                      <a:pt x="0" y="3"/>
                    </a:lnTo>
                    <a:lnTo>
                      <a:pt x="13" y="17"/>
                    </a:lnTo>
                    <a:lnTo>
                      <a:pt x="0" y="32"/>
                    </a:lnTo>
                    <a:lnTo>
                      <a:pt x="2" y="35"/>
                    </a:lnTo>
                    <a:lnTo>
                      <a:pt x="2"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18" name="Google Shape;1618;p25"/>
              <p:cNvSpPr/>
              <p:nvPr/>
            </p:nvSpPr>
            <p:spPr>
              <a:xfrm>
                <a:off x="3755867"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19" name="Google Shape;1619;p25"/>
              <p:cNvSpPr/>
              <p:nvPr/>
            </p:nvSpPr>
            <p:spPr>
              <a:xfrm>
                <a:off x="3813410" y="2550931"/>
                <a:ext cx="44757" cy="74593"/>
              </a:xfrm>
              <a:custGeom>
                <a:rect b="b" l="l" r="r" t="t"/>
                <a:pathLst>
                  <a:path extrusionOk="0" h="35" w="21">
                    <a:moveTo>
                      <a:pt x="4" y="35"/>
                    </a:moveTo>
                    <a:lnTo>
                      <a:pt x="21" y="17"/>
                    </a:lnTo>
                    <a:lnTo>
                      <a:pt x="4" y="0"/>
                    </a:lnTo>
                    <a:lnTo>
                      <a:pt x="0" y="3"/>
                    </a:lnTo>
                    <a:lnTo>
                      <a:pt x="15" y="17"/>
                    </a:lnTo>
                    <a:lnTo>
                      <a:pt x="0" y="32"/>
                    </a:lnTo>
                    <a:lnTo>
                      <a:pt x="4" y="35"/>
                    </a:lnTo>
                    <a:lnTo>
                      <a:pt x="4"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620" name="Google Shape;1620;p25"/>
            <p:cNvGrpSpPr/>
            <p:nvPr/>
          </p:nvGrpSpPr>
          <p:grpSpPr>
            <a:xfrm>
              <a:off x="7562650" y="140988"/>
              <a:ext cx="130200" cy="126125"/>
              <a:chOff x="3935725" y="167575"/>
              <a:chExt cx="130200" cy="126125"/>
            </a:xfrm>
          </p:grpSpPr>
          <p:sp>
            <p:nvSpPr>
              <p:cNvPr id="1621" name="Google Shape;1621;p25"/>
              <p:cNvSpPr/>
              <p:nvPr/>
            </p:nvSpPr>
            <p:spPr>
              <a:xfrm>
                <a:off x="3935725" y="167575"/>
                <a:ext cx="65100" cy="56400"/>
              </a:xfrm>
              <a:prstGeom prst="hexagon">
                <a:avLst>
                  <a:gd fmla="val 25000" name="adj"/>
                  <a:gd fmla="val 115470" name="vf"/>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622" name="Google Shape;1622;p25"/>
              <p:cNvSpPr/>
              <p:nvPr/>
            </p:nvSpPr>
            <p:spPr>
              <a:xfrm>
                <a:off x="4000825" y="201775"/>
                <a:ext cx="65100" cy="56400"/>
              </a:xfrm>
              <a:prstGeom prst="hexagon">
                <a:avLst>
                  <a:gd fmla="val 25000" name="adj"/>
                  <a:gd fmla="val 115470" name="vf"/>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623" name="Google Shape;1623;p25"/>
              <p:cNvSpPr/>
              <p:nvPr/>
            </p:nvSpPr>
            <p:spPr>
              <a:xfrm>
                <a:off x="3935725" y="237300"/>
                <a:ext cx="65100" cy="56400"/>
              </a:xfrm>
              <a:prstGeom prst="hexagon">
                <a:avLst>
                  <a:gd fmla="val 25000" name="adj"/>
                  <a:gd fmla="val 115470" name="vf"/>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1624" name="Google Shape;1624;p25"/>
            <p:cNvGrpSpPr/>
            <p:nvPr/>
          </p:nvGrpSpPr>
          <p:grpSpPr>
            <a:xfrm flipH="1">
              <a:off x="1561096" y="234934"/>
              <a:ext cx="445675" cy="80822"/>
              <a:chOff x="6468929" y="3844579"/>
              <a:chExt cx="411329" cy="74593"/>
            </a:xfrm>
          </p:grpSpPr>
          <p:sp>
            <p:nvSpPr>
              <p:cNvPr id="1625" name="Google Shape;1625;p25"/>
              <p:cNvSpPr/>
              <p:nvPr/>
            </p:nvSpPr>
            <p:spPr>
              <a:xfrm>
                <a:off x="6814190" y="3848841"/>
                <a:ext cx="66069" cy="66068"/>
              </a:xfrm>
              <a:custGeom>
                <a:rect b="b" l="l" r="r" t="t"/>
                <a:pathLst>
                  <a:path extrusionOk="0" h="29" w="29">
                    <a:moveTo>
                      <a:pt x="2" y="14"/>
                    </a:moveTo>
                    <a:cubicBezTo>
                      <a:pt x="0" y="14"/>
                      <a:pt x="0" y="14"/>
                      <a:pt x="0" y="14"/>
                    </a:cubicBezTo>
                    <a:cubicBezTo>
                      <a:pt x="0" y="22"/>
                      <a:pt x="7" y="29"/>
                      <a:pt x="14" y="29"/>
                    </a:cubicBezTo>
                    <a:cubicBezTo>
                      <a:pt x="22" y="29"/>
                      <a:pt x="29" y="22"/>
                      <a:pt x="29" y="14"/>
                    </a:cubicBezTo>
                    <a:cubicBezTo>
                      <a:pt x="29" y="6"/>
                      <a:pt x="22" y="0"/>
                      <a:pt x="14" y="0"/>
                    </a:cubicBezTo>
                    <a:cubicBezTo>
                      <a:pt x="7" y="0"/>
                      <a:pt x="0" y="6"/>
                      <a:pt x="0" y="14"/>
                    </a:cubicBezTo>
                    <a:cubicBezTo>
                      <a:pt x="2" y="14"/>
                      <a:pt x="2" y="14"/>
                      <a:pt x="2" y="14"/>
                    </a:cubicBezTo>
                    <a:cubicBezTo>
                      <a:pt x="4" y="14"/>
                      <a:pt x="4" y="14"/>
                      <a:pt x="4" y="14"/>
                    </a:cubicBezTo>
                    <a:cubicBezTo>
                      <a:pt x="4" y="9"/>
                      <a:pt x="9" y="4"/>
                      <a:pt x="14" y="4"/>
                    </a:cubicBezTo>
                    <a:cubicBezTo>
                      <a:pt x="20" y="4"/>
                      <a:pt x="25" y="9"/>
                      <a:pt x="25" y="14"/>
                    </a:cubicBezTo>
                    <a:cubicBezTo>
                      <a:pt x="25" y="20"/>
                      <a:pt x="20" y="25"/>
                      <a:pt x="14" y="25"/>
                    </a:cubicBezTo>
                    <a:cubicBezTo>
                      <a:pt x="9" y="25"/>
                      <a:pt x="4" y="20"/>
                      <a:pt x="4" y="14"/>
                    </a:cubicBezTo>
                    <a:lnTo>
                      <a:pt x="2" y="1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26" name="Google Shape;1626;p25"/>
              <p:cNvSpPr/>
              <p:nvPr/>
            </p:nvSpPr>
            <p:spPr>
              <a:xfrm>
                <a:off x="6475324" y="3876548"/>
                <a:ext cx="343130" cy="8525"/>
              </a:xfrm>
              <a:custGeom>
                <a:rect b="b" l="l" r="r" t="t"/>
                <a:pathLst>
                  <a:path extrusionOk="0" h="4" w="161">
                    <a:moveTo>
                      <a:pt x="161" y="0"/>
                    </a:moveTo>
                    <a:lnTo>
                      <a:pt x="0" y="0"/>
                    </a:lnTo>
                    <a:lnTo>
                      <a:pt x="0" y="4"/>
                    </a:lnTo>
                    <a:lnTo>
                      <a:pt x="161" y="4"/>
                    </a:lnTo>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27" name="Google Shape;1627;p25"/>
              <p:cNvSpPr/>
              <p:nvPr/>
            </p:nvSpPr>
            <p:spPr>
              <a:xfrm>
                <a:off x="6468929" y="3844579"/>
                <a:ext cx="42625" cy="74593"/>
              </a:xfrm>
              <a:custGeom>
                <a:rect b="b" l="l" r="r" t="t"/>
                <a:pathLst>
                  <a:path extrusionOk="0" h="35" w="2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
    <p:spTree>
      <p:nvGrpSpPr>
        <p:cNvPr id="1628" name="Shape 1628"/>
        <p:cNvGrpSpPr/>
        <p:nvPr/>
      </p:nvGrpSpPr>
      <p:grpSpPr>
        <a:xfrm>
          <a:off x="0" y="0"/>
          <a:ext cx="0" cy="0"/>
          <a:chOff x="0" y="0"/>
          <a:chExt cx="0" cy="0"/>
        </a:xfrm>
      </p:grpSpPr>
      <p:pic>
        <p:nvPicPr>
          <p:cNvPr id="1629" name="Google Shape;1629;p26"/>
          <p:cNvPicPr preferRelativeResize="0"/>
          <p:nvPr/>
        </p:nvPicPr>
        <p:blipFill rotWithShape="1">
          <a:blip r:embed="rId2">
            <a:alphaModFix/>
          </a:blip>
          <a:srcRect b="901" l="0" r="990" t="0"/>
          <a:stretch/>
        </p:blipFill>
        <p:spPr>
          <a:xfrm>
            <a:off x="0" y="0"/>
            <a:ext cx="9144003" cy="5143500"/>
          </a:xfrm>
          <a:prstGeom prst="rect">
            <a:avLst/>
          </a:prstGeom>
          <a:noFill/>
          <a:ln>
            <a:noFill/>
          </a:ln>
        </p:spPr>
      </p:pic>
      <p:grpSp>
        <p:nvGrpSpPr>
          <p:cNvPr id="1630" name="Google Shape;1630;p26"/>
          <p:cNvGrpSpPr/>
          <p:nvPr/>
        </p:nvGrpSpPr>
        <p:grpSpPr>
          <a:xfrm>
            <a:off x="-1078950" y="-1016375"/>
            <a:ext cx="11081975" cy="6703400"/>
            <a:chOff x="-1078950" y="-1016375"/>
            <a:chExt cx="11081975" cy="6703400"/>
          </a:xfrm>
        </p:grpSpPr>
        <p:sp>
          <p:nvSpPr>
            <p:cNvPr id="1631" name="Google Shape;1631;p26"/>
            <p:cNvSpPr/>
            <p:nvPr/>
          </p:nvSpPr>
          <p:spPr>
            <a:xfrm flipH="1">
              <a:off x="8101900" y="723600"/>
              <a:ext cx="1417200" cy="10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632" name="Google Shape;1632;p26"/>
            <p:cNvSpPr/>
            <p:nvPr/>
          </p:nvSpPr>
          <p:spPr>
            <a:xfrm flipH="1">
              <a:off x="8585825" y="970035"/>
              <a:ext cx="1417200" cy="10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633" name="Google Shape;1633;p26"/>
            <p:cNvSpPr/>
            <p:nvPr/>
          </p:nvSpPr>
          <p:spPr>
            <a:xfrm flipH="1" rot="-5400000">
              <a:off x="7824125" y="4925325"/>
              <a:ext cx="1417200" cy="10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634" name="Google Shape;1634;p26"/>
            <p:cNvSpPr/>
            <p:nvPr/>
          </p:nvSpPr>
          <p:spPr>
            <a:xfrm flipH="1" rot="-5400000">
              <a:off x="2320325" y="-360875"/>
              <a:ext cx="1417200" cy="10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635" name="Google Shape;1635;p26"/>
            <p:cNvSpPr/>
            <p:nvPr/>
          </p:nvSpPr>
          <p:spPr>
            <a:xfrm flipH="1" rot="10800000">
              <a:off x="-595025" y="3531835"/>
              <a:ext cx="1417200" cy="10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636" name="Google Shape;1636;p26"/>
            <p:cNvSpPr/>
            <p:nvPr/>
          </p:nvSpPr>
          <p:spPr>
            <a:xfrm flipH="1" rot="10800000">
              <a:off x="-1078950" y="3285400"/>
              <a:ext cx="1417200" cy="10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1637" name="Google Shape;1637;p26"/>
          <p:cNvGrpSpPr/>
          <p:nvPr/>
        </p:nvGrpSpPr>
        <p:grpSpPr>
          <a:xfrm>
            <a:off x="123985" y="-576378"/>
            <a:ext cx="9153370" cy="6318414"/>
            <a:chOff x="123985" y="-576378"/>
            <a:chExt cx="9153370" cy="6318414"/>
          </a:xfrm>
        </p:grpSpPr>
        <p:grpSp>
          <p:nvGrpSpPr>
            <p:cNvPr id="1638" name="Google Shape;1638;p26"/>
            <p:cNvGrpSpPr/>
            <p:nvPr/>
          </p:nvGrpSpPr>
          <p:grpSpPr>
            <a:xfrm flipH="1">
              <a:off x="123985" y="4355120"/>
              <a:ext cx="2156910" cy="506908"/>
              <a:chOff x="4891825" y="3495059"/>
              <a:chExt cx="1351193" cy="317552"/>
            </a:xfrm>
          </p:grpSpPr>
          <p:sp>
            <p:nvSpPr>
              <p:cNvPr id="1639" name="Google Shape;1639;p26"/>
              <p:cNvSpPr/>
              <p:nvPr/>
            </p:nvSpPr>
            <p:spPr>
              <a:xfrm>
                <a:off x="6208918" y="3706050"/>
                <a:ext cx="34100" cy="31969"/>
              </a:xfrm>
              <a:custGeom>
                <a:rect b="b" l="l" r="r" t="t"/>
                <a:pathLst>
                  <a:path extrusionOk="0" h="15" w="15">
                    <a:moveTo>
                      <a:pt x="2" y="7"/>
                    </a:moveTo>
                    <a:cubicBezTo>
                      <a:pt x="4" y="7"/>
                      <a:pt x="4" y="7"/>
                      <a:pt x="4" y="7"/>
                    </a:cubicBezTo>
                    <a:cubicBezTo>
                      <a:pt x="4" y="6"/>
                      <a:pt x="6" y="4"/>
                      <a:pt x="8" y="4"/>
                    </a:cubicBezTo>
                    <a:cubicBezTo>
                      <a:pt x="9" y="4"/>
                      <a:pt x="11" y="6"/>
                      <a:pt x="11" y="7"/>
                    </a:cubicBezTo>
                    <a:cubicBezTo>
                      <a:pt x="11" y="9"/>
                      <a:pt x="9" y="11"/>
                      <a:pt x="8" y="11"/>
                    </a:cubicBezTo>
                    <a:cubicBezTo>
                      <a:pt x="6" y="11"/>
                      <a:pt x="4" y="9"/>
                      <a:pt x="4" y="7"/>
                    </a:cubicBezTo>
                    <a:cubicBezTo>
                      <a:pt x="2" y="7"/>
                      <a:pt x="2" y="7"/>
                      <a:pt x="2" y="7"/>
                    </a:cubicBezTo>
                    <a:cubicBezTo>
                      <a:pt x="0" y="7"/>
                      <a:pt x="0" y="7"/>
                      <a:pt x="0" y="7"/>
                    </a:cubicBezTo>
                    <a:cubicBezTo>
                      <a:pt x="0" y="11"/>
                      <a:pt x="4" y="15"/>
                      <a:pt x="8" y="15"/>
                    </a:cubicBezTo>
                    <a:cubicBezTo>
                      <a:pt x="12" y="15"/>
                      <a:pt x="15" y="11"/>
                      <a:pt x="15" y="7"/>
                    </a:cubicBezTo>
                    <a:cubicBezTo>
                      <a:pt x="15" y="3"/>
                      <a:pt x="12" y="0"/>
                      <a:pt x="8" y="0"/>
                    </a:cubicBezTo>
                    <a:cubicBezTo>
                      <a:pt x="4" y="0"/>
                      <a:pt x="0" y="3"/>
                      <a:pt x="0" y="7"/>
                    </a:cubicBezTo>
                    <a:lnTo>
                      <a:pt x="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40" name="Google Shape;1640;p26"/>
              <p:cNvSpPr/>
              <p:nvPr/>
            </p:nvSpPr>
            <p:spPr>
              <a:xfrm>
                <a:off x="4891825" y="3584575"/>
                <a:ext cx="29825" cy="29825"/>
              </a:xfrm>
              <a:custGeom>
                <a:rect b="b" l="l" r="r" t="t"/>
                <a:pathLst>
                  <a:path extrusionOk="0" h="14" w="15">
                    <a:moveTo>
                      <a:pt x="2" y="7"/>
                    </a:moveTo>
                    <a:cubicBezTo>
                      <a:pt x="4" y="7"/>
                      <a:pt x="4" y="7"/>
                      <a:pt x="4" y="7"/>
                    </a:cubicBezTo>
                    <a:cubicBezTo>
                      <a:pt x="4" y="5"/>
                      <a:pt x="6" y="4"/>
                      <a:pt x="7" y="4"/>
                    </a:cubicBezTo>
                    <a:cubicBezTo>
                      <a:pt x="9" y="4"/>
                      <a:pt x="11" y="5"/>
                      <a:pt x="11" y="7"/>
                    </a:cubicBezTo>
                    <a:cubicBezTo>
                      <a:pt x="11" y="9"/>
                      <a:pt x="9" y="10"/>
                      <a:pt x="7" y="10"/>
                    </a:cubicBezTo>
                    <a:cubicBezTo>
                      <a:pt x="6" y="10"/>
                      <a:pt x="4" y="9"/>
                      <a:pt x="4" y="7"/>
                    </a:cubicBezTo>
                    <a:cubicBezTo>
                      <a:pt x="2" y="7"/>
                      <a:pt x="2" y="7"/>
                      <a:pt x="2" y="7"/>
                    </a:cubicBezTo>
                    <a:cubicBezTo>
                      <a:pt x="0" y="7"/>
                      <a:pt x="0" y="7"/>
                      <a:pt x="0" y="7"/>
                    </a:cubicBezTo>
                    <a:cubicBezTo>
                      <a:pt x="0" y="11"/>
                      <a:pt x="3" y="14"/>
                      <a:pt x="7" y="14"/>
                    </a:cubicBezTo>
                    <a:cubicBezTo>
                      <a:pt x="11" y="14"/>
                      <a:pt x="15" y="11"/>
                      <a:pt x="15" y="7"/>
                    </a:cubicBezTo>
                    <a:cubicBezTo>
                      <a:pt x="15" y="3"/>
                      <a:pt x="11" y="0"/>
                      <a:pt x="7" y="0"/>
                    </a:cubicBezTo>
                    <a:cubicBezTo>
                      <a:pt x="3" y="0"/>
                      <a:pt x="0" y="3"/>
                      <a:pt x="0" y="7"/>
                    </a:cubicBezTo>
                    <a:lnTo>
                      <a:pt x="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41" name="Google Shape;1641;p26"/>
              <p:cNvSpPr/>
              <p:nvPr/>
            </p:nvSpPr>
            <p:spPr>
              <a:xfrm>
                <a:off x="4917389" y="3595227"/>
                <a:ext cx="1295792" cy="217384"/>
              </a:xfrm>
              <a:custGeom>
                <a:rect b="b" l="l" r="r" t="t"/>
                <a:pathLst>
                  <a:path extrusionOk="0" h="102" w="608">
                    <a:moveTo>
                      <a:pt x="0" y="4"/>
                    </a:moveTo>
                    <a:lnTo>
                      <a:pt x="207" y="4"/>
                    </a:lnTo>
                    <a:lnTo>
                      <a:pt x="305" y="102"/>
                    </a:lnTo>
                    <a:lnTo>
                      <a:pt x="498" y="102"/>
                    </a:lnTo>
                    <a:lnTo>
                      <a:pt x="539" y="61"/>
                    </a:lnTo>
                    <a:lnTo>
                      <a:pt x="608" y="61"/>
                    </a:lnTo>
                    <a:lnTo>
                      <a:pt x="608" y="57"/>
                    </a:lnTo>
                    <a:lnTo>
                      <a:pt x="537" y="57"/>
                    </a:lnTo>
                    <a:lnTo>
                      <a:pt x="497" y="98"/>
                    </a:lnTo>
                    <a:lnTo>
                      <a:pt x="307" y="98"/>
                    </a:lnTo>
                    <a:lnTo>
                      <a:pt x="210" y="0"/>
                    </a:lnTo>
                    <a:lnTo>
                      <a:pt x="0" y="0"/>
                    </a:lnTo>
                    <a:lnTo>
                      <a:pt x="0" y="4"/>
                    </a:lnTo>
                    <a:lnTo>
                      <a:pt x="0" y="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42" name="Google Shape;1642;p26"/>
              <p:cNvSpPr/>
              <p:nvPr/>
            </p:nvSpPr>
            <p:spPr>
              <a:xfrm>
                <a:off x="5933990" y="3716706"/>
                <a:ext cx="31969" cy="34099"/>
              </a:xfrm>
              <a:custGeom>
                <a:rect b="b" l="l" r="r" t="t"/>
                <a:pathLst>
                  <a:path extrusionOk="0" h="15" w="14">
                    <a:moveTo>
                      <a:pt x="2" y="8"/>
                    </a:moveTo>
                    <a:cubicBezTo>
                      <a:pt x="4" y="8"/>
                      <a:pt x="4" y="8"/>
                      <a:pt x="4" y="8"/>
                    </a:cubicBezTo>
                    <a:cubicBezTo>
                      <a:pt x="4" y="6"/>
                      <a:pt x="5" y="4"/>
                      <a:pt x="7" y="4"/>
                    </a:cubicBezTo>
                    <a:cubicBezTo>
                      <a:pt x="8" y="4"/>
                      <a:pt x="10" y="6"/>
                      <a:pt x="10" y="8"/>
                    </a:cubicBezTo>
                    <a:cubicBezTo>
                      <a:pt x="10" y="9"/>
                      <a:pt x="8" y="11"/>
                      <a:pt x="7" y="11"/>
                    </a:cubicBezTo>
                    <a:cubicBezTo>
                      <a:pt x="5" y="11"/>
                      <a:pt x="4" y="9"/>
                      <a:pt x="4" y="8"/>
                    </a:cubicBezTo>
                    <a:cubicBezTo>
                      <a:pt x="2" y="8"/>
                      <a:pt x="2" y="8"/>
                      <a:pt x="2" y="8"/>
                    </a:cubicBezTo>
                    <a:cubicBezTo>
                      <a:pt x="0" y="8"/>
                      <a:pt x="0" y="8"/>
                      <a:pt x="0" y="8"/>
                    </a:cubicBezTo>
                    <a:cubicBezTo>
                      <a:pt x="0" y="11"/>
                      <a:pt x="3" y="15"/>
                      <a:pt x="7" y="15"/>
                    </a:cubicBezTo>
                    <a:cubicBezTo>
                      <a:pt x="11" y="15"/>
                      <a:pt x="14" y="11"/>
                      <a:pt x="14" y="8"/>
                    </a:cubicBezTo>
                    <a:cubicBezTo>
                      <a:pt x="14" y="4"/>
                      <a:pt x="11" y="0"/>
                      <a:pt x="7" y="0"/>
                    </a:cubicBezTo>
                    <a:cubicBezTo>
                      <a:pt x="3" y="0"/>
                      <a:pt x="0" y="4"/>
                      <a:pt x="0" y="8"/>
                    </a:cubicBezTo>
                    <a:lnTo>
                      <a:pt x="2"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43" name="Google Shape;1643;p26"/>
              <p:cNvSpPr/>
              <p:nvPr/>
            </p:nvSpPr>
            <p:spPr>
              <a:xfrm>
                <a:off x="5286094" y="3495059"/>
                <a:ext cx="29837" cy="31969"/>
              </a:xfrm>
              <a:custGeom>
                <a:rect b="b" l="l" r="r" t="t"/>
                <a:pathLst>
                  <a:path extrusionOk="0" h="15" w="14">
                    <a:moveTo>
                      <a:pt x="2" y="8"/>
                    </a:moveTo>
                    <a:cubicBezTo>
                      <a:pt x="4" y="8"/>
                      <a:pt x="4" y="8"/>
                      <a:pt x="4" y="8"/>
                    </a:cubicBezTo>
                    <a:cubicBezTo>
                      <a:pt x="4" y="6"/>
                      <a:pt x="5" y="4"/>
                      <a:pt x="7" y="4"/>
                    </a:cubicBezTo>
                    <a:cubicBezTo>
                      <a:pt x="9" y="4"/>
                      <a:pt x="10" y="6"/>
                      <a:pt x="10" y="8"/>
                    </a:cubicBezTo>
                    <a:cubicBezTo>
                      <a:pt x="10" y="9"/>
                      <a:pt x="9" y="11"/>
                      <a:pt x="7" y="11"/>
                    </a:cubicBezTo>
                    <a:cubicBezTo>
                      <a:pt x="5" y="11"/>
                      <a:pt x="4" y="9"/>
                      <a:pt x="4" y="8"/>
                    </a:cubicBezTo>
                    <a:cubicBezTo>
                      <a:pt x="2" y="8"/>
                      <a:pt x="2" y="8"/>
                      <a:pt x="2" y="8"/>
                    </a:cubicBezTo>
                    <a:cubicBezTo>
                      <a:pt x="0" y="8"/>
                      <a:pt x="0" y="8"/>
                      <a:pt x="0" y="8"/>
                    </a:cubicBezTo>
                    <a:cubicBezTo>
                      <a:pt x="0" y="11"/>
                      <a:pt x="3" y="15"/>
                      <a:pt x="7" y="15"/>
                    </a:cubicBezTo>
                    <a:cubicBezTo>
                      <a:pt x="11" y="15"/>
                      <a:pt x="14" y="11"/>
                      <a:pt x="14" y="8"/>
                    </a:cubicBezTo>
                    <a:cubicBezTo>
                      <a:pt x="14" y="4"/>
                      <a:pt x="11" y="0"/>
                      <a:pt x="7" y="0"/>
                    </a:cubicBezTo>
                    <a:cubicBezTo>
                      <a:pt x="3" y="0"/>
                      <a:pt x="0" y="4"/>
                      <a:pt x="0" y="8"/>
                    </a:cubicBezTo>
                    <a:lnTo>
                      <a:pt x="2"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44" name="Google Shape;1644;p26"/>
              <p:cNvSpPr/>
              <p:nvPr/>
            </p:nvSpPr>
            <p:spPr>
              <a:xfrm>
                <a:off x="5311668" y="3507847"/>
                <a:ext cx="632979" cy="219516"/>
              </a:xfrm>
              <a:custGeom>
                <a:rect b="b" l="l" r="r" t="t"/>
                <a:pathLst>
                  <a:path extrusionOk="0" h="103" w="297">
                    <a:moveTo>
                      <a:pt x="0" y="4"/>
                    </a:moveTo>
                    <a:lnTo>
                      <a:pt x="39" y="4"/>
                    </a:lnTo>
                    <a:lnTo>
                      <a:pt x="115" y="79"/>
                    </a:lnTo>
                    <a:lnTo>
                      <a:pt x="270" y="79"/>
                    </a:lnTo>
                    <a:lnTo>
                      <a:pt x="294" y="103"/>
                    </a:lnTo>
                    <a:lnTo>
                      <a:pt x="297" y="100"/>
                    </a:lnTo>
                    <a:lnTo>
                      <a:pt x="272" y="75"/>
                    </a:lnTo>
                    <a:lnTo>
                      <a:pt x="117" y="75"/>
                    </a:lnTo>
                    <a:lnTo>
                      <a:pt x="41" y="0"/>
                    </a:lnTo>
                    <a:lnTo>
                      <a:pt x="0" y="0"/>
                    </a:lnTo>
                    <a:lnTo>
                      <a:pt x="0" y="4"/>
                    </a:lnTo>
                    <a:lnTo>
                      <a:pt x="0" y="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645" name="Google Shape;1645;p26"/>
            <p:cNvGrpSpPr/>
            <p:nvPr/>
          </p:nvGrpSpPr>
          <p:grpSpPr>
            <a:xfrm flipH="1">
              <a:off x="8182527" y="-576378"/>
              <a:ext cx="204128" cy="1115878"/>
              <a:chOff x="6605329" y="191675"/>
              <a:chExt cx="127876" cy="699040"/>
            </a:xfrm>
          </p:grpSpPr>
          <p:sp>
            <p:nvSpPr>
              <p:cNvPr id="1646" name="Google Shape;1646;p26"/>
              <p:cNvSpPr/>
              <p:nvPr/>
            </p:nvSpPr>
            <p:spPr>
              <a:xfrm>
                <a:off x="6701235" y="858746"/>
                <a:ext cx="31969" cy="31969"/>
              </a:xfrm>
              <a:custGeom>
                <a:rect b="b" l="l" r="r" t="t"/>
                <a:pathLst>
                  <a:path extrusionOk="0" h="14" w="15">
                    <a:moveTo>
                      <a:pt x="13" y="7"/>
                    </a:moveTo>
                    <a:cubicBezTo>
                      <a:pt x="11" y="7"/>
                      <a:pt x="11" y="7"/>
                      <a:pt x="11" y="7"/>
                    </a:cubicBezTo>
                    <a:cubicBezTo>
                      <a:pt x="11" y="9"/>
                      <a:pt x="9" y="10"/>
                      <a:pt x="7" y="10"/>
                    </a:cubicBezTo>
                    <a:cubicBezTo>
                      <a:pt x="6" y="10"/>
                      <a:pt x="4" y="9"/>
                      <a:pt x="4" y="7"/>
                    </a:cubicBezTo>
                    <a:cubicBezTo>
                      <a:pt x="4" y="5"/>
                      <a:pt x="6" y="4"/>
                      <a:pt x="7" y="4"/>
                    </a:cubicBezTo>
                    <a:cubicBezTo>
                      <a:pt x="9" y="4"/>
                      <a:pt x="11" y="5"/>
                      <a:pt x="11" y="7"/>
                    </a:cubicBezTo>
                    <a:cubicBezTo>
                      <a:pt x="13" y="7"/>
                      <a:pt x="13" y="7"/>
                      <a:pt x="13" y="7"/>
                    </a:cubicBezTo>
                    <a:cubicBezTo>
                      <a:pt x="15" y="7"/>
                      <a:pt x="15" y="7"/>
                      <a:pt x="15" y="7"/>
                    </a:cubicBezTo>
                    <a:cubicBezTo>
                      <a:pt x="15" y="3"/>
                      <a:pt x="11" y="0"/>
                      <a:pt x="7" y="0"/>
                    </a:cubicBezTo>
                    <a:cubicBezTo>
                      <a:pt x="3" y="0"/>
                      <a:pt x="0" y="3"/>
                      <a:pt x="0" y="7"/>
                    </a:cubicBezTo>
                    <a:cubicBezTo>
                      <a:pt x="0" y="11"/>
                      <a:pt x="3" y="14"/>
                      <a:pt x="7" y="14"/>
                    </a:cubicBezTo>
                    <a:cubicBezTo>
                      <a:pt x="11" y="14"/>
                      <a:pt x="15" y="11"/>
                      <a:pt x="15" y="7"/>
                    </a:cubicBezTo>
                    <a:lnTo>
                      <a:pt x="13"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47" name="Google Shape;1647;p26"/>
              <p:cNvSpPr/>
              <p:nvPr/>
            </p:nvSpPr>
            <p:spPr>
              <a:xfrm>
                <a:off x="6605329" y="191675"/>
                <a:ext cx="115087" cy="671334"/>
              </a:xfrm>
              <a:custGeom>
                <a:rect b="b" l="l" r="r" t="t"/>
                <a:pathLst>
                  <a:path extrusionOk="0" h="315" w="54">
                    <a:moveTo>
                      <a:pt x="0" y="0"/>
                    </a:moveTo>
                    <a:lnTo>
                      <a:pt x="0" y="167"/>
                    </a:lnTo>
                    <a:lnTo>
                      <a:pt x="50" y="217"/>
                    </a:lnTo>
                    <a:lnTo>
                      <a:pt x="50" y="315"/>
                    </a:lnTo>
                    <a:lnTo>
                      <a:pt x="54" y="315"/>
                    </a:lnTo>
                    <a:lnTo>
                      <a:pt x="54" y="215"/>
                    </a:lnTo>
                    <a:lnTo>
                      <a:pt x="5" y="165"/>
                    </a:lnTo>
                    <a:lnTo>
                      <a:pt x="5" y="0"/>
                    </a:lnTo>
                    <a:lnTo>
                      <a:pt x="0" y="0"/>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648" name="Google Shape;1648;p26"/>
            <p:cNvGrpSpPr/>
            <p:nvPr/>
          </p:nvGrpSpPr>
          <p:grpSpPr>
            <a:xfrm flipH="1">
              <a:off x="6433240" y="-158755"/>
              <a:ext cx="1493520" cy="615774"/>
              <a:chOff x="5301012" y="396272"/>
              <a:chExt cx="935614" cy="385751"/>
            </a:xfrm>
          </p:grpSpPr>
          <p:sp>
            <p:nvSpPr>
              <p:cNvPr id="1649" name="Google Shape;1649;p26"/>
              <p:cNvSpPr/>
              <p:nvPr/>
            </p:nvSpPr>
            <p:spPr>
              <a:xfrm>
                <a:off x="6202525" y="396272"/>
                <a:ext cx="34100" cy="34099"/>
              </a:xfrm>
              <a:custGeom>
                <a:rect b="b" l="l" r="r" t="t"/>
                <a:pathLst>
                  <a:path extrusionOk="0" h="15" w="15">
                    <a:moveTo>
                      <a:pt x="13" y="8"/>
                    </a:moveTo>
                    <a:cubicBezTo>
                      <a:pt x="11" y="8"/>
                      <a:pt x="11" y="8"/>
                      <a:pt x="11" y="8"/>
                    </a:cubicBezTo>
                    <a:cubicBezTo>
                      <a:pt x="11" y="9"/>
                      <a:pt x="9" y="11"/>
                      <a:pt x="8" y="11"/>
                    </a:cubicBezTo>
                    <a:cubicBezTo>
                      <a:pt x="6" y="11"/>
                      <a:pt x="4" y="9"/>
                      <a:pt x="4" y="8"/>
                    </a:cubicBezTo>
                    <a:cubicBezTo>
                      <a:pt x="4" y="6"/>
                      <a:pt x="6" y="4"/>
                      <a:pt x="8" y="4"/>
                    </a:cubicBezTo>
                    <a:cubicBezTo>
                      <a:pt x="9" y="4"/>
                      <a:pt x="11" y="6"/>
                      <a:pt x="11" y="8"/>
                    </a:cubicBezTo>
                    <a:cubicBezTo>
                      <a:pt x="13" y="8"/>
                      <a:pt x="13" y="8"/>
                      <a:pt x="13" y="8"/>
                    </a:cubicBezTo>
                    <a:cubicBezTo>
                      <a:pt x="15" y="8"/>
                      <a:pt x="15" y="8"/>
                      <a:pt x="15" y="8"/>
                    </a:cubicBezTo>
                    <a:cubicBezTo>
                      <a:pt x="15" y="4"/>
                      <a:pt x="12" y="0"/>
                      <a:pt x="8" y="0"/>
                    </a:cubicBezTo>
                    <a:cubicBezTo>
                      <a:pt x="4" y="0"/>
                      <a:pt x="0" y="4"/>
                      <a:pt x="0" y="8"/>
                    </a:cubicBezTo>
                    <a:cubicBezTo>
                      <a:pt x="0" y="12"/>
                      <a:pt x="4" y="15"/>
                      <a:pt x="8" y="15"/>
                    </a:cubicBezTo>
                    <a:cubicBezTo>
                      <a:pt x="12" y="15"/>
                      <a:pt x="15" y="12"/>
                      <a:pt x="15" y="8"/>
                    </a:cubicBezTo>
                    <a:lnTo>
                      <a:pt x="13"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50" name="Google Shape;1650;p26"/>
              <p:cNvSpPr/>
              <p:nvPr/>
            </p:nvSpPr>
            <p:spPr>
              <a:xfrm>
                <a:off x="5301012" y="750054"/>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6"/>
                      <a:pt x="5" y="4"/>
                      <a:pt x="7" y="4"/>
                    </a:cubicBezTo>
                    <a:cubicBezTo>
                      <a:pt x="9" y="4"/>
                      <a:pt x="10" y="6"/>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51" name="Google Shape;1651;p26"/>
              <p:cNvSpPr/>
              <p:nvPr/>
            </p:nvSpPr>
            <p:spPr>
              <a:xfrm>
                <a:off x="5322324" y="426109"/>
                <a:ext cx="903645" cy="336732"/>
              </a:xfrm>
              <a:custGeom>
                <a:rect b="b" l="l" r="r" t="t"/>
                <a:pathLst>
                  <a:path extrusionOk="0" h="158" w="424">
                    <a:moveTo>
                      <a:pt x="419" y="0"/>
                    </a:moveTo>
                    <a:lnTo>
                      <a:pt x="419" y="51"/>
                    </a:lnTo>
                    <a:lnTo>
                      <a:pt x="388" y="82"/>
                    </a:lnTo>
                    <a:lnTo>
                      <a:pt x="72" y="82"/>
                    </a:lnTo>
                    <a:lnTo>
                      <a:pt x="0" y="154"/>
                    </a:lnTo>
                    <a:lnTo>
                      <a:pt x="3" y="158"/>
                    </a:lnTo>
                    <a:lnTo>
                      <a:pt x="74" y="86"/>
                    </a:lnTo>
                    <a:lnTo>
                      <a:pt x="390" y="86"/>
                    </a:lnTo>
                    <a:lnTo>
                      <a:pt x="424" y="53"/>
                    </a:lnTo>
                    <a:lnTo>
                      <a:pt x="424" y="0"/>
                    </a:lnTo>
                    <a:lnTo>
                      <a:pt x="419" y="0"/>
                    </a:lnTo>
                    <a:lnTo>
                      <a:pt x="419"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652" name="Google Shape;1652;p26"/>
            <p:cNvGrpSpPr/>
            <p:nvPr/>
          </p:nvGrpSpPr>
          <p:grpSpPr>
            <a:xfrm flipH="1">
              <a:off x="227686" y="159032"/>
              <a:ext cx="1064856" cy="813093"/>
              <a:chOff x="3843246" y="357910"/>
              <a:chExt cx="667078" cy="509361"/>
            </a:xfrm>
          </p:grpSpPr>
          <p:sp>
            <p:nvSpPr>
              <p:cNvPr id="1653" name="Google Shape;1653;p26"/>
              <p:cNvSpPr/>
              <p:nvPr/>
            </p:nvSpPr>
            <p:spPr>
              <a:xfrm>
                <a:off x="3870952" y="385616"/>
                <a:ext cx="626584" cy="471000"/>
              </a:xfrm>
              <a:custGeom>
                <a:rect b="b" l="l" r="r" t="t"/>
                <a:pathLst>
                  <a:path extrusionOk="0" h="221" w="294">
                    <a:moveTo>
                      <a:pt x="290" y="0"/>
                    </a:moveTo>
                    <a:lnTo>
                      <a:pt x="290" y="78"/>
                    </a:lnTo>
                    <a:lnTo>
                      <a:pt x="151" y="217"/>
                    </a:lnTo>
                    <a:lnTo>
                      <a:pt x="0" y="217"/>
                    </a:lnTo>
                    <a:lnTo>
                      <a:pt x="0" y="221"/>
                    </a:lnTo>
                    <a:lnTo>
                      <a:pt x="153" y="221"/>
                    </a:lnTo>
                    <a:lnTo>
                      <a:pt x="294" y="80"/>
                    </a:lnTo>
                    <a:lnTo>
                      <a:pt x="294" y="0"/>
                    </a:lnTo>
                    <a:lnTo>
                      <a:pt x="290" y="0"/>
                    </a:lnTo>
                    <a:lnTo>
                      <a:pt x="29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54" name="Google Shape;1654;p26"/>
              <p:cNvSpPr/>
              <p:nvPr/>
            </p:nvSpPr>
            <p:spPr>
              <a:xfrm>
                <a:off x="3843246" y="835302"/>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5"/>
                      <a:pt x="5"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55" name="Google Shape;1655;p26"/>
              <p:cNvSpPr/>
              <p:nvPr/>
            </p:nvSpPr>
            <p:spPr>
              <a:xfrm>
                <a:off x="4478354" y="357910"/>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6"/>
                      <a:pt x="5" y="4"/>
                      <a:pt x="7" y="4"/>
                    </a:cubicBezTo>
                    <a:cubicBezTo>
                      <a:pt x="9" y="4"/>
                      <a:pt x="10" y="6"/>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656" name="Google Shape;1656;p26"/>
            <p:cNvGrpSpPr/>
            <p:nvPr/>
          </p:nvGrpSpPr>
          <p:grpSpPr>
            <a:xfrm flipH="1">
              <a:off x="695431" y="-57203"/>
              <a:ext cx="1337026" cy="826702"/>
              <a:chOff x="3421261" y="191675"/>
              <a:chExt cx="837578" cy="517886"/>
            </a:xfrm>
          </p:grpSpPr>
          <p:sp>
            <p:nvSpPr>
              <p:cNvPr id="1657" name="Google Shape;1657;p26"/>
              <p:cNvSpPr/>
              <p:nvPr/>
            </p:nvSpPr>
            <p:spPr>
              <a:xfrm>
                <a:off x="3421261" y="679724"/>
                <a:ext cx="31969" cy="29837"/>
              </a:xfrm>
              <a:custGeom>
                <a:rect b="b" l="l" r="r" t="t"/>
                <a:pathLst>
                  <a:path extrusionOk="0" h="14" w="14">
                    <a:moveTo>
                      <a:pt x="12" y="7"/>
                    </a:moveTo>
                    <a:cubicBezTo>
                      <a:pt x="10" y="7"/>
                      <a:pt x="10" y="7"/>
                      <a:pt x="10" y="7"/>
                    </a:cubicBezTo>
                    <a:cubicBezTo>
                      <a:pt x="10" y="8"/>
                      <a:pt x="9" y="10"/>
                      <a:pt x="7" y="10"/>
                    </a:cubicBezTo>
                    <a:cubicBezTo>
                      <a:pt x="5" y="10"/>
                      <a:pt x="4" y="8"/>
                      <a:pt x="4" y="7"/>
                    </a:cubicBezTo>
                    <a:cubicBezTo>
                      <a:pt x="4" y="5"/>
                      <a:pt x="5"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58" name="Google Shape;1658;p26"/>
              <p:cNvSpPr/>
              <p:nvPr/>
            </p:nvSpPr>
            <p:spPr>
              <a:xfrm>
                <a:off x="3442573" y="191675"/>
                <a:ext cx="816266" cy="498704"/>
              </a:xfrm>
              <a:custGeom>
                <a:rect b="b" l="l" r="r" t="t"/>
                <a:pathLst>
                  <a:path extrusionOk="0" h="234" w="383">
                    <a:moveTo>
                      <a:pt x="379" y="0"/>
                    </a:moveTo>
                    <a:lnTo>
                      <a:pt x="379" y="106"/>
                    </a:lnTo>
                    <a:lnTo>
                      <a:pt x="301" y="185"/>
                    </a:lnTo>
                    <a:lnTo>
                      <a:pt x="46" y="185"/>
                    </a:lnTo>
                    <a:lnTo>
                      <a:pt x="0" y="231"/>
                    </a:lnTo>
                    <a:lnTo>
                      <a:pt x="3" y="234"/>
                    </a:lnTo>
                    <a:lnTo>
                      <a:pt x="47" y="190"/>
                    </a:lnTo>
                    <a:lnTo>
                      <a:pt x="302" y="190"/>
                    </a:lnTo>
                    <a:lnTo>
                      <a:pt x="383" y="108"/>
                    </a:lnTo>
                    <a:lnTo>
                      <a:pt x="383" y="0"/>
                    </a:lnTo>
                    <a:lnTo>
                      <a:pt x="379" y="0"/>
                    </a:lnTo>
                    <a:lnTo>
                      <a:pt x="379"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659" name="Google Shape;1659;p26"/>
            <p:cNvGrpSpPr/>
            <p:nvPr/>
          </p:nvGrpSpPr>
          <p:grpSpPr>
            <a:xfrm>
              <a:off x="7482565" y="4404023"/>
              <a:ext cx="619332" cy="1338013"/>
              <a:chOff x="6850421" y="775628"/>
              <a:chExt cx="398541" cy="861012"/>
            </a:xfrm>
          </p:grpSpPr>
          <p:sp>
            <p:nvSpPr>
              <p:cNvPr id="1660" name="Google Shape;1660;p26"/>
              <p:cNvSpPr/>
              <p:nvPr/>
            </p:nvSpPr>
            <p:spPr>
              <a:xfrm>
                <a:off x="6850421" y="1604672"/>
                <a:ext cx="34100" cy="31969"/>
              </a:xfrm>
              <a:custGeom>
                <a:rect b="b" l="l" r="r" t="t"/>
                <a:pathLst>
                  <a:path extrusionOk="0" h="15" w="15">
                    <a:moveTo>
                      <a:pt x="13" y="8"/>
                    </a:moveTo>
                    <a:cubicBezTo>
                      <a:pt x="11" y="8"/>
                      <a:pt x="11" y="8"/>
                      <a:pt x="11" y="8"/>
                    </a:cubicBezTo>
                    <a:cubicBezTo>
                      <a:pt x="11" y="9"/>
                      <a:pt x="9" y="11"/>
                      <a:pt x="7" y="11"/>
                    </a:cubicBezTo>
                    <a:cubicBezTo>
                      <a:pt x="6" y="11"/>
                      <a:pt x="4" y="9"/>
                      <a:pt x="4" y="8"/>
                    </a:cubicBezTo>
                    <a:cubicBezTo>
                      <a:pt x="4" y="6"/>
                      <a:pt x="6" y="4"/>
                      <a:pt x="7" y="4"/>
                    </a:cubicBezTo>
                    <a:cubicBezTo>
                      <a:pt x="9" y="4"/>
                      <a:pt x="11" y="6"/>
                      <a:pt x="11" y="8"/>
                    </a:cubicBezTo>
                    <a:cubicBezTo>
                      <a:pt x="13" y="8"/>
                      <a:pt x="13" y="8"/>
                      <a:pt x="13" y="8"/>
                    </a:cubicBezTo>
                    <a:cubicBezTo>
                      <a:pt x="15" y="8"/>
                      <a:pt x="15" y="8"/>
                      <a:pt x="15" y="8"/>
                    </a:cubicBezTo>
                    <a:cubicBezTo>
                      <a:pt x="15" y="4"/>
                      <a:pt x="11" y="0"/>
                      <a:pt x="7" y="0"/>
                    </a:cubicBezTo>
                    <a:cubicBezTo>
                      <a:pt x="3" y="0"/>
                      <a:pt x="0" y="4"/>
                      <a:pt x="0" y="8"/>
                    </a:cubicBezTo>
                    <a:cubicBezTo>
                      <a:pt x="0" y="12"/>
                      <a:pt x="3" y="15"/>
                      <a:pt x="7" y="15"/>
                    </a:cubicBezTo>
                    <a:cubicBezTo>
                      <a:pt x="11" y="15"/>
                      <a:pt x="15" y="12"/>
                      <a:pt x="15" y="8"/>
                    </a:cubicBezTo>
                    <a:lnTo>
                      <a:pt x="13"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61" name="Google Shape;1661;p26"/>
              <p:cNvSpPr/>
              <p:nvPr/>
            </p:nvSpPr>
            <p:spPr>
              <a:xfrm>
                <a:off x="7138138" y="775628"/>
                <a:ext cx="31969" cy="31969"/>
              </a:xfrm>
              <a:custGeom>
                <a:rect b="b" l="l" r="r" t="t"/>
                <a:pathLst>
                  <a:path extrusionOk="0" h="14" w="14">
                    <a:moveTo>
                      <a:pt x="12" y="7"/>
                    </a:moveTo>
                    <a:cubicBezTo>
                      <a:pt x="10" y="7"/>
                      <a:pt x="10" y="7"/>
                      <a:pt x="10" y="7"/>
                    </a:cubicBezTo>
                    <a:cubicBezTo>
                      <a:pt x="10" y="9"/>
                      <a:pt x="9" y="10"/>
                      <a:pt x="7" y="10"/>
                    </a:cubicBezTo>
                    <a:cubicBezTo>
                      <a:pt x="6" y="10"/>
                      <a:pt x="4" y="9"/>
                      <a:pt x="4" y="7"/>
                    </a:cubicBezTo>
                    <a:cubicBezTo>
                      <a:pt x="4" y="5"/>
                      <a:pt x="6"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62" name="Google Shape;1662;p26"/>
              <p:cNvSpPr/>
              <p:nvPr/>
            </p:nvSpPr>
            <p:spPr>
              <a:xfrm>
                <a:off x="6861077" y="794810"/>
                <a:ext cx="387885" cy="814124"/>
              </a:xfrm>
              <a:custGeom>
                <a:rect b="b" l="l" r="r" t="t"/>
                <a:pathLst>
                  <a:path extrusionOk="0" h="382" w="182">
                    <a:moveTo>
                      <a:pt x="5" y="382"/>
                    </a:moveTo>
                    <a:lnTo>
                      <a:pt x="5" y="306"/>
                    </a:lnTo>
                    <a:lnTo>
                      <a:pt x="79" y="231"/>
                    </a:lnTo>
                    <a:lnTo>
                      <a:pt x="146" y="231"/>
                    </a:lnTo>
                    <a:lnTo>
                      <a:pt x="182" y="194"/>
                    </a:lnTo>
                    <a:lnTo>
                      <a:pt x="182" y="40"/>
                    </a:lnTo>
                    <a:lnTo>
                      <a:pt x="142" y="0"/>
                    </a:lnTo>
                    <a:lnTo>
                      <a:pt x="140" y="3"/>
                    </a:lnTo>
                    <a:lnTo>
                      <a:pt x="178" y="42"/>
                    </a:lnTo>
                    <a:lnTo>
                      <a:pt x="178" y="192"/>
                    </a:lnTo>
                    <a:lnTo>
                      <a:pt x="143" y="227"/>
                    </a:lnTo>
                    <a:lnTo>
                      <a:pt x="78" y="227"/>
                    </a:lnTo>
                    <a:lnTo>
                      <a:pt x="0" y="304"/>
                    </a:lnTo>
                    <a:lnTo>
                      <a:pt x="0" y="382"/>
                    </a:lnTo>
                    <a:lnTo>
                      <a:pt x="5" y="382"/>
                    </a:lnTo>
                    <a:lnTo>
                      <a:pt x="5" y="38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663" name="Google Shape;1663;p26"/>
            <p:cNvGrpSpPr/>
            <p:nvPr/>
          </p:nvGrpSpPr>
          <p:grpSpPr>
            <a:xfrm flipH="1">
              <a:off x="8212499" y="2963157"/>
              <a:ext cx="1064856" cy="813093"/>
              <a:chOff x="3843246" y="357910"/>
              <a:chExt cx="667078" cy="509361"/>
            </a:xfrm>
          </p:grpSpPr>
          <p:sp>
            <p:nvSpPr>
              <p:cNvPr id="1664" name="Google Shape;1664;p26"/>
              <p:cNvSpPr/>
              <p:nvPr/>
            </p:nvSpPr>
            <p:spPr>
              <a:xfrm>
                <a:off x="3870952" y="385616"/>
                <a:ext cx="626584" cy="471000"/>
              </a:xfrm>
              <a:custGeom>
                <a:rect b="b" l="l" r="r" t="t"/>
                <a:pathLst>
                  <a:path extrusionOk="0" h="221" w="294">
                    <a:moveTo>
                      <a:pt x="290" y="0"/>
                    </a:moveTo>
                    <a:lnTo>
                      <a:pt x="290" y="78"/>
                    </a:lnTo>
                    <a:lnTo>
                      <a:pt x="151" y="217"/>
                    </a:lnTo>
                    <a:lnTo>
                      <a:pt x="0" y="217"/>
                    </a:lnTo>
                    <a:lnTo>
                      <a:pt x="0" y="221"/>
                    </a:lnTo>
                    <a:lnTo>
                      <a:pt x="153" y="221"/>
                    </a:lnTo>
                    <a:lnTo>
                      <a:pt x="294" y="80"/>
                    </a:lnTo>
                    <a:lnTo>
                      <a:pt x="294" y="0"/>
                    </a:lnTo>
                    <a:lnTo>
                      <a:pt x="290" y="0"/>
                    </a:lnTo>
                    <a:lnTo>
                      <a:pt x="29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65" name="Google Shape;1665;p26"/>
              <p:cNvSpPr/>
              <p:nvPr/>
            </p:nvSpPr>
            <p:spPr>
              <a:xfrm>
                <a:off x="3843246" y="835302"/>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5"/>
                      <a:pt x="5"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66" name="Google Shape;1666;p26"/>
              <p:cNvSpPr/>
              <p:nvPr/>
            </p:nvSpPr>
            <p:spPr>
              <a:xfrm>
                <a:off x="4478354" y="357910"/>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6"/>
                      <a:pt x="5" y="4"/>
                      <a:pt x="7" y="4"/>
                    </a:cubicBezTo>
                    <a:cubicBezTo>
                      <a:pt x="9" y="4"/>
                      <a:pt x="10" y="6"/>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1667" name="Google Shape;1667;p26"/>
          <p:cNvGrpSpPr/>
          <p:nvPr/>
        </p:nvGrpSpPr>
        <p:grpSpPr>
          <a:xfrm>
            <a:off x="184255" y="293088"/>
            <a:ext cx="8814145" cy="4568938"/>
            <a:chOff x="184255" y="293088"/>
            <a:chExt cx="8814145" cy="4568938"/>
          </a:xfrm>
        </p:grpSpPr>
        <p:grpSp>
          <p:nvGrpSpPr>
            <p:cNvPr id="1668" name="Google Shape;1668;p26"/>
            <p:cNvGrpSpPr/>
            <p:nvPr/>
          </p:nvGrpSpPr>
          <p:grpSpPr>
            <a:xfrm flipH="1">
              <a:off x="7016513" y="4735900"/>
              <a:ext cx="130200" cy="126125"/>
              <a:chOff x="3935725" y="167575"/>
              <a:chExt cx="130200" cy="126125"/>
            </a:xfrm>
          </p:grpSpPr>
          <p:sp>
            <p:nvSpPr>
              <p:cNvPr id="1669" name="Google Shape;1669;p26"/>
              <p:cNvSpPr/>
              <p:nvPr/>
            </p:nvSpPr>
            <p:spPr>
              <a:xfrm>
                <a:off x="3935725" y="167575"/>
                <a:ext cx="65100" cy="564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670" name="Google Shape;1670;p26"/>
              <p:cNvSpPr/>
              <p:nvPr/>
            </p:nvSpPr>
            <p:spPr>
              <a:xfrm>
                <a:off x="4000825" y="201775"/>
                <a:ext cx="65100" cy="564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671" name="Google Shape;1671;p26"/>
              <p:cNvSpPr/>
              <p:nvPr/>
            </p:nvSpPr>
            <p:spPr>
              <a:xfrm>
                <a:off x="3935725" y="237300"/>
                <a:ext cx="65100" cy="564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1672" name="Google Shape;1672;p26"/>
            <p:cNvGrpSpPr/>
            <p:nvPr/>
          </p:nvGrpSpPr>
          <p:grpSpPr>
            <a:xfrm flipH="1">
              <a:off x="184255" y="4235716"/>
              <a:ext cx="101875" cy="134875"/>
              <a:chOff x="3928495" y="333391"/>
              <a:chExt cx="101875" cy="134875"/>
            </a:xfrm>
          </p:grpSpPr>
          <p:grpSp>
            <p:nvGrpSpPr>
              <p:cNvPr id="1673" name="Google Shape;1673;p26"/>
              <p:cNvGrpSpPr/>
              <p:nvPr/>
            </p:nvGrpSpPr>
            <p:grpSpPr>
              <a:xfrm>
                <a:off x="3928495" y="379241"/>
                <a:ext cx="44700" cy="42600"/>
                <a:chOff x="3928495" y="379241"/>
                <a:chExt cx="44700" cy="42600"/>
              </a:xfrm>
            </p:grpSpPr>
            <p:sp>
              <p:nvSpPr>
                <p:cNvPr id="1674" name="Google Shape;1674;p26"/>
                <p:cNvSpPr/>
                <p:nvPr/>
              </p:nvSpPr>
              <p:spPr>
                <a:xfrm>
                  <a:off x="3928495" y="396272"/>
                  <a:ext cx="44700" cy="81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75" name="Google Shape;1675;p26"/>
                <p:cNvSpPr/>
                <p:nvPr/>
              </p:nvSpPr>
              <p:spPr>
                <a:xfrm>
                  <a:off x="3946802" y="379241"/>
                  <a:ext cx="8100" cy="426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676" name="Google Shape;1676;p26"/>
              <p:cNvGrpSpPr/>
              <p:nvPr/>
            </p:nvGrpSpPr>
            <p:grpSpPr>
              <a:xfrm>
                <a:off x="3985670" y="425666"/>
                <a:ext cx="44700" cy="42600"/>
                <a:chOff x="3928495" y="379241"/>
                <a:chExt cx="44700" cy="42600"/>
              </a:xfrm>
            </p:grpSpPr>
            <p:sp>
              <p:nvSpPr>
                <p:cNvPr id="1677" name="Google Shape;1677;p26"/>
                <p:cNvSpPr/>
                <p:nvPr/>
              </p:nvSpPr>
              <p:spPr>
                <a:xfrm>
                  <a:off x="3928495" y="396272"/>
                  <a:ext cx="44700" cy="81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78" name="Google Shape;1678;p26"/>
                <p:cNvSpPr/>
                <p:nvPr/>
              </p:nvSpPr>
              <p:spPr>
                <a:xfrm>
                  <a:off x="3946802" y="379241"/>
                  <a:ext cx="8100" cy="426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679" name="Google Shape;1679;p26"/>
              <p:cNvGrpSpPr/>
              <p:nvPr/>
            </p:nvGrpSpPr>
            <p:grpSpPr>
              <a:xfrm>
                <a:off x="3985670" y="333391"/>
                <a:ext cx="44700" cy="42600"/>
                <a:chOff x="3928495" y="379241"/>
                <a:chExt cx="44700" cy="42600"/>
              </a:xfrm>
            </p:grpSpPr>
            <p:sp>
              <p:nvSpPr>
                <p:cNvPr id="1680" name="Google Shape;1680;p26"/>
                <p:cNvSpPr/>
                <p:nvPr/>
              </p:nvSpPr>
              <p:spPr>
                <a:xfrm>
                  <a:off x="3928495" y="396272"/>
                  <a:ext cx="44700" cy="81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81" name="Google Shape;1681;p26"/>
                <p:cNvSpPr/>
                <p:nvPr/>
              </p:nvSpPr>
              <p:spPr>
                <a:xfrm>
                  <a:off x="3946802" y="379241"/>
                  <a:ext cx="8100" cy="426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1682" name="Google Shape;1682;p26"/>
            <p:cNvGrpSpPr/>
            <p:nvPr/>
          </p:nvGrpSpPr>
          <p:grpSpPr>
            <a:xfrm flipH="1">
              <a:off x="8552725" y="1443037"/>
              <a:ext cx="445675" cy="119073"/>
              <a:chOff x="3578973" y="2550931"/>
              <a:chExt cx="279193" cy="74593"/>
            </a:xfrm>
          </p:grpSpPr>
          <p:sp>
            <p:nvSpPr>
              <p:cNvPr id="1683" name="Google Shape;1683;p26"/>
              <p:cNvSpPr/>
              <p:nvPr/>
            </p:nvSpPr>
            <p:spPr>
              <a:xfrm>
                <a:off x="3578973" y="2550931"/>
                <a:ext cx="42625" cy="74593"/>
              </a:xfrm>
              <a:custGeom>
                <a:rect b="b" l="l" r="r" t="t"/>
                <a:pathLst>
                  <a:path extrusionOk="0" h="35" w="20">
                    <a:moveTo>
                      <a:pt x="3" y="35"/>
                    </a:moveTo>
                    <a:lnTo>
                      <a:pt x="20" y="17"/>
                    </a:lnTo>
                    <a:lnTo>
                      <a:pt x="3" y="0"/>
                    </a:lnTo>
                    <a:lnTo>
                      <a:pt x="0" y="3"/>
                    </a:lnTo>
                    <a:lnTo>
                      <a:pt x="14"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84" name="Google Shape;1684;p26"/>
              <p:cNvSpPr/>
              <p:nvPr/>
            </p:nvSpPr>
            <p:spPr>
              <a:xfrm>
                <a:off x="3636518"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85" name="Google Shape;1685;p26"/>
              <p:cNvSpPr/>
              <p:nvPr/>
            </p:nvSpPr>
            <p:spPr>
              <a:xfrm>
                <a:off x="3698323" y="2550931"/>
                <a:ext cx="42625" cy="74593"/>
              </a:xfrm>
              <a:custGeom>
                <a:rect b="b" l="l" r="r" t="t"/>
                <a:pathLst>
                  <a:path extrusionOk="0" h="35" w="20">
                    <a:moveTo>
                      <a:pt x="2" y="35"/>
                    </a:moveTo>
                    <a:lnTo>
                      <a:pt x="20" y="17"/>
                    </a:lnTo>
                    <a:lnTo>
                      <a:pt x="2" y="0"/>
                    </a:lnTo>
                    <a:lnTo>
                      <a:pt x="0" y="3"/>
                    </a:lnTo>
                    <a:lnTo>
                      <a:pt x="13" y="17"/>
                    </a:lnTo>
                    <a:lnTo>
                      <a:pt x="0" y="32"/>
                    </a:lnTo>
                    <a:lnTo>
                      <a:pt x="2" y="35"/>
                    </a:lnTo>
                    <a:lnTo>
                      <a:pt x="2"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86" name="Google Shape;1686;p26"/>
              <p:cNvSpPr/>
              <p:nvPr/>
            </p:nvSpPr>
            <p:spPr>
              <a:xfrm>
                <a:off x="3755867"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87" name="Google Shape;1687;p26"/>
              <p:cNvSpPr/>
              <p:nvPr/>
            </p:nvSpPr>
            <p:spPr>
              <a:xfrm>
                <a:off x="3813410" y="2550931"/>
                <a:ext cx="44757" cy="74593"/>
              </a:xfrm>
              <a:custGeom>
                <a:rect b="b" l="l" r="r" t="t"/>
                <a:pathLst>
                  <a:path extrusionOk="0" h="35" w="21">
                    <a:moveTo>
                      <a:pt x="4" y="35"/>
                    </a:moveTo>
                    <a:lnTo>
                      <a:pt x="21" y="17"/>
                    </a:lnTo>
                    <a:lnTo>
                      <a:pt x="4" y="0"/>
                    </a:lnTo>
                    <a:lnTo>
                      <a:pt x="0" y="3"/>
                    </a:lnTo>
                    <a:lnTo>
                      <a:pt x="15" y="17"/>
                    </a:lnTo>
                    <a:lnTo>
                      <a:pt x="0" y="32"/>
                    </a:lnTo>
                    <a:lnTo>
                      <a:pt x="4" y="35"/>
                    </a:lnTo>
                    <a:lnTo>
                      <a:pt x="4"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88" name="Google Shape;1688;p26"/>
              <p:cNvSpPr/>
              <p:nvPr/>
            </p:nvSpPr>
            <p:spPr>
              <a:xfrm>
                <a:off x="3578973" y="2550931"/>
                <a:ext cx="42625" cy="74593"/>
              </a:xfrm>
              <a:custGeom>
                <a:rect b="b" l="l" r="r" t="t"/>
                <a:pathLst>
                  <a:path extrusionOk="0" h="35" w="20">
                    <a:moveTo>
                      <a:pt x="3" y="35"/>
                    </a:moveTo>
                    <a:lnTo>
                      <a:pt x="20" y="17"/>
                    </a:lnTo>
                    <a:lnTo>
                      <a:pt x="3" y="0"/>
                    </a:lnTo>
                    <a:lnTo>
                      <a:pt x="0" y="3"/>
                    </a:lnTo>
                    <a:lnTo>
                      <a:pt x="14"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89" name="Google Shape;1689;p26"/>
              <p:cNvSpPr/>
              <p:nvPr/>
            </p:nvSpPr>
            <p:spPr>
              <a:xfrm>
                <a:off x="3636518"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90" name="Google Shape;1690;p26"/>
              <p:cNvSpPr/>
              <p:nvPr/>
            </p:nvSpPr>
            <p:spPr>
              <a:xfrm>
                <a:off x="3698323" y="2550931"/>
                <a:ext cx="42625" cy="74593"/>
              </a:xfrm>
              <a:custGeom>
                <a:rect b="b" l="l" r="r" t="t"/>
                <a:pathLst>
                  <a:path extrusionOk="0" h="35" w="20">
                    <a:moveTo>
                      <a:pt x="2" y="35"/>
                    </a:moveTo>
                    <a:lnTo>
                      <a:pt x="20" y="17"/>
                    </a:lnTo>
                    <a:lnTo>
                      <a:pt x="2" y="0"/>
                    </a:lnTo>
                    <a:lnTo>
                      <a:pt x="0" y="3"/>
                    </a:lnTo>
                    <a:lnTo>
                      <a:pt x="13" y="17"/>
                    </a:lnTo>
                    <a:lnTo>
                      <a:pt x="0" y="32"/>
                    </a:lnTo>
                    <a:lnTo>
                      <a:pt x="2" y="35"/>
                    </a:lnTo>
                    <a:lnTo>
                      <a:pt x="2"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91" name="Google Shape;1691;p26"/>
              <p:cNvSpPr/>
              <p:nvPr/>
            </p:nvSpPr>
            <p:spPr>
              <a:xfrm>
                <a:off x="3755867"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92" name="Google Shape;1692;p26"/>
              <p:cNvSpPr/>
              <p:nvPr/>
            </p:nvSpPr>
            <p:spPr>
              <a:xfrm>
                <a:off x="3813410" y="2550931"/>
                <a:ext cx="44757" cy="74593"/>
              </a:xfrm>
              <a:custGeom>
                <a:rect b="b" l="l" r="r" t="t"/>
                <a:pathLst>
                  <a:path extrusionOk="0" h="35" w="21">
                    <a:moveTo>
                      <a:pt x="4" y="35"/>
                    </a:moveTo>
                    <a:lnTo>
                      <a:pt x="21" y="17"/>
                    </a:lnTo>
                    <a:lnTo>
                      <a:pt x="4" y="0"/>
                    </a:lnTo>
                    <a:lnTo>
                      <a:pt x="0" y="3"/>
                    </a:lnTo>
                    <a:lnTo>
                      <a:pt x="15" y="17"/>
                    </a:lnTo>
                    <a:lnTo>
                      <a:pt x="0" y="32"/>
                    </a:lnTo>
                    <a:lnTo>
                      <a:pt x="4" y="35"/>
                    </a:lnTo>
                    <a:lnTo>
                      <a:pt x="4"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693" name="Google Shape;1693;p26"/>
            <p:cNvGrpSpPr/>
            <p:nvPr/>
          </p:nvGrpSpPr>
          <p:grpSpPr>
            <a:xfrm flipH="1">
              <a:off x="2150700" y="293088"/>
              <a:ext cx="130200" cy="126125"/>
              <a:chOff x="3935725" y="167575"/>
              <a:chExt cx="130200" cy="126125"/>
            </a:xfrm>
          </p:grpSpPr>
          <p:sp>
            <p:nvSpPr>
              <p:cNvPr id="1694" name="Google Shape;1694;p26"/>
              <p:cNvSpPr/>
              <p:nvPr/>
            </p:nvSpPr>
            <p:spPr>
              <a:xfrm>
                <a:off x="3935725" y="167575"/>
                <a:ext cx="65100" cy="56400"/>
              </a:xfrm>
              <a:prstGeom prst="hexagon">
                <a:avLst>
                  <a:gd fmla="val 25000" name="adj"/>
                  <a:gd fmla="val 115470" name="vf"/>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695" name="Google Shape;1695;p26"/>
              <p:cNvSpPr/>
              <p:nvPr/>
            </p:nvSpPr>
            <p:spPr>
              <a:xfrm>
                <a:off x="4000825" y="201775"/>
                <a:ext cx="65100" cy="56400"/>
              </a:xfrm>
              <a:prstGeom prst="hexagon">
                <a:avLst>
                  <a:gd fmla="val 25000" name="adj"/>
                  <a:gd fmla="val 115470" name="vf"/>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696" name="Google Shape;1696;p26"/>
              <p:cNvSpPr/>
              <p:nvPr/>
            </p:nvSpPr>
            <p:spPr>
              <a:xfrm>
                <a:off x="3935725" y="237300"/>
                <a:ext cx="65100" cy="56400"/>
              </a:xfrm>
              <a:prstGeom prst="hexagon">
                <a:avLst>
                  <a:gd fmla="val 25000" name="adj"/>
                  <a:gd fmla="val 115470" name="vf"/>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sp>
        <p:nvSpPr>
          <p:cNvPr id="1697" name="Google Shape;1697;p26"/>
          <p:cNvSpPr txBox="1"/>
          <p:nvPr>
            <p:ph type="title"/>
          </p:nvPr>
        </p:nvSpPr>
        <p:spPr>
          <a:xfrm>
            <a:off x="2642708" y="775127"/>
            <a:ext cx="3858600" cy="1058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000"/>
              <a:buNone/>
              <a:defRPr sz="60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1698" name="Google Shape;1698;p26"/>
          <p:cNvSpPr txBox="1"/>
          <p:nvPr>
            <p:ph idx="1" type="subTitle"/>
          </p:nvPr>
        </p:nvSpPr>
        <p:spPr>
          <a:xfrm>
            <a:off x="2642675" y="1757297"/>
            <a:ext cx="3858600" cy="11010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699" name="Google Shape;1699;p26"/>
          <p:cNvSpPr txBox="1"/>
          <p:nvPr/>
        </p:nvSpPr>
        <p:spPr>
          <a:xfrm>
            <a:off x="2642668" y="3466600"/>
            <a:ext cx="3858600" cy="7821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fr" sz="1200">
                <a:solidFill>
                  <a:schemeClr val="dk1"/>
                </a:solidFill>
                <a:latin typeface="Manjari"/>
                <a:ea typeface="Manjari"/>
                <a:cs typeface="Manjari"/>
                <a:sym typeface="Manjari"/>
              </a:rPr>
              <a:t>CRÉDITS : Ce modèle de présentation a été créé par </a:t>
            </a:r>
            <a:r>
              <a:rPr b="1" lang="fr" sz="1200" u="sng">
                <a:solidFill>
                  <a:schemeClr val="dk1"/>
                </a:solidFill>
                <a:latin typeface="Manjari"/>
                <a:ea typeface="Manjari"/>
                <a:cs typeface="Manjari"/>
                <a:sym typeface="Manjari"/>
                <a:hlinkClick r:id="rId3">
                  <a:extLst>
                    <a:ext uri="{A12FA001-AC4F-418D-AE19-62706E023703}">
                      <ahyp:hlinkClr val="tx"/>
                    </a:ext>
                  </a:extLst>
                </a:hlinkClick>
              </a:rPr>
              <a:t>Slidesgo</a:t>
            </a:r>
            <a:r>
              <a:rPr lang="fr" sz="1200">
                <a:solidFill>
                  <a:schemeClr val="dk1"/>
                </a:solidFill>
                <a:latin typeface="Manjari"/>
                <a:ea typeface="Manjari"/>
                <a:cs typeface="Manjari"/>
                <a:sym typeface="Manjari"/>
              </a:rPr>
              <a:t>, comprenant des icônes de </a:t>
            </a:r>
            <a:r>
              <a:rPr b="1" lang="fr" sz="1200" u="sng">
                <a:solidFill>
                  <a:schemeClr val="dk1"/>
                </a:solidFill>
                <a:latin typeface="Manjari"/>
                <a:ea typeface="Manjari"/>
                <a:cs typeface="Manjari"/>
                <a:sym typeface="Manjari"/>
                <a:hlinkClick r:id="rId4">
                  <a:extLst>
                    <a:ext uri="{A12FA001-AC4F-418D-AE19-62706E023703}">
                      <ahyp:hlinkClr val="tx"/>
                    </a:ext>
                  </a:extLst>
                </a:hlinkClick>
              </a:rPr>
              <a:t>Flaticon</a:t>
            </a:r>
            <a:r>
              <a:rPr lang="fr" sz="1200">
                <a:solidFill>
                  <a:schemeClr val="dk1"/>
                </a:solidFill>
                <a:latin typeface="Manjari"/>
                <a:ea typeface="Manjari"/>
                <a:cs typeface="Manjari"/>
                <a:sym typeface="Manjari"/>
              </a:rPr>
              <a:t>, des infographies et des images de </a:t>
            </a:r>
            <a:r>
              <a:rPr b="1" lang="fr" sz="1200" u="sng">
                <a:solidFill>
                  <a:schemeClr val="dk1"/>
                </a:solidFill>
                <a:latin typeface="Manjari"/>
                <a:ea typeface="Manjari"/>
                <a:cs typeface="Manjari"/>
                <a:sym typeface="Manjari"/>
                <a:hlinkClick r:id="rId5">
                  <a:extLst>
                    <a:ext uri="{A12FA001-AC4F-418D-AE19-62706E023703}">
                      <ahyp:hlinkClr val="tx"/>
                    </a:ext>
                  </a:extLst>
                </a:hlinkClick>
              </a:rPr>
              <a:t>Freepik</a:t>
            </a:r>
            <a:r>
              <a:rPr lang="fr" sz="1200">
                <a:solidFill>
                  <a:schemeClr val="dk1"/>
                </a:solidFill>
                <a:latin typeface="Manjari"/>
                <a:ea typeface="Manjari"/>
                <a:cs typeface="Manjari"/>
                <a:sym typeface="Manjari"/>
              </a:rPr>
              <a:t> </a:t>
            </a:r>
            <a:endParaRPr b="1" sz="1200" u="sng">
              <a:solidFill>
                <a:schemeClr val="dk1"/>
              </a:solidFill>
              <a:latin typeface="Manjari"/>
              <a:ea typeface="Manjari"/>
              <a:cs typeface="Manjari"/>
              <a:sym typeface="Manjari"/>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700" name="Shape 1700"/>
        <p:cNvGrpSpPr/>
        <p:nvPr/>
      </p:nvGrpSpPr>
      <p:grpSpPr>
        <a:xfrm>
          <a:off x="0" y="0"/>
          <a:ext cx="0" cy="0"/>
          <a:chOff x="0" y="0"/>
          <a:chExt cx="0" cy="0"/>
        </a:xfrm>
      </p:grpSpPr>
      <p:pic>
        <p:nvPicPr>
          <p:cNvPr id="1701" name="Google Shape;1701;p27"/>
          <p:cNvPicPr preferRelativeResize="0"/>
          <p:nvPr/>
        </p:nvPicPr>
        <p:blipFill rotWithShape="1">
          <a:blip r:embed="rId2">
            <a:alphaModFix/>
          </a:blip>
          <a:srcRect b="901" l="0" r="990" t="0"/>
          <a:stretch/>
        </p:blipFill>
        <p:spPr>
          <a:xfrm>
            <a:off x="0" y="0"/>
            <a:ext cx="9144003" cy="5143500"/>
          </a:xfrm>
          <a:prstGeom prst="rect">
            <a:avLst/>
          </a:prstGeom>
          <a:noFill/>
          <a:ln>
            <a:noFill/>
          </a:ln>
        </p:spPr>
      </p:pic>
      <p:grpSp>
        <p:nvGrpSpPr>
          <p:cNvPr id="1702" name="Google Shape;1702;p27"/>
          <p:cNvGrpSpPr/>
          <p:nvPr/>
        </p:nvGrpSpPr>
        <p:grpSpPr>
          <a:xfrm flipH="1" rot="10800000">
            <a:off x="744821" y="-484375"/>
            <a:ext cx="8262669" cy="6318414"/>
            <a:chOff x="744821" y="-576378"/>
            <a:chExt cx="8262669" cy="6318414"/>
          </a:xfrm>
        </p:grpSpPr>
        <p:grpSp>
          <p:nvGrpSpPr>
            <p:cNvPr id="1703" name="Google Shape;1703;p27"/>
            <p:cNvGrpSpPr/>
            <p:nvPr/>
          </p:nvGrpSpPr>
          <p:grpSpPr>
            <a:xfrm>
              <a:off x="6850580" y="4492208"/>
              <a:ext cx="2156910" cy="506908"/>
              <a:chOff x="4891825" y="3495059"/>
              <a:chExt cx="1351193" cy="317552"/>
            </a:xfrm>
          </p:grpSpPr>
          <p:sp>
            <p:nvSpPr>
              <p:cNvPr id="1704" name="Google Shape;1704;p27"/>
              <p:cNvSpPr/>
              <p:nvPr/>
            </p:nvSpPr>
            <p:spPr>
              <a:xfrm>
                <a:off x="6208918" y="3706050"/>
                <a:ext cx="34100" cy="31969"/>
              </a:xfrm>
              <a:custGeom>
                <a:rect b="b" l="l" r="r" t="t"/>
                <a:pathLst>
                  <a:path extrusionOk="0" h="15" w="15">
                    <a:moveTo>
                      <a:pt x="2" y="7"/>
                    </a:moveTo>
                    <a:cubicBezTo>
                      <a:pt x="4" y="7"/>
                      <a:pt x="4" y="7"/>
                      <a:pt x="4" y="7"/>
                    </a:cubicBezTo>
                    <a:cubicBezTo>
                      <a:pt x="4" y="6"/>
                      <a:pt x="6" y="4"/>
                      <a:pt x="8" y="4"/>
                    </a:cubicBezTo>
                    <a:cubicBezTo>
                      <a:pt x="9" y="4"/>
                      <a:pt x="11" y="6"/>
                      <a:pt x="11" y="7"/>
                    </a:cubicBezTo>
                    <a:cubicBezTo>
                      <a:pt x="11" y="9"/>
                      <a:pt x="9" y="11"/>
                      <a:pt x="8" y="11"/>
                    </a:cubicBezTo>
                    <a:cubicBezTo>
                      <a:pt x="6" y="11"/>
                      <a:pt x="4" y="9"/>
                      <a:pt x="4" y="7"/>
                    </a:cubicBezTo>
                    <a:cubicBezTo>
                      <a:pt x="2" y="7"/>
                      <a:pt x="2" y="7"/>
                      <a:pt x="2" y="7"/>
                    </a:cubicBezTo>
                    <a:cubicBezTo>
                      <a:pt x="0" y="7"/>
                      <a:pt x="0" y="7"/>
                      <a:pt x="0" y="7"/>
                    </a:cubicBezTo>
                    <a:cubicBezTo>
                      <a:pt x="0" y="11"/>
                      <a:pt x="4" y="15"/>
                      <a:pt x="8" y="15"/>
                    </a:cubicBezTo>
                    <a:cubicBezTo>
                      <a:pt x="12" y="15"/>
                      <a:pt x="15" y="11"/>
                      <a:pt x="15" y="7"/>
                    </a:cubicBezTo>
                    <a:cubicBezTo>
                      <a:pt x="15" y="3"/>
                      <a:pt x="12" y="0"/>
                      <a:pt x="8" y="0"/>
                    </a:cubicBezTo>
                    <a:cubicBezTo>
                      <a:pt x="4" y="0"/>
                      <a:pt x="0" y="3"/>
                      <a:pt x="0" y="7"/>
                    </a:cubicBezTo>
                    <a:lnTo>
                      <a:pt x="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05" name="Google Shape;1705;p27"/>
              <p:cNvSpPr/>
              <p:nvPr/>
            </p:nvSpPr>
            <p:spPr>
              <a:xfrm>
                <a:off x="4891825" y="3584575"/>
                <a:ext cx="29825" cy="29825"/>
              </a:xfrm>
              <a:custGeom>
                <a:rect b="b" l="l" r="r" t="t"/>
                <a:pathLst>
                  <a:path extrusionOk="0" h="14" w="15">
                    <a:moveTo>
                      <a:pt x="2" y="7"/>
                    </a:moveTo>
                    <a:cubicBezTo>
                      <a:pt x="4" y="7"/>
                      <a:pt x="4" y="7"/>
                      <a:pt x="4" y="7"/>
                    </a:cubicBezTo>
                    <a:cubicBezTo>
                      <a:pt x="4" y="5"/>
                      <a:pt x="6" y="4"/>
                      <a:pt x="7" y="4"/>
                    </a:cubicBezTo>
                    <a:cubicBezTo>
                      <a:pt x="9" y="4"/>
                      <a:pt x="11" y="5"/>
                      <a:pt x="11" y="7"/>
                    </a:cubicBezTo>
                    <a:cubicBezTo>
                      <a:pt x="11" y="9"/>
                      <a:pt x="9" y="10"/>
                      <a:pt x="7" y="10"/>
                    </a:cubicBezTo>
                    <a:cubicBezTo>
                      <a:pt x="6" y="10"/>
                      <a:pt x="4" y="9"/>
                      <a:pt x="4" y="7"/>
                    </a:cubicBezTo>
                    <a:cubicBezTo>
                      <a:pt x="2" y="7"/>
                      <a:pt x="2" y="7"/>
                      <a:pt x="2" y="7"/>
                    </a:cubicBezTo>
                    <a:cubicBezTo>
                      <a:pt x="0" y="7"/>
                      <a:pt x="0" y="7"/>
                      <a:pt x="0" y="7"/>
                    </a:cubicBezTo>
                    <a:cubicBezTo>
                      <a:pt x="0" y="11"/>
                      <a:pt x="3" y="14"/>
                      <a:pt x="7" y="14"/>
                    </a:cubicBezTo>
                    <a:cubicBezTo>
                      <a:pt x="11" y="14"/>
                      <a:pt x="15" y="11"/>
                      <a:pt x="15" y="7"/>
                    </a:cubicBezTo>
                    <a:cubicBezTo>
                      <a:pt x="15" y="3"/>
                      <a:pt x="11" y="0"/>
                      <a:pt x="7" y="0"/>
                    </a:cubicBezTo>
                    <a:cubicBezTo>
                      <a:pt x="3" y="0"/>
                      <a:pt x="0" y="3"/>
                      <a:pt x="0" y="7"/>
                    </a:cubicBezTo>
                    <a:lnTo>
                      <a:pt x="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06" name="Google Shape;1706;p27"/>
              <p:cNvSpPr/>
              <p:nvPr/>
            </p:nvSpPr>
            <p:spPr>
              <a:xfrm>
                <a:off x="4917389" y="3595227"/>
                <a:ext cx="1295792" cy="217384"/>
              </a:xfrm>
              <a:custGeom>
                <a:rect b="b" l="l" r="r" t="t"/>
                <a:pathLst>
                  <a:path extrusionOk="0" h="102" w="608">
                    <a:moveTo>
                      <a:pt x="0" y="4"/>
                    </a:moveTo>
                    <a:lnTo>
                      <a:pt x="207" y="4"/>
                    </a:lnTo>
                    <a:lnTo>
                      <a:pt x="305" y="102"/>
                    </a:lnTo>
                    <a:lnTo>
                      <a:pt x="498" y="102"/>
                    </a:lnTo>
                    <a:lnTo>
                      <a:pt x="539" y="61"/>
                    </a:lnTo>
                    <a:lnTo>
                      <a:pt x="608" y="61"/>
                    </a:lnTo>
                    <a:lnTo>
                      <a:pt x="608" y="57"/>
                    </a:lnTo>
                    <a:lnTo>
                      <a:pt x="537" y="57"/>
                    </a:lnTo>
                    <a:lnTo>
                      <a:pt x="497" y="98"/>
                    </a:lnTo>
                    <a:lnTo>
                      <a:pt x="307" y="98"/>
                    </a:lnTo>
                    <a:lnTo>
                      <a:pt x="210" y="0"/>
                    </a:lnTo>
                    <a:lnTo>
                      <a:pt x="0" y="0"/>
                    </a:lnTo>
                    <a:lnTo>
                      <a:pt x="0" y="4"/>
                    </a:lnTo>
                    <a:lnTo>
                      <a:pt x="0" y="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07" name="Google Shape;1707;p27"/>
              <p:cNvSpPr/>
              <p:nvPr/>
            </p:nvSpPr>
            <p:spPr>
              <a:xfrm>
                <a:off x="5933990" y="3716706"/>
                <a:ext cx="31969" cy="34099"/>
              </a:xfrm>
              <a:custGeom>
                <a:rect b="b" l="l" r="r" t="t"/>
                <a:pathLst>
                  <a:path extrusionOk="0" h="15" w="14">
                    <a:moveTo>
                      <a:pt x="2" y="8"/>
                    </a:moveTo>
                    <a:cubicBezTo>
                      <a:pt x="4" y="8"/>
                      <a:pt x="4" y="8"/>
                      <a:pt x="4" y="8"/>
                    </a:cubicBezTo>
                    <a:cubicBezTo>
                      <a:pt x="4" y="6"/>
                      <a:pt x="5" y="4"/>
                      <a:pt x="7" y="4"/>
                    </a:cubicBezTo>
                    <a:cubicBezTo>
                      <a:pt x="8" y="4"/>
                      <a:pt x="10" y="6"/>
                      <a:pt x="10" y="8"/>
                    </a:cubicBezTo>
                    <a:cubicBezTo>
                      <a:pt x="10" y="9"/>
                      <a:pt x="8" y="11"/>
                      <a:pt x="7" y="11"/>
                    </a:cubicBezTo>
                    <a:cubicBezTo>
                      <a:pt x="5" y="11"/>
                      <a:pt x="4" y="9"/>
                      <a:pt x="4" y="8"/>
                    </a:cubicBezTo>
                    <a:cubicBezTo>
                      <a:pt x="2" y="8"/>
                      <a:pt x="2" y="8"/>
                      <a:pt x="2" y="8"/>
                    </a:cubicBezTo>
                    <a:cubicBezTo>
                      <a:pt x="0" y="8"/>
                      <a:pt x="0" y="8"/>
                      <a:pt x="0" y="8"/>
                    </a:cubicBezTo>
                    <a:cubicBezTo>
                      <a:pt x="0" y="11"/>
                      <a:pt x="3" y="15"/>
                      <a:pt x="7" y="15"/>
                    </a:cubicBezTo>
                    <a:cubicBezTo>
                      <a:pt x="11" y="15"/>
                      <a:pt x="14" y="11"/>
                      <a:pt x="14" y="8"/>
                    </a:cubicBezTo>
                    <a:cubicBezTo>
                      <a:pt x="14" y="4"/>
                      <a:pt x="11" y="0"/>
                      <a:pt x="7" y="0"/>
                    </a:cubicBezTo>
                    <a:cubicBezTo>
                      <a:pt x="3" y="0"/>
                      <a:pt x="0" y="4"/>
                      <a:pt x="0" y="8"/>
                    </a:cubicBezTo>
                    <a:lnTo>
                      <a:pt x="2"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08" name="Google Shape;1708;p27"/>
              <p:cNvSpPr/>
              <p:nvPr/>
            </p:nvSpPr>
            <p:spPr>
              <a:xfrm>
                <a:off x="5286094" y="3495059"/>
                <a:ext cx="29837" cy="31969"/>
              </a:xfrm>
              <a:custGeom>
                <a:rect b="b" l="l" r="r" t="t"/>
                <a:pathLst>
                  <a:path extrusionOk="0" h="15" w="14">
                    <a:moveTo>
                      <a:pt x="2" y="8"/>
                    </a:moveTo>
                    <a:cubicBezTo>
                      <a:pt x="4" y="8"/>
                      <a:pt x="4" y="8"/>
                      <a:pt x="4" y="8"/>
                    </a:cubicBezTo>
                    <a:cubicBezTo>
                      <a:pt x="4" y="6"/>
                      <a:pt x="5" y="4"/>
                      <a:pt x="7" y="4"/>
                    </a:cubicBezTo>
                    <a:cubicBezTo>
                      <a:pt x="9" y="4"/>
                      <a:pt x="10" y="6"/>
                      <a:pt x="10" y="8"/>
                    </a:cubicBezTo>
                    <a:cubicBezTo>
                      <a:pt x="10" y="9"/>
                      <a:pt x="9" y="11"/>
                      <a:pt x="7" y="11"/>
                    </a:cubicBezTo>
                    <a:cubicBezTo>
                      <a:pt x="5" y="11"/>
                      <a:pt x="4" y="9"/>
                      <a:pt x="4" y="8"/>
                    </a:cubicBezTo>
                    <a:cubicBezTo>
                      <a:pt x="2" y="8"/>
                      <a:pt x="2" y="8"/>
                      <a:pt x="2" y="8"/>
                    </a:cubicBezTo>
                    <a:cubicBezTo>
                      <a:pt x="0" y="8"/>
                      <a:pt x="0" y="8"/>
                      <a:pt x="0" y="8"/>
                    </a:cubicBezTo>
                    <a:cubicBezTo>
                      <a:pt x="0" y="11"/>
                      <a:pt x="3" y="15"/>
                      <a:pt x="7" y="15"/>
                    </a:cubicBezTo>
                    <a:cubicBezTo>
                      <a:pt x="11" y="15"/>
                      <a:pt x="14" y="11"/>
                      <a:pt x="14" y="8"/>
                    </a:cubicBezTo>
                    <a:cubicBezTo>
                      <a:pt x="14" y="4"/>
                      <a:pt x="11" y="0"/>
                      <a:pt x="7" y="0"/>
                    </a:cubicBezTo>
                    <a:cubicBezTo>
                      <a:pt x="3" y="0"/>
                      <a:pt x="0" y="4"/>
                      <a:pt x="0" y="8"/>
                    </a:cubicBezTo>
                    <a:lnTo>
                      <a:pt x="2"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09" name="Google Shape;1709;p27"/>
              <p:cNvSpPr/>
              <p:nvPr/>
            </p:nvSpPr>
            <p:spPr>
              <a:xfrm>
                <a:off x="5311668" y="3507847"/>
                <a:ext cx="632979" cy="219516"/>
              </a:xfrm>
              <a:custGeom>
                <a:rect b="b" l="l" r="r" t="t"/>
                <a:pathLst>
                  <a:path extrusionOk="0" h="103" w="297">
                    <a:moveTo>
                      <a:pt x="0" y="4"/>
                    </a:moveTo>
                    <a:lnTo>
                      <a:pt x="39" y="4"/>
                    </a:lnTo>
                    <a:lnTo>
                      <a:pt x="115" y="79"/>
                    </a:lnTo>
                    <a:lnTo>
                      <a:pt x="270" y="79"/>
                    </a:lnTo>
                    <a:lnTo>
                      <a:pt x="294" y="103"/>
                    </a:lnTo>
                    <a:lnTo>
                      <a:pt x="297" y="100"/>
                    </a:lnTo>
                    <a:lnTo>
                      <a:pt x="272" y="75"/>
                    </a:lnTo>
                    <a:lnTo>
                      <a:pt x="117" y="75"/>
                    </a:lnTo>
                    <a:lnTo>
                      <a:pt x="41" y="0"/>
                    </a:lnTo>
                    <a:lnTo>
                      <a:pt x="0" y="0"/>
                    </a:lnTo>
                    <a:lnTo>
                      <a:pt x="0" y="4"/>
                    </a:lnTo>
                    <a:lnTo>
                      <a:pt x="0" y="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710" name="Google Shape;1710;p27"/>
            <p:cNvGrpSpPr/>
            <p:nvPr/>
          </p:nvGrpSpPr>
          <p:grpSpPr>
            <a:xfrm>
              <a:off x="744821" y="-576378"/>
              <a:ext cx="204128" cy="1115878"/>
              <a:chOff x="6605329" y="191675"/>
              <a:chExt cx="127876" cy="699040"/>
            </a:xfrm>
          </p:grpSpPr>
          <p:sp>
            <p:nvSpPr>
              <p:cNvPr id="1711" name="Google Shape;1711;p27"/>
              <p:cNvSpPr/>
              <p:nvPr/>
            </p:nvSpPr>
            <p:spPr>
              <a:xfrm>
                <a:off x="6701235" y="858746"/>
                <a:ext cx="31969" cy="31969"/>
              </a:xfrm>
              <a:custGeom>
                <a:rect b="b" l="l" r="r" t="t"/>
                <a:pathLst>
                  <a:path extrusionOk="0" h="14" w="15">
                    <a:moveTo>
                      <a:pt x="13" y="7"/>
                    </a:moveTo>
                    <a:cubicBezTo>
                      <a:pt x="11" y="7"/>
                      <a:pt x="11" y="7"/>
                      <a:pt x="11" y="7"/>
                    </a:cubicBezTo>
                    <a:cubicBezTo>
                      <a:pt x="11" y="9"/>
                      <a:pt x="9" y="10"/>
                      <a:pt x="7" y="10"/>
                    </a:cubicBezTo>
                    <a:cubicBezTo>
                      <a:pt x="6" y="10"/>
                      <a:pt x="4" y="9"/>
                      <a:pt x="4" y="7"/>
                    </a:cubicBezTo>
                    <a:cubicBezTo>
                      <a:pt x="4" y="5"/>
                      <a:pt x="6" y="4"/>
                      <a:pt x="7" y="4"/>
                    </a:cubicBezTo>
                    <a:cubicBezTo>
                      <a:pt x="9" y="4"/>
                      <a:pt x="11" y="5"/>
                      <a:pt x="11" y="7"/>
                    </a:cubicBezTo>
                    <a:cubicBezTo>
                      <a:pt x="13" y="7"/>
                      <a:pt x="13" y="7"/>
                      <a:pt x="13" y="7"/>
                    </a:cubicBezTo>
                    <a:cubicBezTo>
                      <a:pt x="15" y="7"/>
                      <a:pt x="15" y="7"/>
                      <a:pt x="15" y="7"/>
                    </a:cubicBezTo>
                    <a:cubicBezTo>
                      <a:pt x="15" y="3"/>
                      <a:pt x="11" y="0"/>
                      <a:pt x="7" y="0"/>
                    </a:cubicBezTo>
                    <a:cubicBezTo>
                      <a:pt x="3" y="0"/>
                      <a:pt x="0" y="3"/>
                      <a:pt x="0" y="7"/>
                    </a:cubicBezTo>
                    <a:cubicBezTo>
                      <a:pt x="0" y="11"/>
                      <a:pt x="3" y="14"/>
                      <a:pt x="7" y="14"/>
                    </a:cubicBezTo>
                    <a:cubicBezTo>
                      <a:pt x="11" y="14"/>
                      <a:pt x="15" y="11"/>
                      <a:pt x="15" y="7"/>
                    </a:cubicBezTo>
                    <a:lnTo>
                      <a:pt x="13"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12" name="Google Shape;1712;p27"/>
              <p:cNvSpPr/>
              <p:nvPr/>
            </p:nvSpPr>
            <p:spPr>
              <a:xfrm>
                <a:off x="6605329" y="191675"/>
                <a:ext cx="115087" cy="671334"/>
              </a:xfrm>
              <a:custGeom>
                <a:rect b="b" l="l" r="r" t="t"/>
                <a:pathLst>
                  <a:path extrusionOk="0" h="315" w="54">
                    <a:moveTo>
                      <a:pt x="0" y="0"/>
                    </a:moveTo>
                    <a:lnTo>
                      <a:pt x="0" y="167"/>
                    </a:lnTo>
                    <a:lnTo>
                      <a:pt x="50" y="217"/>
                    </a:lnTo>
                    <a:lnTo>
                      <a:pt x="50" y="315"/>
                    </a:lnTo>
                    <a:lnTo>
                      <a:pt x="54" y="315"/>
                    </a:lnTo>
                    <a:lnTo>
                      <a:pt x="54" y="215"/>
                    </a:lnTo>
                    <a:lnTo>
                      <a:pt x="5" y="165"/>
                    </a:lnTo>
                    <a:lnTo>
                      <a:pt x="5" y="0"/>
                    </a:lnTo>
                    <a:lnTo>
                      <a:pt x="0" y="0"/>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713" name="Google Shape;1713;p27"/>
            <p:cNvGrpSpPr/>
            <p:nvPr/>
          </p:nvGrpSpPr>
          <p:grpSpPr>
            <a:xfrm>
              <a:off x="1204715" y="-158755"/>
              <a:ext cx="1493520" cy="615774"/>
              <a:chOff x="5301012" y="396272"/>
              <a:chExt cx="935614" cy="385751"/>
            </a:xfrm>
          </p:grpSpPr>
          <p:sp>
            <p:nvSpPr>
              <p:cNvPr id="1714" name="Google Shape;1714;p27"/>
              <p:cNvSpPr/>
              <p:nvPr/>
            </p:nvSpPr>
            <p:spPr>
              <a:xfrm>
                <a:off x="6202525" y="396272"/>
                <a:ext cx="34100" cy="34099"/>
              </a:xfrm>
              <a:custGeom>
                <a:rect b="b" l="l" r="r" t="t"/>
                <a:pathLst>
                  <a:path extrusionOk="0" h="15" w="15">
                    <a:moveTo>
                      <a:pt x="13" y="8"/>
                    </a:moveTo>
                    <a:cubicBezTo>
                      <a:pt x="11" y="8"/>
                      <a:pt x="11" y="8"/>
                      <a:pt x="11" y="8"/>
                    </a:cubicBezTo>
                    <a:cubicBezTo>
                      <a:pt x="11" y="9"/>
                      <a:pt x="9" y="11"/>
                      <a:pt x="8" y="11"/>
                    </a:cubicBezTo>
                    <a:cubicBezTo>
                      <a:pt x="6" y="11"/>
                      <a:pt x="4" y="9"/>
                      <a:pt x="4" y="8"/>
                    </a:cubicBezTo>
                    <a:cubicBezTo>
                      <a:pt x="4" y="6"/>
                      <a:pt x="6" y="4"/>
                      <a:pt x="8" y="4"/>
                    </a:cubicBezTo>
                    <a:cubicBezTo>
                      <a:pt x="9" y="4"/>
                      <a:pt x="11" y="6"/>
                      <a:pt x="11" y="8"/>
                    </a:cubicBezTo>
                    <a:cubicBezTo>
                      <a:pt x="13" y="8"/>
                      <a:pt x="13" y="8"/>
                      <a:pt x="13" y="8"/>
                    </a:cubicBezTo>
                    <a:cubicBezTo>
                      <a:pt x="15" y="8"/>
                      <a:pt x="15" y="8"/>
                      <a:pt x="15" y="8"/>
                    </a:cubicBezTo>
                    <a:cubicBezTo>
                      <a:pt x="15" y="4"/>
                      <a:pt x="12" y="0"/>
                      <a:pt x="8" y="0"/>
                    </a:cubicBezTo>
                    <a:cubicBezTo>
                      <a:pt x="4" y="0"/>
                      <a:pt x="0" y="4"/>
                      <a:pt x="0" y="8"/>
                    </a:cubicBezTo>
                    <a:cubicBezTo>
                      <a:pt x="0" y="12"/>
                      <a:pt x="4" y="15"/>
                      <a:pt x="8" y="15"/>
                    </a:cubicBezTo>
                    <a:cubicBezTo>
                      <a:pt x="12" y="15"/>
                      <a:pt x="15" y="12"/>
                      <a:pt x="15" y="8"/>
                    </a:cubicBezTo>
                    <a:lnTo>
                      <a:pt x="13"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15" name="Google Shape;1715;p27"/>
              <p:cNvSpPr/>
              <p:nvPr/>
            </p:nvSpPr>
            <p:spPr>
              <a:xfrm>
                <a:off x="5301012" y="750054"/>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6"/>
                      <a:pt x="5" y="4"/>
                      <a:pt x="7" y="4"/>
                    </a:cubicBezTo>
                    <a:cubicBezTo>
                      <a:pt x="9" y="4"/>
                      <a:pt x="10" y="6"/>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16" name="Google Shape;1716;p27"/>
              <p:cNvSpPr/>
              <p:nvPr/>
            </p:nvSpPr>
            <p:spPr>
              <a:xfrm>
                <a:off x="5322324" y="426109"/>
                <a:ext cx="903645" cy="336732"/>
              </a:xfrm>
              <a:custGeom>
                <a:rect b="b" l="l" r="r" t="t"/>
                <a:pathLst>
                  <a:path extrusionOk="0" h="158" w="424">
                    <a:moveTo>
                      <a:pt x="419" y="0"/>
                    </a:moveTo>
                    <a:lnTo>
                      <a:pt x="419" y="51"/>
                    </a:lnTo>
                    <a:lnTo>
                      <a:pt x="388" y="82"/>
                    </a:lnTo>
                    <a:lnTo>
                      <a:pt x="72" y="82"/>
                    </a:lnTo>
                    <a:lnTo>
                      <a:pt x="0" y="154"/>
                    </a:lnTo>
                    <a:lnTo>
                      <a:pt x="3" y="158"/>
                    </a:lnTo>
                    <a:lnTo>
                      <a:pt x="74" y="86"/>
                    </a:lnTo>
                    <a:lnTo>
                      <a:pt x="390" y="86"/>
                    </a:lnTo>
                    <a:lnTo>
                      <a:pt x="424" y="53"/>
                    </a:lnTo>
                    <a:lnTo>
                      <a:pt x="424" y="0"/>
                    </a:lnTo>
                    <a:lnTo>
                      <a:pt x="419" y="0"/>
                    </a:lnTo>
                    <a:lnTo>
                      <a:pt x="419"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717" name="Google Shape;1717;p27"/>
            <p:cNvGrpSpPr/>
            <p:nvPr/>
          </p:nvGrpSpPr>
          <p:grpSpPr>
            <a:xfrm>
              <a:off x="7838933" y="159032"/>
              <a:ext cx="1064856" cy="813093"/>
              <a:chOff x="3843246" y="357910"/>
              <a:chExt cx="667078" cy="509361"/>
            </a:xfrm>
          </p:grpSpPr>
          <p:sp>
            <p:nvSpPr>
              <p:cNvPr id="1718" name="Google Shape;1718;p27"/>
              <p:cNvSpPr/>
              <p:nvPr/>
            </p:nvSpPr>
            <p:spPr>
              <a:xfrm>
                <a:off x="3870952" y="385616"/>
                <a:ext cx="626584" cy="471000"/>
              </a:xfrm>
              <a:custGeom>
                <a:rect b="b" l="l" r="r" t="t"/>
                <a:pathLst>
                  <a:path extrusionOk="0" h="221" w="294">
                    <a:moveTo>
                      <a:pt x="290" y="0"/>
                    </a:moveTo>
                    <a:lnTo>
                      <a:pt x="290" y="78"/>
                    </a:lnTo>
                    <a:lnTo>
                      <a:pt x="151" y="217"/>
                    </a:lnTo>
                    <a:lnTo>
                      <a:pt x="0" y="217"/>
                    </a:lnTo>
                    <a:lnTo>
                      <a:pt x="0" y="221"/>
                    </a:lnTo>
                    <a:lnTo>
                      <a:pt x="153" y="221"/>
                    </a:lnTo>
                    <a:lnTo>
                      <a:pt x="294" y="80"/>
                    </a:lnTo>
                    <a:lnTo>
                      <a:pt x="294" y="0"/>
                    </a:lnTo>
                    <a:lnTo>
                      <a:pt x="290" y="0"/>
                    </a:lnTo>
                    <a:lnTo>
                      <a:pt x="29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19" name="Google Shape;1719;p27"/>
              <p:cNvSpPr/>
              <p:nvPr/>
            </p:nvSpPr>
            <p:spPr>
              <a:xfrm>
                <a:off x="3843246" y="835302"/>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5"/>
                      <a:pt x="5"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20" name="Google Shape;1720;p27"/>
              <p:cNvSpPr/>
              <p:nvPr/>
            </p:nvSpPr>
            <p:spPr>
              <a:xfrm>
                <a:off x="4478354" y="357910"/>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6"/>
                      <a:pt x="5" y="4"/>
                      <a:pt x="7" y="4"/>
                    </a:cubicBezTo>
                    <a:cubicBezTo>
                      <a:pt x="9" y="4"/>
                      <a:pt x="10" y="6"/>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721" name="Google Shape;1721;p27"/>
            <p:cNvGrpSpPr/>
            <p:nvPr/>
          </p:nvGrpSpPr>
          <p:grpSpPr>
            <a:xfrm>
              <a:off x="7099018" y="-57203"/>
              <a:ext cx="1337026" cy="826702"/>
              <a:chOff x="3421261" y="191675"/>
              <a:chExt cx="837578" cy="517886"/>
            </a:xfrm>
          </p:grpSpPr>
          <p:sp>
            <p:nvSpPr>
              <p:cNvPr id="1722" name="Google Shape;1722;p27"/>
              <p:cNvSpPr/>
              <p:nvPr/>
            </p:nvSpPr>
            <p:spPr>
              <a:xfrm>
                <a:off x="3421261" y="679724"/>
                <a:ext cx="31969" cy="29837"/>
              </a:xfrm>
              <a:custGeom>
                <a:rect b="b" l="l" r="r" t="t"/>
                <a:pathLst>
                  <a:path extrusionOk="0" h="14" w="14">
                    <a:moveTo>
                      <a:pt x="12" y="7"/>
                    </a:moveTo>
                    <a:cubicBezTo>
                      <a:pt x="10" y="7"/>
                      <a:pt x="10" y="7"/>
                      <a:pt x="10" y="7"/>
                    </a:cubicBezTo>
                    <a:cubicBezTo>
                      <a:pt x="10" y="8"/>
                      <a:pt x="9" y="10"/>
                      <a:pt x="7" y="10"/>
                    </a:cubicBezTo>
                    <a:cubicBezTo>
                      <a:pt x="5" y="10"/>
                      <a:pt x="4" y="8"/>
                      <a:pt x="4" y="7"/>
                    </a:cubicBezTo>
                    <a:cubicBezTo>
                      <a:pt x="4" y="5"/>
                      <a:pt x="5"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23" name="Google Shape;1723;p27"/>
              <p:cNvSpPr/>
              <p:nvPr/>
            </p:nvSpPr>
            <p:spPr>
              <a:xfrm>
                <a:off x="3442573" y="191675"/>
                <a:ext cx="816266" cy="498704"/>
              </a:xfrm>
              <a:custGeom>
                <a:rect b="b" l="l" r="r" t="t"/>
                <a:pathLst>
                  <a:path extrusionOk="0" h="234" w="383">
                    <a:moveTo>
                      <a:pt x="379" y="0"/>
                    </a:moveTo>
                    <a:lnTo>
                      <a:pt x="379" y="106"/>
                    </a:lnTo>
                    <a:lnTo>
                      <a:pt x="301" y="185"/>
                    </a:lnTo>
                    <a:lnTo>
                      <a:pt x="46" y="185"/>
                    </a:lnTo>
                    <a:lnTo>
                      <a:pt x="0" y="231"/>
                    </a:lnTo>
                    <a:lnTo>
                      <a:pt x="3" y="234"/>
                    </a:lnTo>
                    <a:lnTo>
                      <a:pt x="47" y="190"/>
                    </a:lnTo>
                    <a:lnTo>
                      <a:pt x="302" y="190"/>
                    </a:lnTo>
                    <a:lnTo>
                      <a:pt x="383" y="108"/>
                    </a:lnTo>
                    <a:lnTo>
                      <a:pt x="383" y="0"/>
                    </a:lnTo>
                    <a:lnTo>
                      <a:pt x="379" y="0"/>
                    </a:lnTo>
                    <a:lnTo>
                      <a:pt x="379"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724" name="Google Shape;1724;p27"/>
            <p:cNvGrpSpPr/>
            <p:nvPr/>
          </p:nvGrpSpPr>
          <p:grpSpPr>
            <a:xfrm flipH="1">
              <a:off x="1029578" y="4404023"/>
              <a:ext cx="619332" cy="1338013"/>
              <a:chOff x="6850421" y="775628"/>
              <a:chExt cx="398541" cy="861012"/>
            </a:xfrm>
          </p:grpSpPr>
          <p:sp>
            <p:nvSpPr>
              <p:cNvPr id="1725" name="Google Shape;1725;p27"/>
              <p:cNvSpPr/>
              <p:nvPr/>
            </p:nvSpPr>
            <p:spPr>
              <a:xfrm>
                <a:off x="6850421" y="1604672"/>
                <a:ext cx="34100" cy="31969"/>
              </a:xfrm>
              <a:custGeom>
                <a:rect b="b" l="l" r="r" t="t"/>
                <a:pathLst>
                  <a:path extrusionOk="0" h="15" w="15">
                    <a:moveTo>
                      <a:pt x="13" y="8"/>
                    </a:moveTo>
                    <a:cubicBezTo>
                      <a:pt x="11" y="8"/>
                      <a:pt x="11" y="8"/>
                      <a:pt x="11" y="8"/>
                    </a:cubicBezTo>
                    <a:cubicBezTo>
                      <a:pt x="11" y="9"/>
                      <a:pt x="9" y="11"/>
                      <a:pt x="7" y="11"/>
                    </a:cubicBezTo>
                    <a:cubicBezTo>
                      <a:pt x="6" y="11"/>
                      <a:pt x="4" y="9"/>
                      <a:pt x="4" y="8"/>
                    </a:cubicBezTo>
                    <a:cubicBezTo>
                      <a:pt x="4" y="6"/>
                      <a:pt x="6" y="4"/>
                      <a:pt x="7" y="4"/>
                    </a:cubicBezTo>
                    <a:cubicBezTo>
                      <a:pt x="9" y="4"/>
                      <a:pt x="11" y="6"/>
                      <a:pt x="11" y="8"/>
                    </a:cubicBezTo>
                    <a:cubicBezTo>
                      <a:pt x="13" y="8"/>
                      <a:pt x="13" y="8"/>
                      <a:pt x="13" y="8"/>
                    </a:cubicBezTo>
                    <a:cubicBezTo>
                      <a:pt x="15" y="8"/>
                      <a:pt x="15" y="8"/>
                      <a:pt x="15" y="8"/>
                    </a:cubicBezTo>
                    <a:cubicBezTo>
                      <a:pt x="15" y="4"/>
                      <a:pt x="11" y="0"/>
                      <a:pt x="7" y="0"/>
                    </a:cubicBezTo>
                    <a:cubicBezTo>
                      <a:pt x="3" y="0"/>
                      <a:pt x="0" y="4"/>
                      <a:pt x="0" y="8"/>
                    </a:cubicBezTo>
                    <a:cubicBezTo>
                      <a:pt x="0" y="12"/>
                      <a:pt x="3" y="15"/>
                      <a:pt x="7" y="15"/>
                    </a:cubicBezTo>
                    <a:cubicBezTo>
                      <a:pt x="11" y="15"/>
                      <a:pt x="15" y="12"/>
                      <a:pt x="15" y="8"/>
                    </a:cubicBezTo>
                    <a:lnTo>
                      <a:pt x="13"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26" name="Google Shape;1726;p27"/>
              <p:cNvSpPr/>
              <p:nvPr/>
            </p:nvSpPr>
            <p:spPr>
              <a:xfrm>
                <a:off x="7138138" y="775628"/>
                <a:ext cx="31969" cy="31969"/>
              </a:xfrm>
              <a:custGeom>
                <a:rect b="b" l="l" r="r" t="t"/>
                <a:pathLst>
                  <a:path extrusionOk="0" h="14" w="14">
                    <a:moveTo>
                      <a:pt x="12" y="7"/>
                    </a:moveTo>
                    <a:cubicBezTo>
                      <a:pt x="10" y="7"/>
                      <a:pt x="10" y="7"/>
                      <a:pt x="10" y="7"/>
                    </a:cubicBezTo>
                    <a:cubicBezTo>
                      <a:pt x="10" y="9"/>
                      <a:pt x="9" y="10"/>
                      <a:pt x="7" y="10"/>
                    </a:cubicBezTo>
                    <a:cubicBezTo>
                      <a:pt x="6" y="10"/>
                      <a:pt x="4" y="9"/>
                      <a:pt x="4" y="7"/>
                    </a:cubicBezTo>
                    <a:cubicBezTo>
                      <a:pt x="4" y="5"/>
                      <a:pt x="6"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27" name="Google Shape;1727;p27"/>
              <p:cNvSpPr/>
              <p:nvPr/>
            </p:nvSpPr>
            <p:spPr>
              <a:xfrm>
                <a:off x="6861077" y="794810"/>
                <a:ext cx="387885" cy="814124"/>
              </a:xfrm>
              <a:custGeom>
                <a:rect b="b" l="l" r="r" t="t"/>
                <a:pathLst>
                  <a:path extrusionOk="0" h="382" w="182">
                    <a:moveTo>
                      <a:pt x="5" y="382"/>
                    </a:moveTo>
                    <a:lnTo>
                      <a:pt x="5" y="306"/>
                    </a:lnTo>
                    <a:lnTo>
                      <a:pt x="79" y="231"/>
                    </a:lnTo>
                    <a:lnTo>
                      <a:pt x="146" y="231"/>
                    </a:lnTo>
                    <a:lnTo>
                      <a:pt x="182" y="194"/>
                    </a:lnTo>
                    <a:lnTo>
                      <a:pt x="182" y="40"/>
                    </a:lnTo>
                    <a:lnTo>
                      <a:pt x="142" y="0"/>
                    </a:lnTo>
                    <a:lnTo>
                      <a:pt x="140" y="3"/>
                    </a:lnTo>
                    <a:lnTo>
                      <a:pt x="178" y="42"/>
                    </a:lnTo>
                    <a:lnTo>
                      <a:pt x="178" y="192"/>
                    </a:lnTo>
                    <a:lnTo>
                      <a:pt x="143" y="227"/>
                    </a:lnTo>
                    <a:lnTo>
                      <a:pt x="78" y="227"/>
                    </a:lnTo>
                    <a:lnTo>
                      <a:pt x="0" y="304"/>
                    </a:lnTo>
                    <a:lnTo>
                      <a:pt x="0" y="382"/>
                    </a:lnTo>
                    <a:lnTo>
                      <a:pt x="5" y="382"/>
                    </a:lnTo>
                    <a:lnTo>
                      <a:pt x="5" y="38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728" name="Google Shape;1728;p27"/>
            <p:cNvGrpSpPr/>
            <p:nvPr/>
          </p:nvGrpSpPr>
          <p:grpSpPr>
            <a:xfrm>
              <a:off x="4984595" y="4666482"/>
              <a:ext cx="1064856" cy="813093"/>
              <a:chOff x="3843246" y="357910"/>
              <a:chExt cx="667078" cy="509361"/>
            </a:xfrm>
          </p:grpSpPr>
          <p:sp>
            <p:nvSpPr>
              <p:cNvPr id="1729" name="Google Shape;1729;p27"/>
              <p:cNvSpPr/>
              <p:nvPr/>
            </p:nvSpPr>
            <p:spPr>
              <a:xfrm>
                <a:off x="3870952" y="385616"/>
                <a:ext cx="626584" cy="471000"/>
              </a:xfrm>
              <a:custGeom>
                <a:rect b="b" l="l" r="r" t="t"/>
                <a:pathLst>
                  <a:path extrusionOk="0" h="221" w="294">
                    <a:moveTo>
                      <a:pt x="290" y="0"/>
                    </a:moveTo>
                    <a:lnTo>
                      <a:pt x="290" y="78"/>
                    </a:lnTo>
                    <a:lnTo>
                      <a:pt x="151" y="217"/>
                    </a:lnTo>
                    <a:lnTo>
                      <a:pt x="0" y="217"/>
                    </a:lnTo>
                    <a:lnTo>
                      <a:pt x="0" y="221"/>
                    </a:lnTo>
                    <a:lnTo>
                      <a:pt x="153" y="221"/>
                    </a:lnTo>
                    <a:lnTo>
                      <a:pt x="294" y="80"/>
                    </a:lnTo>
                    <a:lnTo>
                      <a:pt x="294" y="0"/>
                    </a:lnTo>
                    <a:lnTo>
                      <a:pt x="290" y="0"/>
                    </a:lnTo>
                    <a:lnTo>
                      <a:pt x="29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30" name="Google Shape;1730;p27"/>
              <p:cNvSpPr/>
              <p:nvPr/>
            </p:nvSpPr>
            <p:spPr>
              <a:xfrm>
                <a:off x="3843246" y="835302"/>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5"/>
                      <a:pt x="5"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31" name="Google Shape;1731;p27"/>
              <p:cNvSpPr/>
              <p:nvPr/>
            </p:nvSpPr>
            <p:spPr>
              <a:xfrm>
                <a:off x="4478354" y="357910"/>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6"/>
                      <a:pt x="5" y="4"/>
                      <a:pt x="7" y="4"/>
                    </a:cubicBezTo>
                    <a:cubicBezTo>
                      <a:pt x="9" y="4"/>
                      <a:pt x="10" y="6"/>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1732" name="Google Shape;1732;p27"/>
          <p:cNvGrpSpPr/>
          <p:nvPr/>
        </p:nvGrpSpPr>
        <p:grpSpPr>
          <a:xfrm>
            <a:off x="-1154425" y="-1070264"/>
            <a:ext cx="11376875" cy="7251925"/>
            <a:chOff x="-1203475" y="-1222225"/>
            <a:chExt cx="11376875" cy="7251925"/>
          </a:xfrm>
        </p:grpSpPr>
        <p:sp>
          <p:nvSpPr>
            <p:cNvPr id="1733" name="Google Shape;1733;p27"/>
            <p:cNvSpPr/>
            <p:nvPr/>
          </p:nvSpPr>
          <p:spPr>
            <a:xfrm>
              <a:off x="-850925" y="723600"/>
              <a:ext cx="1417200" cy="10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734" name="Google Shape;1734;p27"/>
            <p:cNvSpPr/>
            <p:nvPr/>
          </p:nvSpPr>
          <p:spPr>
            <a:xfrm>
              <a:off x="-1203475" y="970035"/>
              <a:ext cx="1417200" cy="10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735" name="Google Shape;1735;p27"/>
            <p:cNvSpPr/>
            <p:nvPr/>
          </p:nvSpPr>
          <p:spPr>
            <a:xfrm rot="5400000">
              <a:off x="5599650" y="5268000"/>
              <a:ext cx="1417200" cy="10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736" name="Google Shape;1736;p27"/>
            <p:cNvSpPr/>
            <p:nvPr/>
          </p:nvSpPr>
          <p:spPr>
            <a:xfrm rot="5400000">
              <a:off x="3064800" y="-566725"/>
              <a:ext cx="1417200" cy="10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737" name="Google Shape;1737;p27"/>
            <p:cNvSpPr/>
            <p:nvPr/>
          </p:nvSpPr>
          <p:spPr>
            <a:xfrm rot="10800000">
              <a:off x="8496500" y="3095161"/>
              <a:ext cx="1417200" cy="106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738" name="Google Shape;1738;p27"/>
            <p:cNvSpPr/>
            <p:nvPr/>
          </p:nvSpPr>
          <p:spPr>
            <a:xfrm rot="10800000">
              <a:off x="8756200" y="2847912"/>
              <a:ext cx="1417200" cy="106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1739" name="Google Shape;1739;p27"/>
          <p:cNvGrpSpPr/>
          <p:nvPr/>
        </p:nvGrpSpPr>
        <p:grpSpPr>
          <a:xfrm>
            <a:off x="380020" y="153613"/>
            <a:ext cx="8496430" cy="4774098"/>
            <a:chOff x="380020" y="153613"/>
            <a:chExt cx="8496430" cy="4774098"/>
          </a:xfrm>
        </p:grpSpPr>
        <p:grpSp>
          <p:nvGrpSpPr>
            <p:cNvPr id="1740" name="Google Shape;1740;p27"/>
            <p:cNvGrpSpPr/>
            <p:nvPr/>
          </p:nvGrpSpPr>
          <p:grpSpPr>
            <a:xfrm>
              <a:off x="481900" y="3280551"/>
              <a:ext cx="130200" cy="126125"/>
              <a:chOff x="-4441750" y="34450"/>
              <a:chExt cx="130200" cy="126125"/>
            </a:xfrm>
          </p:grpSpPr>
          <p:sp>
            <p:nvSpPr>
              <p:cNvPr id="1741" name="Google Shape;1741;p27"/>
              <p:cNvSpPr/>
              <p:nvPr/>
            </p:nvSpPr>
            <p:spPr>
              <a:xfrm>
                <a:off x="-4441750" y="34450"/>
                <a:ext cx="65100" cy="56400"/>
              </a:xfrm>
              <a:prstGeom prst="hexagon">
                <a:avLst>
                  <a:gd fmla="val 25000" name="adj"/>
                  <a:gd fmla="val 115470" name="vf"/>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742" name="Google Shape;1742;p27"/>
              <p:cNvSpPr/>
              <p:nvPr/>
            </p:nvSpPr>
            <p:spPr>
              <a:xfrm>
                <a:off x="-4376650" y="68650"/>
                <a:ext cx="65100" cy="56400"/>
              </a:xfrm>
              <a:prstGeom prst="hexagon">
                <a:avLst>
                  <a:gd fmla="val 25000" name="adj"/>
                  <a:gd fmla="val 115470" name="vf"/>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743" name="Google Shape;1743;p27"/>
              <p:cNvSpPr/>
              <p:nvPr/>
            </p:nvSpPr>
            <p:spPr>
              <a:xfrm>
                <a:off x="-4441750" y="104175"/>
                <a:ext cx="65100" cy="56400"/>
              </a:xfrm>
              <a:prstGeom prst="hexagon">
                <a:avLst>
                  <a:gd fmla="val 25000" name="adj"/>
                  <a:gd fmla="val 115470" name="vf"/>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1744" name="Google Shape;1744;p27"/>
            <p:cNvGrpSpPr/>
            <p:nvPr/>
          </p:nvGrpSpPr>
          <p:grpSpPr>
            <a:xfrm>
              <a:off x="380020" y="571430"/>
              <a:ext cx="101875" cy="134875"/>
              <a:chOff x="3928495" y="333391"/>
              <a:chExt cx="101875" cy="134875"/>
            </a:xfrm>
          </p:grpSpPr>
          <p:grpSp>
            <p:nvGrpSpPr>
              <p:cNvPr id="1745" name="Google Shape;1745;p27"/>
              <p:cNvGrpSpPr/>
              <p:nvPr/>
            </p:nvGrpSpPr>
            <p:grpSpPr>
              <a:xfrm>
                <a:off x="3928495" y="379241"/>
                <a:ext cx="44700" cy="42600"/>
                <a:chOff x="3928495" y="379241"/>
                <a:chExt cx="44700" cy="42600"/>
              </a:xfrm>
            </p:grpSpPr>
            <p:sp>
              <p:nvSpPr>
                <p:cNvPr id="1746" name="Google Shape;1746;p27"/>
                <p:cNvSpPr/>
                <p:nvPr/>
              </p:nvSpPr>
              <p:spPr>
                <a:xfrm>
                  <a:off x="3928495" y="396272"/>
                  <a:ext cx="44700" cy="81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47" name="Google Shape;1747;p27"/>
                <p:cNvSpPr/>
                <p:nvPr/>
              </p:nvSpPr>
              <p:spPr>
                <a:xfrm>
                  <a:off x="3946802" y="379241"/>
                  <a:ext cx="8100" cy="426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748" name="Google Shape;1748;p27"/>
              <p:cNvGrpSpPr/>
              <p:nvPr/>
            </p:nvGrpSpPr>
            <p:grpSpPr>
              <a:xfrm>
                <a:off x="3985670" y="425666"/>
                <a:ext cx="44700" cy="42600"/>
                <a:chOff x="3928495" y="379241"/>
                <a:chExt cx="44700" cy="42600"/>
              </a:xfrm>
            </p:grpSpPr>
            <p:sp>
              <p:nvSpPr>
                <p:cNvPr id="1749" name="Google Shape;1749;p27"/>
                <p:cNvSpPr/>
                <p:nvPr/>
              </p:nvSpPr>
              <p:spPr>
                <a:xfrm>
                  <a:off x="3928495" y="396272"/>
                  <a:ext cx="44700" cy="81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50" name="Google Shape;1750;p27"/>
                <p:cNvSpPr/>
                <p:nvPr/>
              </p:nvSpPr>
              <p:spPr>
                <a:xfrm>
                  <a:off x="3946802" y="379241"/>
                  <a:ext cx="8100" cy="426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751" name="Google Shape;1751;p27"/>
              <p:cNvGrpSpPr/>
              <p:nvPr/>
            </p:nvGrpSpPr>
            <p:grpSpPr>
              <a:xfrm>
                <a:off x="3985670" y="333391"/>
                <a:ext cx="44700" cy="42600"/>
                <a:chOff x="3928495" y="379241"/>
                <a:chExt cx="44700" cy="42600"/>
              </a:xfrm>
            </p:grpSpPr>
            <p:sp>
              <p:nvSpPr>
                <p:cNvPr id="1752" name="Google Shape;1752;p27"/>
                <p:cNvSpPr/>
                <p:nvPr/>
              </p:nvSpPr>
              <p:spPr>
                <a:xfrm>
                  <a:off x="3928495" y="396272"/>
                  <a:ext cx="44700" cy="81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53" name="Google Shape;1753;p27"/>
                <p:cNvSpPr/>
                <p:nvPr/>
              </p:nvSpPr>
              <p:spPr>
                <a:xfrm>
                  <a:off x="3946802" y="379241"/>
                  <a:ext cx="8100" cy="426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1754" name="Google Shape;1754;p27"/>
            <p:cNvGrpSpPr/>
            <p:nvPr/>
          </p:nvGrpSpPr>
          <p:grpSpPr>
            <a:xfrm>
              <a:off x="1668775" y="4808638"/>
              <a:ext cx="445675" cy="119073"/>
              <a:chOff x="3578973" y="2550931"/>
              <a:chExt cx="279193" cy="74593"/>
            </a:xfrm>
          </p:grpSpPr>
          <p:sp>
            <p:nvSpPr>
              <p:cNvPr id="1755" name="Google Shape;1755;p27"/>
              <p:cNvSpPr/>
              <p:nvPr/>
            </p:nvSpPr>
            <p:spPr>
              <a:xfrm>
                <a:off x="3578973" y="2550931"/>
                <a:ext cx="42625" cy="74593"/>
              </a:xfrm>
              <a:custGeom>
                <a:rect b="b" l="l" r="r" t="t"/>
                <a:pathLst>
                  <a:path extrusionOk="0" h="35" w="20">
                    <a:moveTo>
                      <a:pt x="3" y="35"/>
                    </a:moveTo>
                    <a:lnTo>
                      <a:pt x="20" y="17"/>
                    </a:lnTo>
                    <a:lnTo>
                      <a:pt x="3" y="0"/>
                    </a:lnTo>
                    <a:lnTo>
                      <a:pt x="0" y="3"/>
                    </a:lnTo>
                    <a:lnTo>
                      <a:pt x="14"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56" name="Google Shape;1756;p27"/>
              <p:cNvSpPr/>
              <p:nvPr/>
            </p:nvSpPr>
            <p:spPr>
              <a:xfrm>
                <a:off x="3636518"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57" name="Google Shape;1757;p27"/>
              <p:cNvSpPr/>
              <p:nvPr/>
            </p:nvSpPr>
            <p:spPr>
              <a:xfrm>
                <a:off x="3698323" y="2550931"/>
                <a:ext cx="42625" cy="74593"/>
              </a:xfrm>
              <a:custGeom>
                <a:rect b="b" l="l" r="r" t="t"/>
                <a:pathLst>
                  <a:path extrusionOk="0" h="35" w="20">
                    <a:moveTo>
                      <a:pt x="2" y="35"/>
                    </a:moveTo>
                    <a:lnTo>
                      <a:pt x="20" y="17"/>
                    </a:lnTo>
                    <a:lnTo>
                      <a:pt x="2" y="0"/>
                    </a:lnTo>
                    <a:lnTo>
                      <a:pt x="0" y="3"/>
                    </a:lnTo>
                    <a:lnTo>
                      <a:pt x="13" y="17"/>
                    </a:lnTo>
                    <a:lnTo>
                      <a:pt x="0" y="32"/>
                    </a:lnTo>
                    <a:lnTo>
                      <a:pt x="2" y="35"/>
                    </a:lnTo>
                    <a:lnTo>
                      <a:pt x="2"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58" name="Google Shape;1758;p27"/>
              <p:cNvSpPr/>
              <p:nvPr/>
            </p:nvSpPr>
            <p:spPr>
              <a:xfrm>
                <a:off x="3755867"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59" name="Google Shape;1759;p27"/>
              <p:cNvSpPr/>
              <p:nvPr/>
            </p:nvSpPr>
            <p:spPr>
              <a:xfrm>
                <a:off x="3813410" y="2550931"/>
                <a:ext cx="44757" cy="74593"/>
              </a:xfrm>
              <a:custGeom>
                <a:rect b="b" l="l" r="r" t="t"/>
                <a:pathLst>
                  <a:path extrusionOk="0" h="35" w="21">
                    <a:moveTo>
                      <a:pt x="4" y="35"/>
                    </a:moveTo>
                    <a:lnTo>
                      <a:pt x="21" y="17"/>
                    </a:lnTo>
                    <a:lnTo>
                      <a:pt x="4" y="0"/>
                    </a:lnTo>
                    <a:lnTo>
                      <a:pt x="0" y="3"/>
                    </a:lnTo>
                    <a:lnTo>
                      <a:pt x="15" y="17"/>
                    </a:lnTo>
                    <a:lnTo>
                      <a:pt x="0" y="32"/>
                    </a:lnTo>
                    <a:lnTo>
                      <a:pt x="4" y="35"/>
                    </a:lnTo>
                    <a:lnTo>
                      <a:pt x="4"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60" name="Google Shape;1760;p27"/>
              <p:cNvSpPr/>
              <p:nvPr/>
            </p:nvSpPr>
            <p:spPr>
              <a:xfrm>
                <a:off x="3578973" y="2550931"/>
                <a:ext cx="42625" cy="74593"/>
              </a:xfrm>
              <a:custGeom>
                <a:rect b="b" l="l" r="r" t="t"/>
                <a:pathLst>
                  <a:path extrusionOk="0" h="35" w="20">
                    <a:moveTo>
                      <a:pt x="3" y="35"/>
                    </a:moveTo>
                    <a:lnTo>
                      <a:pt x="20" y="17"/>
                    </a:lnTo>
                    <a:lnTo>
                      <a:pt x="3" y="0"/>
                    </a:lnTo>
                    <a:lnTo>
                      <a:pt x="0" y="3"/>
                    </a:lnTo>
                    <a:lnTo>
                      <a:pt x="14"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61" name="Google Shape;1761;p27"/>
              <p:cNvSpPr/>
              <p:nvPr/>
            </p:nvSpPr>
            <p:spPr>
              <a:xfrm>
                <a:off x="3636518"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62" name="Google Shape;1762;p27"/>
              <p:cNvSpPr/>
              <p:nvPr/>
            </p:nvSpPr>
            <p:spPr>
              <a:xfrm>
                <a:off x="3698323" y="2550931"/>
                <a:ext cx="42625" cy="74593"/>
              </a:xfrm>
              <a:custGeom>
                <a:rect b="b" l="l" r="r" t="t"/>
                <a:pathLst>
                  <a:path extrusionOk="0" h="35" w="20">
                    <a:moveTo>
                      <a:pt x="2" y="35"/>
                    </a:moveTo>
                    <a:lnTo>
                      <a:pt x="20" y="17"/>
                    </a:lnTo>
                    <a:lnTo>
                      <a:pt x="2" y="0"/>
                    </a:lnTo>
                    <a:lnTo>
                      <a:pt x="0" y="3"/>
                    </a:lnTo>
                    <a:lnTo>
                      <a:pt x="13" y="17"/>
                    </a:lnTo>
                    <a:lnTo>
                      <a:pt x="0" y="32"/>
                    </a:lnTo>
                    <a:lnTo>
                      <a:pt x="2" y="35"/>
                    </a:lnTo>
                    <a:lnTo>
                      <a:pt x="2"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63" name="Google Shape;1763;p27"/>
              <p:cNvSpPr/>
              <p:nvPr/>
            </p:nvSpPr>
            <p:spPr>
              <a:xfrm>
                <a:off x="3755867"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64" name="Google Shape;1764;p27"/>
              <p:cNvSpPr/>
              <p:nvPr/>
            </p:nvSpPr>
            <p:spPr>
              <a:xfrm>
                <a:off x="3813410" y="2550931"/>
                <a:ext cx="44757" cy="74593"/>
              </a:xfrm>
              <a:custGeom>
                <a:rect b="b" l="l" r="r" t="t"/>
                <a:pathLst>
                  <a:path extrusionOk="0" h="35" w="21">
                    <a:moveTo>
                      <a:pt x="4" y="35"/>
                    </a:moveTo>
                    <a:lnTo>
                      <a:pt x="21" y="17"/>
                    </a:lnTo>
                    <a:lnTo>
                      <a:pt x="4" y="0"/>
                    </a:lnTo>
                    <a:lnTo>
                      <a:pt x="0" y="3"/>
                    </a:lnTo>
                    <a:lnTo>
                      <a:pt x="15" y="17"/>
                    </a:lnTo>
                    <a:lnTo>
                      <a:pt x="0" y="32"/>
                    </a:lnTo>
                    <a:lnTo>
                      <a:pt x="4" y="35"/>
                    </a:lnTo>
                    <a:lnTo>
                      <a:pt x="4"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765" name="Google Shape;1765;p27"/>
            <p:cNvGrpSpPr/>
            <p:nvPr/>
          </p:nvGrpSpPr>
          <p:grpSpPr>
            <a:xfrm>
              <a:off x="7632725" y="153613"/>
              <a:ext cx="130200" cy="126125"/>
              <a:chOff x="3935725" y="167575"/>
              <a:chExt cx="130200" cy="126125"/>
            </a:xfrm>
          </p:grpSpPr>
          <p:sp>
            <p:nvSpPr>
              <p:cNvPr id="1766" name="Google Shape;1766;p27"/>
              <p:cNvSpPr/>
              <p:nvPr/>
            </p:nvSpPr>
            <p:spPr>
              <a:xfrm>
                <a:off x="3935725" y="167575"/>
                <a:ext cx="65100" cy="56400"/>
              </a:xfrm>
              <a:prstGeom prst="hexagon">
                <a:avLst>
                  <a:gd fmla="val 25000" name="adj"/>
                  <a:gd fmla="val 115470" name="vf"/>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767" name="Google Shape;1767;p27"/>
              <p:cNvSpPr/>
              <p:nvPr/>
            </p:nvSpPr>
            <p:spPr>
              <a:xfrm>
                <a:off x="4000825" y="201775"/>
                <a:ext cx="65100" cy="56400"/>
              </a:xfrm>
              <a:prstGeom prst="hexagon">
                <a:avLst>
                  <a:gd fmla="val 25000" name="adj"/>
                  <a:gd fmla="val 115470" name="vf"/>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768" name="Google Shape;1768;p27"/>
              <p:cNvSpPr/>
              <p:nvPr/>
            </p:nvSpPr>
            <p:spPr>
              <a:xfrm>
                <a:off x="3935725" y="237300"/>
                <a:ext cx="65100" cy="56400"/>
              </a:xfrm>
              <a:prstGeom prst="hexagon">
                <a:avLst>
                  <a:gd fmla="val 25000" name="adj"/>
                  <a:gd fmla="val 115470" name="vf"/>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1769" name="Google Shape;1769;p27"/>
            <p:cNvGrpSpPr/>
            <p:nvPr/>
          </p:nvGrpSpPr>
          <p:grpSpPr>
            <a:xfrm flipH="1">
              <a:off x="1631171" y="247560"/>
              <a:ext cx="445675" cy="80822"/>
              <a:chOff x="6468929" y="3844579"/>
              <a:chExt cx="411329" cy="74593"/>
            </a:xfrm>
          </p:grpSpPr>
          <p:sp>
            <p:nvSpPr>
              <p:cNvPr id="1770" name="Google Shape;1770;p27"/>
              <p:cNvSpPr/>
              <p:nvPr/>
            </p:nvSpPr>
            <p:spPr>
              <a:xfrm>
                <a:off x="6814190" y="3848841"/>
                <a:ext cx="66069" cy="66068"/>
              </a:xfrm>
              <a:custGeom>
                <a:rect b="b" l="l" r="r" t="t"/>
                <a:pathLst>
                  <a:path extrusionOk="0" h="29" w="29">
                    <a:moveTo>
                      <a:pt x="2" y="14"/>
                    </a:moveTo>
                    <a:cubicBezTo>
                      <a:pt x="0" y="14"/>
                      <a:pt x="0" y="14"/>
                      <a:pt x="0" y="14"/>
                    </a:cubicBezTo>
                    <a:cubicBezTo>
                      <a:pt x="0" y="22"/>
                      <a:pt x="7" y="29"/>
                      <a:pt x="14" y="29"/>
                    </a:cubicBezTo>
                    <a:cubicBezTo>
                      <a:pt x="22" y="29"/>
                      <a:pt x="29" y="22"/>
                      <a:pt x="29" y="14"/>
                    </a:cubicBezTo>
                    <a:cubicBezTo>
                      <a:pt x="29" y="6"/>
                      <a:pt x="22" y="0"/>
                      <a:pt x="14" y="0"/>
                    </a:cubicBezTo>
                    <a:cubicBezTo>
                      <a:pt x="7" y="0"/>
                      <a:pt x="0" y="6"/>
                      <a:pt x="0" y="14"/>
                    </a:cubicBezTo>
                    <a:cubicBezTo>
                      <a:pt x="2" y="14"/>
                      <a:pt x="2" y="14"/>
                      <a:pt x="2" y="14"/>
                    </a:cubicBezTo>
                    <a:cubicBezTo>
                      <a:pt x="4" y="14"/>
                      <a:pt x="4" y="14"/>
                      <a:pt x="4" y="14"/>
                    </a:cubicBezTo>
                    <a:cubicBezTo>
                      <a:pt x="4" y="9"/>
                      <a:pt x="9" y="4"/>
                      <a:pt x="14" y="4"/>
                    </a:cubicBezTo>
                    <a:cubicBezTo>
                      <a:pt x="20" y="4"/>
                      <a:pt x="25" y="9"/>
                      <a:pt x="25" y="14"/>
                    </a:cubicBezTo>
                    <a:cubicBezTo>
                      <a:pt x="25" y="20"/>
                      <a:pt x="20" y="25"/>
                      <a:pt x="14" y="25"/>
                    </a:cubicBezTo>
                    <a:cubicBezTo>
                      <a:pt x="9" y="25"/>
                      <a:pt x="4" y="20"/>
                      <a:pt x="4" y="14"/>
                    </a:cubicBezTo>
                    <a:lnTo>
                      <a:pt x="2" y="1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71" name="Google Shape;1771;p27"/>
              <p:cNvSpPr/>
              <p:nvPr/>
            </p:nvSpPr>
            <p:spPr>
              <a:xfrm>
                <a:off x="6475324" y="3876548"/>
                <a:ext cx="343130" cy="8525"/>
              </a:xfrm>
              <a:custGeom>
                <a:rect b="b" l="l" r="r" t="t"/>
                <a:pathLst>
                  <a:path extrusionOk="0" h="4" w="161">
                    <a:moveTo>
                      <a:pt x="161" y="0"/>
                    </a:moveTo>
                    <a:lnTo>
                      <a:pt x="0" y="0"/>
                    </a:lnTo>
                    <a:lnTo>
                      <a:pt x="0" y="4"/>
                    </a:lnTo>
                    <a:lnTo>
                      <a:pt x="161" y="4"/>
                    </a:lnTo>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72" name="Google Shape;1772;p27"/>
              <p:cNvSpPr/>
              <p:nvPr/>
            </p:nvSpPr>
            <p:spPr>
              <a:xfrm>
                <a:off x="6468929" y="3844579"/>
                <a:ext cx="42625" cy="74593"/>
              </a:xfrm>
              <a:custGeom>
                <a:rect b="b" l="l" r="r" t="t"/>
                <a:pathLst>
                  <a:path extrusionOk="0" h="35" w="2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773" name="Google Shape;1773;p27"/>
            <p:cNvGrpSpPr/>
            <p:nvPr/>
          </p:nvGrpSpPr>
          <p:grpSpPr>
            <a:xfrm rot="10800000">
              <a:off x="8430775" y="1578188"/>
              <a:ext cx="445675" cy="119073"/>
              <a:chOff x="3578973" y="2550931"/>
              <a:chExt cx="279193" cy="74593"/>
            </a:xfrm>
          </p:grpSpPr>
          <p:sp>
            <p:nvSpPr>
              <p:cNvPr id="1774" name="Google Shape;1774;p27"/>
              <p:cNvSpPr/>
              <p:nvPr/>
            </p:nvSpPr>
            <p:spPr>
              <a:xfrm>
                <a:off x="3578973" y="2550931"/>
                <a:ext cx="42625" cy="74593"/>
              </a:xfrm>
              <a:custGeom>
                <a:rect b="b" l="l" r="r" t="t"/>
                <a:pathLst>
                  <a:path extrusionOk="0" h="35" w="20">
                    <a:moveTo>
                      <a:pt x="3" y="35"/>
                    </a:moveTo>
                    <a:lnTo>
                      <a:pt x="20" y="17"/>
                    </a:lnTo>
                    <a:lnTo>
                      <a:pt x="3" y="0"/>
                    </a:lnTo>
                    <a:lnTo>
                      <a:pt x="0" y="3"/>
                    </a:lnTo>
                    <a:lnTo>
                      <a:pt x="14"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75" name="Google Shape;1775;p27"/>
              <p:cNvSpPr/>
              <p:nvPr/>
            </p:nvSpPr>
            <p:spPr>
              <a:xfrm>
                <a:off x="3636518"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76" name="Google Shape;1776;p27"/>
              <p:cNvSpPr/>
              <p:nvPr/>
            </p:nvSpPr>
            <p:spPr>
              <a:xfrm>
                <a:off x="3698323" y="2550931"/>
                <a:ext cx="42625" cy="74593"/>
              </a:xfrm>
              <a:custGeom>
                <a:rect b="b" l="l" r="r" t="t"/>
                <a:pathLst>
                  <a:path extrusionOk="0" h="35" w="20">
                    <a:moveTo>
                      <a:pt x="2" y="35"/>
                    </a:moveTo>
                    <a:lnTo>
                      <a:pt x="20" y="17"/>
                    </a:lnTo>
                    <a:lnTo>
                      <a:pt x="2" y="0"/>
                    </a:lnTo>
                    <a:lnTo>
                      <a:pt x="0" y="3"/>
                    </a:lnTo>
                    <a:lnTo>
                      <a:pt x="13" y="17"/>
                    </a:lnTo>
                    <a:lnTo>
                      <a:pt x="0" y="32"/>
                    </a:lnTo>
                    <a:lnTo>
                      <a:pt x="2" y="35"/>
                    </a:lnTo>
                    <a:lnTo>
                      <a:pt x="2"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77" name="Google Shape;1777;p27"/>
              <p:cNvSpPr/>
              <p:nvPr/>
            </p:nvSpPr>
            <p:spPr>
              <a:xfrm>
                <a:off x="3755867"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78" name="Google Shape;1778;p27"/>
              <p:cNvSpPr/>
              <p:nvPr/>
            </p:nvSpPr>
            <p:spPr>
              <a:xfrm>
                <a:off x="3813410" y="2550931"/>
                <a:ext cx="44757" cy="74593"/>
              </a:xfrm>
              <a:custGeom>
                <a:rect b="b" l="l" r="r" t="t"/>
                <a:pathLst>
                  <a:path extrusionOk="0" h="35" w="21">
                    <a:moveTo>
                      <a:pt x="4" y="35"/>
                    </a:moveTo>
                    <a:lnTo>
                      <a:pt x="21" y="17"/>
                    </a:lnTo>
                    <a:lnTo>
                      <a:pt x="4" y="0"/>
                    </a:lnTo>
                    <a:lnTo>
                      <a:pt x="0" y="3"/>
                    </a:lnTo>
                    <a:lnTo>
                      <a:pt x="15" y="17"/>
                    </a:lnTo>
                    <a:lnTo>
                      <a:pt x="0" y="32"/>
                    </a:lnTo>
                    <a:lnTo>
                      <a:pt x="4" y="35"/>
                    </a:lnTo>
                    <a:lnTo>
                      <a:pt x="4"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79" name="Google Shape;1779;p27"/>
              <p:cNvSpPr/>
              <p:nvPr/>
            </p:nvSpPr>
            <p:spPr>
              <a:xfrm>
                <a:off x="3578973" y="2550931"/>
                <a:ext cx="42625" cy="74593"/>
              </a:xfrm>
              <a:custGeom>
                <a:rect b="b" l="l" r="r" t="t"/>
                <a:pathLst>
                  <a:path extrusionOk="0" h="35" w="20">
                    <a:moveTo>
                      <a:pt x="3" y="35"/>
                    </a:moveTo>
                    <a:lnTo>
                      <a:pt x="20" y="17"/>
                    </a:lnTo>
                    <a:lnTo>
                      <a:pt x="3" y="0"/>
                    </a:lnTo>
                    <a:lnTo>
                      <a:pt x="0" y="3"/>
                    </a:lnTo>
                    <a:lnTo>
                      <a:pt x="14"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80" name="Google Shape;1780;p27"/>
              <p:cNvSpPr/>
              <p:nvPr/>
            </p:nvSpPr>
            <p:spPr>
              <a:xfrm>
                <a:off x="3636518"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81" name="Google Shape;1781;p27"/>
              <p:cNvSpPr/>
              <p:nvPr/>
            </p:nvSpPr>
            <p:spPr>
              <a:xfrm>
                <a:off x="3698323" y="2550931"/>
                <a:ext cx="42625" cy="74593"/>
              </a:xfrm>
              <a:custGeom>
                <a:rect b="b" l="l" r="r" t="t"/>
                <a:pathLst>
                  <a:path extrusionOk="0" h="35" w="20">
                    <a:moveTo>
                      <a:pt x="2" y="35"/>
                    </a:moveTo>
                    <a:lnTo>
                      <a:pt x="20" y="17"/>
                    </a:lnTo>
                    <a:lnTo>
                      <a:pt x="2" y="0"/>
                    </a:lnTo>
                    <a:lnTo>
                      <a:pt x="0" y="3"/>
                    </a:lnTo>
                    <a:lnTo>
                      <a:pt x="13" y="17"/>
                    </a:lnTo>
                    <a:lnTo>
                      <a:pt x="0" y="32"/>
                    </a:lnTo>
                    <a:lnTo>
                      <a:pt x="2" y="35"/>
                    </a:lnTo>
                    <a:lnTo>
                      <a:pt x="2"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82" name="Google Shape;1782;p27"/>
              <p:cNvSpPr/>
              <p:nvPr/>
            </p:nvSpPr>
            <p:spPr>
              <a:xfrm>
                <a:off x="3755867"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83" name="Google Shape;1783;p27"/>
              <p:cNvSpPr/>
              <p:nvPr/>
            </p:nvSpPr>
            <p:spPr>
              <a:xfrm>
                <a:off x="3813410" y="2550931"/>
                <a:ext cx="44757" cy="74593"/>
              </a:xfrm>
              <a:custGeom>
                <a:rect b="b" l="l" r="r" t="t"/>
                <a:pathLst>
                  <a:path extrusionOk="0" h="35" w="21">
                    <a:moveTo>
                      <a:pt x="4" y="35"/>
                    </a:moveTo>
                    <a:lnTo>
                      <a:pt x="21" y="17"/>
                    </a:lnTo>
                    <a:lnTo>
                      <a:pt x="4" y="0"/>
                    </a:lnTo>
                    <a:lnTo>
                      <a:pt x="0" y="3"/>
                    </a:lnTo>
                    <a:lnTo>
                      <a:pt x="15" y="17"/>
                    </a:lnTo>
                    <a:lnTo>
                      <a:pt x="0" y="32"/>
                    </a:lnTo>
                    <a:lnTo>
                      <a:pt x="4" y="35"/>
                    </a:lnTo>
                    <a:lnTo>
                      <a:pt x="4"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1784" name="Shape 1784"/>
        <p:cNvGrpSpPr/>
        <p:nvPr/>
      </p:nvGrpSpPr>
      <p:grpSpPr>
        <a:xfrm>
          <a:off x="0" y="0"/>
          <a:ext cx="0" cy="0"/>
          <a:chOff x="0" y="0"/>
          <a:chExt cx="0" cy="0"/>
        </a:xfrm>
      </p:grpSpPr>
      <p:pic>
        <p:nvPicPr>
          <p:cNvPr id="1785" name="Google Shape;1785;p28"/>
          <p:cNvPicPr preferRelativeResize="0"/>
          <p:nvPr/>
        </p:nvPicPr>
        <p:blipFill rotWithShape="1">
          <a:blip r:embed="rId2">
            <a:alphaModFix/>
          </a:blip>
          <a:srcRect b="901" l="0" r="990" t="0"/>
          <a:stretch/>
        </p:blipFill>
        <p:spPr>
          <a:xfrm>
            <a:off x="0" y="0"/>
            <a:ext cx="9144003" cy="5143500"/>
          </a:xfrm>
          <a:prstGeom prst="rect">
            <a:avLst/>
          </a:prstGeom>
          <a:noFill/>
          <a:ln>
            <a:noFill/>
          </a:ln>
        </p:spPr>
      </p:pic>
      <p:grpSp>
        <p:nvGrpSpPr>
          <p:cNvPr id="1786" name="Google Shape;1786;p28"/>
          <p:cNvGrpSpPr/>
          <p:nvPr/>
        </p:nvGrpSpPr>
        <p:grpSpPr>
          <a:xfrm flipH="1" rot="10800000">
            <a:off x="-871550" y="-484364"/>
            <a:ext cx="11081975" cy="6703400"/>
            <a:chOff x="-871550" y="-1016375"/>
            <a:chExt cx="11081975" cy="6703400"/>
          </a:xfrm>
        </p:grpSpPr>
        <p:sp>
          <p:nvSpPr>
            <p:cNvPr id="1787" name="Google Shape;1787;p28"/>
            <p:cNvSpPr/>
            <p:nvPr/>
          </p:nvSpPr>
          <p:spPr>
            <a:xfrm>
              <a:off x="-387625" y="1914175"/>
              <a:ext cx="1417200" cy="10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788" name="Google Shape;1788;p28"/>
            <p:cNvSpPr/>
            <p:nvPr/>
          </p:nvSpPr>
          <p:spPr>
            <a:xfrm>
              <a:off x="-871550" y="2160610"/>
              <a:ext cx="1417200" cy="10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789" name="Google Shape;1789;p28"/>
            <p:cNvSpPr/>
            <p:nvPr/>
          </p:nvSpPr>
          <p:spPr>
            <a:xfrm rot="5400000">
              <a:off x="-109850" y="4925325"/>
              <a:ext cx="1417200" cy="10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790" name="Google Shape;1790;p28"/>
            <p:cNvSpPr/>
            <p:nvPr/>
          </p:nvSpPr>
          <p:spPr>
            <a:xfrm rot="5400000">
              <a:off x="5393950" y="-360875"/>
              <a:ext cx="1417200" cy="10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791" name="Google Shape;1791;p28"/>
            <p:cNvSpPr/>
            <p:nvPr/>
          </p:nvSpPr>
          <p:spPr>
            <a:xfrm rot="10800000">
              <a:off x="8309300" y="3531835"/>
              <a:ext cx="1417200" cy="10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792" name="Google Shape;1792;p28"/>
            <p:cNvSpPr/>
            <p:nvPr/>
          </p:nvSpPr>
          <p:spPr>
            <a:xfrm rot="10800000">
              <a:off x="8793225" y="3285400"/>
              <a:ext cx="1417200" cy="106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1793" name="Google Shape;1793;p28"/>
          <p:cNvGrpSpPr/>
          <p:nvPr/>
        </p:nvGrpSpPr>
        <p:grpSpPr>
          <a:xfrm flipH="1" rot="10800000">
            <a:off x="-667955" y="-1128475"/>
            <a:ext cx="10232769" cy="6744764"/>
            <a:chOff x="-527805" y="-670853"/>
            <a:chExt cx="10232769" cy="6744764"/>
          </a:xfrm>
        </p:grpSpPr>
        <p:grpSp>
          <p:nvGrpSpPr>
            <p:cNvPr id="1794" name="Google Shape;1794;p28"/>
            <p:cNvGrpSpPr/>
            <p:nvPr/>
          </p:nvGrpSpPr>
          <p:grpSpPr>
            <a:xfrm>
              <a:off x="7118280" y="4681945"/>
              <a:ext cx="2156910" cy="506908"/>
              <a:chOff x="4891825" y="3495059"/>
              <a:chExt cx="1351193" cy="317552"/>
            </a:xfrm>
          </p:grpSpPr>
          <p:sp>
            <p:nvSpPr>
              <p:cNvPr id="1795" name="Google Shape;1795;p28"/>
              <p:cNvSpPr/>
              <p:nvPr/>
            </p:nvSpPr>
            <p:spPr>
              <a:xfrm>
                <a:off x="6208918" y="3706050"/>
                <a:ext cx="34100" cy="31969"/>
              </a:xfrm>
              <a:custGeom>
                <a:rect b="b" l="l" r="r" t="t"/>
                <a:pathLst>
                  <a:path extrusionOk="0" h="15" w="15">
                    <a:moveTo>
                      <a:pt x="2" y="7"/>
                    </a:moveTo>
                    <a:cubicBezTo>
                      <a:pt x="4" y="7"/>
                      <a:pt x="4" y="7"/>
                      <a:pt x="4" y="7"/>
                    </a:cubicBezTo>
                    <a:cubicBezTo>
                      <a:pt x="4" y="6"/>
                      <a:pt x="6" y="4"/>
                      <a:pt x="8" y="4"/>
                    </a:cubicBezTo>
                    <a:cubicBezTo>
                      <a:pt x="9" y="4"/>
                      <a:pt x="11" y="6"/>
                      <a:pt x="11" y="7"/>
                    </a:cubicBezTo>
                    <a:cubicBezTo>
                      <a:pt x="11" y="9"/>
                      <a:pt x="9" y="11"/>
                      <a:pt x="8" y="11"/>
                    </a:cubicBezTo>
                    <a:cubicBezTo>
                      <a:pt x="6" y="11"/>
                      <a:pt x="4" y="9"/>
                      <a:pt x="4" y="7"/>
                    </a:cubicBezTo>
                    <a:cubicBezTo>
                      <a:pt x="2" y="7"/>
                      <a:pt x="2" y="7"/>
                      <a:pt x="2" y="7"/>
                    </a:cubicBezTo>
                    <a:cubicBezTo>
                      <a:pt x="0" y="7"/>
                      <a:pt x="0" y="7"/>
                      <a:pt x="0" y="7"/>
                    </a:cubicBezTo>
                    <a:cubicBezTo>
                      <a:pt x="0" y="11"/>
                      <a:pt x="4" y="15"/>
                      <a:pt x="8" y="15"/>
                    </a:cubicBezTo>
                    <a:cubicBezTo>
                      <a:pt x="12" y="15"/>
                      <a:pt x="15" y="11"/>
                      <a:pt x="15" y="7"/>
                    </a:cubicBezTo>
                    <a:cubicBezTo>
                      <a:pt x="15" y="3"/>
                      <a:pt x="12" y="0"/>
                      <a:pt x="8" y="0"/>
                    </a:cubicBezTo>
                    <a:cubicBezTo>
                      <a:pt x="4" y="0"/>
                      <a:pt x="0" y="3"/>
                      <a:pt x="0" y="7"/>
                    </a:cubicBezTo>
                    <a:lnTo>
                      <a:pt x="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96" name="Google Shape;1796;p28"/>
              <p:cNvSpPr/>
              <p:nvPr/>
            </p:nvSpPr>
            <p:spPr>
              <a:xfrm>
                <a:off x="4891825" y="3584575"/>
                <a:ext cx="29825" cy="29825"/>
              </a:xfrm>
              <a:custGeom>
                <a:rect b="b" l="l" r="r" t="t"/>
                <a:pathLst>
                  <a:path extrusionOk="0" h="14" w="15">
                    <a:moveTo>
                      <a:pt x="2" y="7"/>
                    </a:moveTo>
                    <a:cubicBezTo>
                      <a:pt x="4" y="7"/>
                      <a:pt x="4" y="7"/>
                      <a:pt x="4" y="7"/>
                    </a:cubicBezTo>
                    <a:cubicBezTo>
                      <a:pt x="4" y="5"/>
                      <a:pt x="6" y="4"/>
                      <a:pt x="7" y="4"/>
                    </a:cubicBezTo>
                    <a:cubicBezTo>
                      <a:pt x="9" y="4"/>
                      <a:pt x="11" y="5"/>
                      <a:pt x="11" y="7"/>
                    </a:cubicBezTo>
                    <a:cubicBezTo>
                      <a:pt x="11" y="9"/>
                      <a:pt x="9" y="10"/>
                      <a:pt x="7" y="10"/>
                    </a:cubicBezTo>
                    <a:cubicBezTo>
                      <a:pt x="6" y="10"/>
                      <a:pt x="4" y="9"/>
                      <a:pt x="4" y="7"/>
                    </a:cubicBezTo>
                    <a:cubicBezTo>
                      <a:pt x="2" y="7"/>
                      <a:pt x="2" y="7"/>
                      <a:pt x="2" y="7"/>
                    </a:cubicBezTo>
                    <a:cubicBezTo>
                      <a:pt x="0" y="7"/>
                      <a:pt x="0" y="7"/>
                      <a:pt x="0" y="7"/>
                    </a:cubicBezTo>
                    <a:cubicBezTo>
                      <a:pt x="0" y="11"/>
                      <a:pt x="3" y="14"/>
                      <a:pt x="7" y="14"/>
                    </a:cubicBezTo>
                    <a:cubicBezTo>
                      <a:pt x="11" y="14"/>
                      <a:pt x="15" y="11"/>
                      <a:pt x="15" y="7"/>
                    </a:cubicBezTo>
                    <a:cubicBezTo>
                      <a:pt x="15" y="3"/>
                      <a:pt x="11" y="0"/>
                      <a:pt x="7" y="0"/>
                    </a:cubicBezTo>
                    <a:cubicBezTo>
                      <a:pt x="3" y="0"/>
                      <a:pt x="0" y="3"/>
                      <a:pt x="0" y="7"/>
                    </a:cubicBezTo>
                    <a:lnTo>
                      <a:pt x="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97" name="Google Shape;1797;p28"/>
              <p:cNvSpPr/>
              <p:nvPr/>
            </p:nvSpPr>
            <p:spPr>
              <a:xfrm>
                <a:off x="4917389" y="3595227"/>
                <a:ext cx="1295792" cy="217384"/>
              </a:xfrm>
              <a:custGeom>
                <a:rect b="b" l="l" r="r" t="t"/>
                <a:pathLst>
                  <a:path extrusionOk="0" h="102" w="608">
                    <a:moveTo>
                      <a:pt x="0" y="4"/>
                    </a:moveTo>
                    <a:lnTo>
                      <a:pt x="207" y="4"/>
                    </a:lnTo>
                    <a:lnTo>
                      <a:pt x="305" y="102"/>
                    </a:lnTo>
                    <a:lnTo>
                      <a:pt x="498" y="102"/>
                    </a:lnTo>
                    <a:lnTo>
                      <a:pt x="539" y="61"/>
                    </a:lnTo>
                    <a:lnTo>
                      <a:pt x="608" y="61"/>
                    </a:lnTo>
                    <a:lnTo>
                      <a:pt x="608" y="57"/>
                    </a:lnTo>
                    <a:lnTo>
                      <a:pt x="537" y="57"/>
                    </a:lnTo>
                    <a:lnTo>
                      <a:pt x="497" y="98"/>
                    </a:lnTo>
                    <a:lnTo>
                      <a:pt x="307" y="98"/>
                    </a:lnTo>
                    <a:lnTo>
                      <a:pt x="210" y="0"/>
                    </a:lnTo>
                    <a:lnTo>
                      <a:pt x="0" y="0"/>
                    </a:lnTo>
                    <a:lnTo>
                      <a:pt x="0" y="4"/>
                    </a:lnTo>
                    <a:lnTo>
                      <a:pt x="0" y="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98" name="Google Shape;1798;p28"/>
              <p:cNvSpPr/>
              <p:nvPr/>
            </p:nvSpPr>
            <p:spPr>
              <a:xfrm>
                <a:off x="5933990" y="3716706"/>
                <a:ext cx="31969" cy="34099"/>
              </a:xfrm>
              <a:custGeom>
                <a:rect b="b" l="l" r="r" t="t"/>
                <a:pathLst>
                  <a:path extrusionOk="0" h="15" w="14">
                    <a:moveTo>
                      <a:pt x="2" y="8"/>
                    </a:moveTo>
                    <a:cubicBezTo>
                      <a:pt x="4" y="8"/>
                      <a:pt x="4" y="8"/>
                      <a:pt x="4" y="8"/>
                    </a:cubicBezTo>
                    <a:cubicBezTo>
                      <a:pt x="4" y="6"/>
                      <a:pt x="5" y="4"/>
                      <a:pt x="7" y="4"/>
                    </a:cubicBezTo>
                    <a:cubicBezTo>
                      <a:pt x="8" y="4"/>
                      <a:pt x="10" y="6"/>
                      <a:pt x="10" y="8"/>
                    </a:cubicBezTo>
                    <a:cubicBezTo>
                      <a:pt x="10" y="9"/>
                      <a:pt x="8" y="11"/>
                      <a:pt x="7" y="11"/>
                    </a:cubicBezTo>
                    <a:cubicBezTo>
                      <a:pt x="5" y="11"/>
                      <a:pt x="4" y="9"/>
                      <a:pt x="4" y="8"/>
                    </a:cubicBezTo>
                    <a:cubicBezTo>
                      <a:pt x="2" y="8"/>
                      <a:pt x="2" y="8"/>
                      <a:pt x="2" y="8"/>
                    </a:cubicBezTo>
                    <a:cubicBezTo>
                      <a:pt x="0" y="8"/>
                      <a:pt x="0" y="8"/>
                      <a:pt x="0" y="8"/>
                    </a:cubicBezTo>
                    <a:cubicBezTo>
                      <a:pt x="0" y="11"/>
                      <a:pt x="3" y="15"/>
                      <a:pt x="7" y="15"/>
                    </a:cubicBezTo>
                    <a:cubicBezTo>
                      <a:pt x="11" y="15"/>
                      <a:pt x="14" y="11"/>
                      <a:pt x="14" y="8"/>
                    </a:cubicBezTo>
                    <a:cubicBezTo>
                      <a:pt x="14" y="4"/>
                      <a:pt x="11" y="0"/>
                      <a:pt x="7" y="0"/>
                    </a:cubicBezTo>
                    <a:cubicBezTo>
                      <a:pt x="3" y="0"/>
                      <a:pt x="0" y="4"/>
                      <a:pt x="0" y="8"/>
                    </a:cubicBezTo>
                    <a:lnTo>
                      <a:pt x="2"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99" name="Google Shape;1799;p28"/>
              <p:cNvSpPr/>
              <p:nvPr/>
            </p:nvSpPr>
            <p:spPr>
              <a:xfrm>
                <a:off x="5286094" y="3495059"/>
                <a:ext cx="29837" cy="31969"/>
              </a:xfrm>
              <a:custGeom>
                <a:rect b="b" l="l" r="r" t="t"/>
                <a:pathLst>
                  <a:path extrusionOk="0" h="15" w="14">
                    <a:moveTo>
                      <a:pt x="2" y="8"/>
                    </a:moveTo>
                    <a:cubicBezTo>
                      <a:pt x="4" y="8"/>
                      <a:pt x="4" y="8"/>
                      <a:pt x="4" y="8"/>
                    </a:cubicBezTo>
                    <a:cubicBezTo>
                      <a:pt x="4" y="6"/>
                      <a:pt x="5" y="4"/>
                      <a:pt x="7" y="4"/>
                    </a:cubicBezTo>
                    <a:cubicBezTo>
                      <a:pt x="9" y="4"/>
                      <a:pt x="10" y="6"/>
                      <a:pt x="10" y="8"/>
                    </a:cubicBezTo>
                    <a:cubicBezTo>
                      <a:pt x="10" y="9"/>
                      <a:pt x="9" y="11"/>
                      <a:pt x="7" y="11"/>
                    </a:cubicBezTo>
                    <a:cubicBezTo>
                      <a:pt x="5" y="11"/>
                      <a:pt x="4" y="9"/>
                      <a:pt x="4" y="8"/>
                    </a:cubicBezTo>
                    <a:cubicBezTo>
                      <a:pt x="2" y="8"/>
                      <a:pt x="2" y="8"/>
                      <a:pt x="2" y="8"/>
                    </a:cubicBezTo>
                    <a:cubicBezTo>
                      <a:pt x="0" y="8"/>
                      <a:pt x="0" y="8"/>
                      <a:pt x="0" y="8"/>
                    </a:cubicBezTo>
                    <a:cubicBezTo>
                      <a:pt x="0" y="11"/>
                      <a:pt x="3" y="15"/>
                      <a:pt x="7" y="15"/>
                    </a:cubicBezTo>
                    <a:cubicBezTo>
                      <a:pt x="11" y="15"/>
                      <a:pt x="14" y="11"/>
                      <a:pt x="14" y="8"/>
                    </a:cubicBezTo>
                    <a:cubicBezTo>
                      <a:pt x="14" y="4"/>
                      <a:pt x="11" y="0"/>
                      <a:pt x="7" y="0"/>
                    </a:cubicBezTo>
                    <a:cubicBezTo>
                      <a:pt x="3" y="0"/>
                      <a:pt x="0" y="4"/>
                      <a:pt x="0" y="8"/>
                    </a:cubicBezTo>
                    <a:lnTo>
                      <a:pt x="2"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00" name="Google Shape;1800;p28"/>
              <p:cNvSpPr/>
              <p:nvPr/>
            </p:nvSpPr>
            <p:spPr>
              <a:xfrm>
                <a:off x="5311668" y="3507847"/>
                <a:ext cx="632979" cy="219516"/>
              </a:xfrm>
              <a:custGeom>
                <a:rect b="b" l="l" r="r" t="t"/>
                <a:pathLst>
                  <a:path extrusionOk="0" h="103" w="297">
                    <a:moveTo>
                      <a:pt x="0" y="4"/>
                    </a:moveTo>
                    <a:lnTo>
                      <a:pt x="39" y="4"/>
                    </a:lnTo>
                    <a:lnTo>
                      <a:pt x="115" y="79"/>
                    </a:lnTo>
                    <a:lnTo>
                      <a:pt x="270" y="79"/>
                    </a:lnTo>
                    <a:lnTo>
                      <a:pt x="294" y="103"/>
                    </a:lnTo>
                    <a:lnTo>
                      <a:pt x="297" y="100"/>
                    </a:lnTo>
                    <a:lnTo>
                      <a:pt x="272" y="75"/>
                    </a:lnTo>
                    <a:lnTo>
                      <a:pt x="117" y="75"/>
                    </a:lnTo>
                    <a:lnTo>
                      <a:pt x="41" y="0"/>
                    </a:lnTo>
                    <a:lnTo>
                      <a:pt x="0" y="0"/>
                    </a:lnTo>
                    <a:lnTo>
                      <a:pt x="0" y="4"/>
                    </a:lnTo>
                    <a:lnTo>
                      <a:pt x="0" y="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801" name="Google Shape;1801;p28"/>
            <p:cNvGrpSpPr/>
            <p:nvPr/>
          </p:nvGrpSpPr>
          <p:grpSpPr>
            <a:xfrm>
              <a:off x="882321" y="-670853"/>
              <a:ext cx="204128" cy="1115878"/>
              <a:chOff x="6605329" y="191675"/>
              <a:chExt cx="127876" cy="699040"/>
            </a:xfrm>
          </p:grpSpPr>
          <p:sp>
            <p:nvSpPr>
              <p:cNvPr id="1802" name="Google Shape;1802;p28"/>
              <p:cNvSpPr/>
              <p:nvPr/>
            </p:nvSpPr>
            <p:spPr>
              <a:xfrm>
                <a:off x="6701235" y="858746"/>
                <a:ext cx="31969" cy="31969"/>
              </a:xfrm>
              <a:custGeom>
                <a:rect b="b" l="l" r="r" t="t"/>
                <a:pathLst>
                  <a:path extrusionOk="0" h="14" w="15">
                    <a:moveTo>
                      <a:pt x="13" y="7"/>
                    </a:moveTo>
                    <a:cubicBezTo>
                      <a:pt x="11" y="7"/>
                      <a:pt x="11" y="7"/>
                      <a:pt x="11" y="7"/>
                    </a:cubicBezTo>
                    <a:cubicBezTo>
                      <a:pt x="11" y="9"/>
                      <a:pt x="9" y="10"/>
                      <a:pt x="7" y="10"/>
                    </a:cubicBezTo>
                    <a:cubicBezTo>
                      <a:pt x="6" y="10"/>
                      <a:pt x="4" y="9"/>
                      <a:pt x="4" y="7"/>
                    </a:cubicBezTo>
                    <a:cubicBezTo>
                      <a:pt x="4" y="5"/>
                      <a:pt x="6" y="4"/>
                      <a:pt x="7" y="4"/>
                    </a:cubicBezTo>
                    <a:cubicBezTo>
                      <a:pt x="9" y="4"/>
                      <a:pt x="11" y="5"/>
                      <a:pt x="11" y="7"/>
                    </a:cubicBezTo>
                    <a:cubicBezTo>
                      <a:pt x="13" y="7"/>
                      <a:pt x="13" y="7"/>
                      <a:pt x="13" y="7"/>
                    </a:cubicBezTo>
                    <a:cubicBezTo>
                      <a:pt x="15" y="7"/>
                      <a:pt x="15" y="7"/>
                      <a:pt x="15" y="7"/>
                    </a:cubicBezTo>
                    <a:cubicBezTo>
                      <a:pt x="15" y="3"/>
                      <a:pt x="11" y="0"/>
                      <a:pt x="7" y="0"/>
                    </a:cubicBezTo>
                    <a:cubicBezTo>
                      <a:pt x="3" y="0"/>
                      <a:pt x="0" y="3"/>
                      <a:pt x="0" y="7"/>
                    </a:cubicBezTo>
                    <a:cubicBezTo>
                      <a:pt x="0" y="11"/>
                      <a:pt x="3" y="14"/>
                      <a:pt x="7" y="14"/>
                    </a:cubicBezTo>
                    <a:cubicBezTo>
                      <a:pt x="11" y="14"/>
                      <a:pt x="15" y="11"/>
                      <a:pt x="15" y="7"/>
                    </a:cubicBezTo>
                    <a:lnTo>
                      <a:pt x="13"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03" name="Google Shape;1803;p28"/>
              <p:cNvSpPr/>
              <p:nvPr/>
            </p:nvSpPr>
            <p:spPr>
              <a:xfrm>
                <a:off x="6605329" y="191675"/>
                <a:ext cx="115087" cy="671334"/>
              </a:xfrm>
              <a:custGeom>
                <a:rect b="b" l="l" r="r" t="t"/>
                <a:pathLst>
                  <a:path extrusionOk="0" h="315" w="54">
                    <a:moveTo>
                      <a:pt x="0" y="0"/>
                    </a:moveTo>
                    <a:lnTo>
                      <a:pt x="0" y="167"/>
                    </a:lnTo>
                    <a:lnTo>
                      <a:pt x="50" y="217"/>
                    </a:lnTo>
                    <a:lnTo>
                      <a:pt x="50" y="315"/>
                    </a:lnTo>
                    <a:lnTo>
                      <a:pt x="54" y="315"/>
                    </a:lnTo>
                    <a:lnTo>
                      <a:pt x="54" y="215"/>
                    </a:lnTo>
                    <a:lnTo>
                      <a:pt x="5" y="165"/>
                    </a:lnTo>
                    <a:lnTo>
                      <a:pt x="5" y="0"/>
                    </a:lnTo>
                    <a:lnTo>
                      <a:pt x="0" y="0"/>
                    </a:ln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804" name="Google Shape;1804;p28"/>
            <p:cNvGrpSpPr/>
            <p:nvPr/>
          </p:nvGrpSpPr>
          <p:grpSpPr>
            <a:xfrm>
              <a:off x="1342215" y="-264218"/>
              <a:ext cx="1493520" cy="615774"/>
              <a:chOff x="5301012" y="396272"/>
              <a:chExt cx="935614" cy="385751"/>
            </a:xfrm>
          </p:grpSpPr>
          <p:sp>
            <p:nvSpPr>
              <p:cNvPr id="1805" name="Google Shape;1805;p28"/>
              <p:cNvSpPr/>
              <p:nvPr/>
            </p:nvSpPr>
            <p:spPr>
              <a:xfrm>
                <a:off x="6202525" y="396272"/>
                <a:ext cx="34100" cy="34099"/>
              </a:xfrm>
              <a:custGeom>
                <a:rect b="b" l="l" r="r" t="t"/>
                <a:pathLst>
                  <a:path extrusionOk="0" h="15" w="15">
                    <a:moveTo>
                      <a:pt x="13" y="8"/>
                    </a:moveTo>
                    <a:cubicBezTo>
                      <a:pt x="11" y="8"/>
                      <a:pt x="11" y="8"/>
                      <a:pt x="11" y="8"/>
                    </a:cubicBezTo>
                    <a:cubicBezTo>
                      <a:pt x="11" y="9"/>
                      <a:pt x="9" y="11"/>
                      <a:pt x="8" y="11"/>
                    </a:cubicBezTo>
                    <a:cubicBezTo>
                      <a:pt x="6" y="11"/>
                      <a:pt x="4" y="9"/>
                      <a:pt x="4" y="8"/>
                    </a:cubicBezTo>
                    <a:cubicBezTo>
                      <a:pt x="4" y="6"/>
                      <a:pt x="6" y="4"/>
                      <a:pt x="8" y="4"/>
                    </a:cubicBezTo>
                    <a:cubicBezTo>
                      <a:pt x="9" y="4"/>
                      <a:pt x="11" y="6"/>
                      <a:pt x="11" y="8"/>
                    </a:cubicBezTo>
                    <a:cubicBezTo>
                      <a:pt x="13" y="8"/>
                      <a:pt x="13" y="8"/>
                      <a:pt x="13" y="8"/>
                    </a:cubicBezTo>
                    <a:cubicBezTo>
                      <a:pt x="15" y="8"/>
                      <a:pt x="15" y="8"/>
                      <a:pt x="15" y="8"/>
                    </a:cubicBezTo>
                    <a:cubicBezTo>
                      <a:pt x="15" y="4"/>
                      <a:pt x="12" y="0"/>
                      <a:pt x="8" y="0"/>
                    </a:cubicBezTo>
                    <a:cubicBezTo>
                      <a:pt x="4" y="0"/>
                      <a:pt x="0" y="4"/>
                      <a:pt x="0" y="8"/>
                    </a:cubicBezTo>
                    <a:cubicBezTo>
                      <a:pt x="0" y="12"/>
                      <a:pt x="4" y="15"/>
                      <a:pt x="8" y="15"/>
                    </a:cubicBezTo>
                    <a:cubicBezTo>
                      <a:pt x="12" y="15"/>
                      <a:pt x="15" y="12"/>
                      <a:pt x="15" y="8"/>
                    </a:cubicBezTo>
                    <a:lnTo>
                      <a:pt x="13"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06" name="Google Shape;1806;p28"/>
              <p:cNvSpPr/>
              <p:nvPr/>
            </p:nvSpPr>
            <p:spPr>
              <a:xfrm>
                <a:off x="5301012" y="750054"/>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6"/>
                      <a:pt x="5" y="4"/>
                      <a:pt x="7" y="4"/>
                    </a:cubicBezTo>
                    <a:cubicBezTo>
                      <a:pt x="9" y="4"/>
                      <a:pt x="10" y="6"/>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07" name="Google Shape;1807;p28"/>
              <p:cNvSpPr/>
              <p:nvPr/>
            </p:nvSpPr>
            <p:spPr>
              <a:xfrm>
                <a:off x="5322324" y="426109"/>
                <a:ext cx="903645" cy="336732"/>
              </a:xfrm>
              <a:custGeom>
                <a:rect b="b" l="l" r="r" t="t"/>
                <a:pathLst>
                  <a:path extrusionOk="0" h="158" w="424">
                    <a:moveTo>
                      <a:pt x="419" y="0"/>
                    </a:moveTo>
                    <a:lnTo>
                      <a:pt x="419" y="51"/>
                    </a:lnTo>
                    <a:lnTo>
                      <a:pt x="388" y="82"/>
                    </a:lnTo>
                    <a:lnTo>
                      <a:pt x="72" y="82"/>
                    </a:lnTo>
                    <a:lnTo>
                      <a:pt x="0" y="154"/>
                    </a:lnTo>
                    <a:lnTo>
                      <a:pt x="3" y="158"/>
                    </a:lnTo>
                    <a:lnTo>
                      <a:pt x="74" y="86"/>
                    </a:lnTo>
                    <a:lnTo>
                      <a:pt x="390" y="86"/>
                    </a:lnTo>
                    <a:lnTo>
                      <a:pt x="424" y="53"/>
                    </a:lnTo>
                    <a:lnTo>
                      <a:pt x="424" y="0"/>
                    </a:lnTo>
                    <a:lnTo>
                      <a:pt x="419" y="0"/>
                    </a:lnTo>
                    <a:lnTo>
                      <a:pt x="419"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808" name="Google Shape;1808;p28"/>
            <p:cNvGrpSpPr/>
            <p:nvPr/>
          </p:nvGrpSpPr>
          <p:grpSpPr>
            <a:xfrm>
              <a:off x="8640108" y="293107"/>
              <a:ext cx="1064856" cy="813093"/>
              <a:chOff x="3843246" y="357910"/>
              <a:chExt cx="667078" cy="509361"/>
            </a:xfrm>
          </p:grpSpPr>
          <p:sp>
            <p:nvSpPr>
              <p:cNvPr id="1809" name="Google Shape;1809;p28"/>
              <p:cNvSpPr/>
              <p:nvPr/>
            </p:nvSpPr>
            <p:spPr>
              <a:xfrm>
                <a:off x="3870952" y="385616"/>
                <a:ext cx="626584" cy="471000"/>
              </a:xfrm>
              <a:custGeom>
                <a:rect b="b" l="l" r="r" t="t"/>
                <a:pathLst>
                  <a:path extrusionOk="0" h="221" w="294">
                    <a:moveTo>
                      <a:pt x="290" y="0"/>
                    </a:moveTo>
                    <a:lnTo>
                      <a:pt x="290" y="78"/>
                    </a:lnTo>
                    <a:lnTo>
                      <a:pt x="151" y="217"/>
                    </a:lnTo>
                    <a:lnTo>
                      <a:pt x="0" y="217"/>
                    </a:lnTo>
                    <a:lnTo>
                      <a:pt x="0" y="221"/>
                    </a:lnTo>
                    <a:lnTo>
                      <a:pt x="153" y="221"/>
                    </a:lnTo>
                    <a:lnTo>
                      <a:pt x="294" y="80"/>
                    </a:lnTo>
                    <a:lnTo>
                      <a:pt x="294" y="0"/>
                    </a:lnTo>
                    <a:lnTo>
                      <a:pt x="290" y="0"/>
                    </a:lnTo>
                    <a:lnTo>
                      <a:pt x="29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10" name="Google Shape;1810;p28"/>
              <p:cNvSpPr/>
              <p:nvPr/>
            </p:nvSpPr>
            <p:spPr>
              <a:xfrm>
                <a:off x="3843246" y="835302"/>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5"/>
                      <a:pt x="5"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11" name="Google Shape;1811;p28"/>
              <p:cNvSpPr/>
              <p:nvPr/>
            </p:nvSpPr>
            <p:spPr>
              <a:xfrm>
                <a:off x="4478354" y="357910"/>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6"/>
                      <a:pt x="5" y="4"/>
                      <a:pt x="7" y="4"/>
                    </a:cubicBezTo>
                    <a:cubicBezTo>
                      <a:pt x="9" y="4"/>
                      <a:pt x="10" y="6"/>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812" name="Google Shape;1812;p28"/>
            <p:cNvGrpSpPr/>
            <p:nvPr/>
          </p:nvGrpSpPr>
          <p:grpSpPr>
            <a:xfrm>
              <a:off x="7584293" y="-505753"/>
              <a:ext cx="1337026" cy="826702"/>
              <a:chOff x="3456389" y="106431"/>
              <a:chExt cx="837578" cy="517886"/>
            </a:xfrm>
          </p:grpSpPr>
          <p:sp>
            <p:nvSpPr>
              <p:cNvPr id="1813" name="Google Shape;1813;p28"/>
              <p:cNvSpPr/>
              <p:nvPr/>
            </p:nvSpPr>
            <p:spPr>
              <a:xfrm>
                <a:off x="3456389" y="594480"/>
                <a:ext cx="31969" cy="29837"/>
              </a:xfrm>
              <a:custGeom>
                <a:rect b="b" l="l" r="r" t="t"/>
                <a:pathLst>
                  <a:path extrusionOk="0" h="14" w="14">
                    <a:moveTo>
                      <a:pt x="12" y="7"/>
                    </a:moveTo>
                    <a:cubicBezTo>
                      <a:pt x="10" y="7"/>
                      <a:pt x="10" y="7"/>
                      <a:pt x="10" y="7"/>
                    </a:cubicBezTo>
                    <a:cubicBezTo>
                      <a:pt x="10" y="8"/>
                      <a:pt x="9" y="10"/>
                      <a:pt x="7" y="10"/>
                    </a:cubicBezTo>
                    <a:cubicBezTo>
                      <a:pt x="5" y="10"/>
                      <a:pt x="4" y="8"/>
                      <a:pt x="4" y="7"/>
                    </a:cubicBezTo>
                    <a:cubicBezTo>
                      <a:pt x="4" y="5"/>
                      <a:pt x="5"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14" name="Google Shape;1814;p28"/>
              <p:cNvSpPr/>
              <p:nvPr/>
            </p:nvSpPr>
            <p:spPr>
              <a:xfrm>
                <a:off x="3477701" y="106431"/>
                <a:ext cx="816266" cy="498704"/>
              </a:xfrm>
              <a:custGeom>
                <a:rect b="b" l="l" r="r" t="t"/>
                <a:pathLst>
                  <a:path extrusionOk="0" h="234" w="383">
                    <a:moveTo>
                      <a:pt x="379" y="0"/>
                    </a:moveTo>
                    <a:lnTo>
                      <a:pt x="379" y="106"/>
                    </a:lnTo>
                    <a:lnTo>
                      <a:pt x="301" y="185"/>
                    </a:lnTo>
                    <a:lnTo>
                      <a:pt x="46" y="185"/>
                    </a:lnTo>
                    <a:lnTo>
                      <a:pt x="0" y="231"/>
                    </a:lnTo>
                    <a:lnTo>
                      <a:pt x="3" y="234"/>
                    </a:lnTo>
                    <a:lnTo>
                      <a:pt x="47" y="190"/>
                    </a:lnTo>
                    <a:lnTo>
                      <a:pt x="302" y="190"/>
                    </a:lnTo>
                    <a:lnTo>
                      <a:pt x="383" y="108"/>
                    </a:lnTo>
                    <a:lnTo>
                      <a:pt x="383" y="0"/>
                    </a:lnTo>
                    <a:lnTo>
                      <a:pt x="379" y="0"/>
                    </a:lnTo>
                    <a:lnTo>
                      <a:pt x="379"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815" name="Google Shape;1815;p28"/>
            <p:cNvGrpSpPr/>
            <p:nvPr/>
          </p:nvGrpSpPr>
          <p:grpSpPr>
            <a:xfrm flipH="1">
              <a:off x="1167078" y="4735898"/>
              <a:ext cx="619332" cy="1338013"/>
              <a:chOff x="6850421" y="775628"/>
              <a:chExt cx="398541" cy="861012"/>
            </a:xfrm>
          </p:grpSpPr>
          <p:sp>
            <p:nvSpPr>
              <p:cNvPr id="1816" name="Google Shape;1816;p28"/>
              <p:cNvSpPr/>
              <p:nvPr/>
            </p:nvSpPr>
            <p:spPr>
              <a:xfrm>
                <a:off x="6850421" y="1604672"/>
                <a:ext cx="34100" cy="31969"/>
              </a:xfrm>
              <a:custGeom>
                <a:rect b="b" l="l" r="r" t="t"/>
                <a:pathLst>
                  <a:path extrusionOk="0" h="15" w="15">
                    <a:moveTo>
                      <a:pt x="13" y="8"/>
                    </a:moveTo>
                    <a:cubicBezTo>
                      <a:pt x="11" y="8"/>
                      <a:pt x="11" y="8"/>
                      <a:pt x="11" y="8"/>
                    </a:cubicBezTo>
                    <a:cubicBezTo>
                      <a:pt x="11" y="9"/>
                      <a:pt x="9" y="11"/>
                      <a:pt x="7" y="11"/>
                    </a:cubicBezTo>
                    <a:cubicBezTo>
                      <a:pt x="6" y="11"/>
                      <a:pt x="4" y="9"/>
                      <a:pt x="4" y="8"/>
                    </a:cubicBezTo>
                    <a:cubicBezTo>
                      <a:pt x="4" y="6"/>
                      <a:pt x="6" y="4"/>
                      <a:pt x="7" y="4"/>
                    </a:cubicBezTo>
                    <a:cubicBezTo>
                      <a:pt x="9" y="4"/>
                      <a:pt x="11" y="6"/>
                      <a:pt x="11" y="8"/>
                    </a:cubicBezTo>
                    <a:cubicBezTo>
                      <a:pt x="13" y="8"/>
                      <a:pt x="13" y="8"/>
                      <a:pt x="13" y="8"/>
                    </a:cubicBezTo>
                    <a:cubicBezTo>
                      <a:pt x="15" y="8"/>
                      <a:pt x="15" y="8"/>
                      <a:pt x="15" y="8"/>
                    </a:cubicBezTo>
                    <a:cubicBezTo>
                      <a:pt x="15" y="4"/>
                      <a:pt x="11" y="0"/>
                      <a:pt x="7" y="0"/>
                    </a:cubicBezTo>
                    <a:cubicBezTo>
                      <a:pt x="3" y="0"/>
                      <a:pt x="0" y="4"/>
                      <a:pt x="0" y="8"/>
                    </a:cubicBezTo>
                    <a:cubicBezTo>
                      <a:pt x="0" y="12"/>
                      <a:pt x="3" y="15"/>
                      <a:pt x="7" y="15"/>
                    </a:cubicBezTo>
                    <a:cubicBezTo>
                      <a:pt x="11" y="15"/>
                      <a:pt x="15" y="12"/>
                      <a:pt x="15" y="8"/>
                    </a:cubicBezTo>
                    <a:lnTo>
                      <a:pt x="13" y="8"/>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17" name="Google Shape;1817;p28"/>
              <p:cNvSpPr/>
              <p:nvPr/>
            </p:nvSpPr>
            <p:spPr>
              <a:xfrm>
                <a:off x="7138138" y="775628"/>
                <a:ext cx="31969" cy="31969"/>
              </a:xfrm>
              <a:custGeom>
                <a:rect b="b" l="l" r="r" t="t"/>
                <a:pathLst>
                  <a:path extrusionOk="0" h="14" w="14">
                    <a:moveTo>
                      <a:pt x="12" y="7"/>
                    </a:moveTo>
                    <a:cubicBezTo>
                      <a:pt x="10" y="7"/>
                      <a:pt x="10" y="7"/>
                      <a:pt x="10" y="7"/>
                    </a:cubicBezTo>
                    <a:cubicBezTo>
                      <a:pt x="10" y="9"/>
                      <a:pt x="9" y="10"/>
                      <a:pt x="7" y="10"/>
                    </a:cubicBezTo>
                    <a:cubicBezTo>
                      <a:pt x="6" y="10"/>
                      <a:pt x="4" y="9"/>
                      <a:pt x="4" y="7"/>
                    </a:cubicBezTo>
                    <a:cubicBezTo>
                      <a:pt x="4" y="5"/>
                      <a:pt x="6"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18" name="Google Shape;1818;p28"/>
              <p:cNvSpPr/>
              <p:nvPr/>
            </p:nvSpPr>
            <p:spPr>
              <a:xfrm>
                <a:off x="6861077" y="794810"/>
                <a:ext cx="387885" cy="814124"/>
              </a:xfrm>
              <a:custGeom>
                <a:rect b="b" l="l" r="r" t="t"/>
                <a:pathLst>
                  <a:path extrusionOk="0" h="382" w="182">
                    <a:moveTo>
                      <a:pt x="5" y="382"/>
                    </a:moveTo>
                    <a:lnTo>
                      <a:pt x="5" y="306"/>
                    </a:lnTo>
                    <a:lnTo>
                      <a:pt x="79" y="231"/>
                    </a:lnTo>
                    <a:lnTo>
                      <a:pt x="146" y="231"/>
                    </a:lnTo>
                    <a:lnTo>
                      <a:pt x="182" y="194"/>
                    </a:lnTo>
                    <a:lnTo>
                      <a:pt x="182" y="40"/>
                    </a:lnTo>
                    <a:lnTo>
                      <a:pt x="142" y="0"/>
                    </a:lnTo>
                    <a:lnTo>
                      <a:pt x="140" y="3"/>
                    </a:lnTo>
                    <a:lnTo>
                      <a:pt x="178" y="42"/>
                    </a:lnTo>
                    <a:lnTo>
                      <a:pt x="178" y="192"/>
                    </a:lnTo>
                    <a:lnTo>
                      <a:pt x="143" y="227"/>
                    </a:lnTo>
                    <a:lnTo>
                      <a:pt x="78" y="227"/>
                    </a:lnTo>
                    <a:lnTo>
                      <a:pt x="0" y="304"/>
                    </a:lnTo>
                    <a:lnTo>
                      <a:pt x="0" y="382"/>
                    </a:lnTo>
                    <a:lnTo>
                      <a:pt x="5" y="382"/>
                    </a:lnTo>
                    <a:lnTo>
                      <a:pt x="5" y="38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819" name="Google Shape;1819;p28"/>
            <p:cNvGrpSpPr/>
            <p:nvPr/>
          </p:nvGrpSpPr>
          <p:grpSpPr>
            <a:xfrm>
              <a:off x="-527805" y="2963157"/>
              <a:ext cx="1064856" cy="813093"/>
              <a:chOff x="3843246" y="357910"/>
              <a:chExt cx="667078" cy="509361"/>
            </a:xfrm>
          </p:grpSpPr>
          <p:sp>
            <p:nvSpPr>
              <p:cNvPr id="1820" name="Google Shape;1820;p28"/>
              <p:cNvSpPr/>
              <p:nvPr/>
            </p:nvSpPr>
            <p:spPr>
              <a:xfrm>
                <a:off x="3870952" y="385616"/>
                <a:ext cx="626584" cy="471000"/>
              </a:xfrm>
              <a:custGeom>
                <a:rect b="b" l="l" r="r" t="t"/>
                <a:pathLst>
                  <a:path extrusionOk="0" h="221" w="294">
                    <a:moveTo>
                      <a:pt x="290" y="0"/>
                    </a:moveTo>
                    <a:lnTo>
                      <a:pt x="290" y="78"/>
                    </a:lnTo>
                    <a:lnTo>
                      <a:pt x="151" y="217"/>
                    </a:lnTo>
                    <a:lnTo>
                      <a:pt x="0" y="217"/>
                    </a:lnTo>
                    <a:lnTo>
                      <a:pt x="0" y="221"/>
                    </a:lnTo>
                    <a:lnTo>
                      <a:pt x="153" y="221"/>
                    </a:lnTo>
                    <a:lnTo>
                      <a:pt x="294" y="80"/>
                    </a:lnTo>
                    <a:lnTo>
                      <a:pt x="294" y="0"/>
                    </a:lnTo>
                    <a:lnTo>
                      <a:pt x="290" y="0"/>
                    </a:lnTo>
                    <a:lnTo>
                      <a:pt x="29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21" name="Google Shape;1821;p28"/>
              <p:cNvSpPr/>
              <p:nvPr/>
            </p:nvSpPr>
            <p:spPr>
              <a:xfrm>
                <a:off x="3843246" y="835302"/>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5"/>
                      <a:pt x="5" y="4"/>
                      <a:pt x="7" y="4"/>
                    </a:cubicBezTo>
                    <a:cubicBezTo>
                      <a:pt x="9" y="4"/>
                      <a:pt x="10" y="5"/>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22" name="Google Shape;1822;p28"/>
              <p:cNvSpPr/>
              <p:nvPr/>
            </p:nvSpPr>
            <p:spPr>
              <a:xfrm>
                <a:off x="4478354" y="357910"/>
                <a:ext cx="31969" cy="31969"/>
              </a:xfrm>
              <a:custGeom>
                <a:rect b="b" l="l" r="r" t="t"/>
                <a:pathLst>
                  <a:path extrusionOk="0" h="14" w="14">
                    <a:moveTo>
                      <a:pt x="12" y="7"/>
                    </a:moveTo>
                    <a:cubicBezTo>
                      <a:pt x="10" y="7"/>
                      <a:pt x="10" y="7"/>
                      <a:pt x="10" y="7"/>
                    </a:cubicBezTo>
                    <a:cubicBezTo>
                      <a:pt x="10" y="9"/>
                      <a:pt x="9" y="10"/>
                      <a:pt x="7" y="10"/>
                    </a:cubicBezTo>
                    <a:cubicBezTo>
                      <a:pt x="5" y="10"/>
                      <a:pt x="4" y="9"/>
                      <a:pt x="4" y="7"/>
                    </a:cubicBezTo>
                    <a:cubicBezTo>
                      <a:pt x="4" y="6"/>
                      <a:pt x="5" y="4"/>
                      <a:pt x="7" y="4"/>
                    </a:cubicBezTo>
                    <a:cubicBezTo>
                      <a:pt x="9" y="4"/>
                      <a:pt x="10" y="6"/>
                      <a:pt x="10" y="7"/>
                    </a:cubicBezTo>
                    <a:cubicBezTo>
                      <a:pt x="12" y="7"/>
                      <a:pt x="12" y="7"/>
                      <a:pt x="12" y="7"/>
                    </a:cubicBezTo>
                    <a:cubicBezTo>
                      <a:pt x="14" y="7"/>
                      <a:pt x="14" y="7"/>
                      <a:pt x="14" y="7"/>
                    </a:cubicBezTo>
                    <a:cubicBezTo>
                      <a:pt x="14" y="3"/>
                      <a:pt x="11" y="0"/>
                      <a:pt x="7" y="0"/>
                    </a:cubicBezTo>
                    <a:cubicBezTo>
                      <a:pt x="3" y="0"/>
                      <a:pt x="0" y="3"/>
                      <a:pt x="0" y="7"/>
                    </a:cubicBezTo>
                    <a:cubicBezTo>
                      <a:pt x="0" y="11"/>
                      <a:pt x="3" y="14"/>
                      <a:pt x="7" y="14"/>
                    </a:cubicBezTo>
                    <a:cubicBezTo>
                      <a:pt x="11" y="14"/>
                      <a:pt x="14" y="11"/>
                      <a:pt x="14" y="7"/>
                    </a:cubicBezTo>
                    <a:lnTo>
                      <a:pt x="12" y="7"/>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1823" name="Google Shape;1823;p28"/>
          <p:cNvGrpSpPr/>
          <p:nvPr/>
        </p:nvGrpSpPr>
        <p:grpSpPr>
          <a:xfrm>
            <a:off x="3762175" y="233212"/>
            <a:ext cx="5065988" cy="4692663"/>
            <a:chOff x="7007813" y="233212"/>
            <a:chExt cx="5065988" cy="4692663"/>
          </a:xfrm>
        </p:grpSpPr>
        <p:grpSp>
          <p:nvGrpSpPr>
            <p:cNvPr id="1824" name="Google Shape;1824;p28"/>
            <p:cNvGrpSpPr/>
            <p:nvPr/>
          </p:nvGrpSpPr>
          <p:grpSpPr>
            <a:xfrm flipH="1">
              <a:off x="11943600" y="779000"/>
              <a:ext cx="130200" cy="126125"/>
              <a:chOff x="684250" y="153575"/>
              <a:chExt cx="130200" cy="126125"/>
            </a:xfrm>
          </p:grpSpPr>
          <p:sp>
            <p:nvSpPr>
              <p:cNvPr id="1825" name="Google Shape;1825;p28"/>
              <p:cNvSpPr/>
              <p:nvPr/>
            </p:nvSpPr>
            <p:spPr>
              <a:xfrm>
                <a:off x="684250" y="153575"/>
                <a:ext cx="65100" cy="56400"/>
              </a:xfrm>
              <a:prstGeom prst="hexagon">
                <a:avLst>
                  <a:gd fmla="val 25000" name="adj"/>
                  <a:gd fmla="val 115470" name="vf"/>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826" name="Google Shape;1826;p28"/>
              <p:cNvSpPr/>
              <p:nvPr/>
            </p:nvSpPr>
            <p:spPr>
              <a:xfrm>
                <a:off x="749350" y="187775"/>
                <a:ext cx="65100" cy="56400"/>
              </a:xfrm>
              <a:prstGeom prst="hexagon">
                <a:avLst>
                  <a:gd fmla="val 25000" name="adj"/>
                  <a:gd fmla="val 115470" name="vf"/>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827" name="Google Shape;1827;p28"/>
              <p:cNvSpPr/>
              <p:nvPr/>
            </p:nvSpPr>
            <p:spPr>
              <a:xfrm>
                <a:off x="684250" y="223300"/>
                <a:ext cx="65100" cy="56400"/>
              </a:xfrm>
              <a:prstGeom prst="hexagon">
                <a:avLst>
                  <a:gd fmla="val 25000" name="adj"/>
                  <a:gd fmla="val 115470" name="vf"/>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1828" name="Google Shape;1828;p28"/>
            <p:cNvGrpSpPr/>
            <p:nvPr/>
          </p:nvGrpSpPr>
          <p:grpSpPr>
            <a:xfrm flipH="1">
              <a:off x="7007813" y="4799750"/>
              <a:ext cx="130200" cy="126125"/>
              <a:chOff x="3935725" y="167575"/>
              <a:chExt cx="130200" cy="126125"/>
            </a:xfrm>
          </p:grpSpPr>
          <p:sp>
            <p:nvSpPr>
              <p:cNvPr id="1829" name="Google Shape;1829;p28"/>
              <p:cNvSpPr/>
              <p:nvPr/>
            </p:nvSpPr>
            <p:spPr>
              <a:xfrm>
                <a:off x="3935725" y="167575"/>
                <a:ext cx="65100" cy="564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830" name="Google Shape;1830;p28"/>
              <p:cNvSpPr/>
              <p:nvPr/>
            </p:nvSpPr>
            <p:spPr>
              <a:xfrm>
                <a:off x="4000825" y="201775"/>
                <a:ext cx="65100" cy="564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831" name="Google Shape;1831;p28"/>
              <p:cNvSpPr/>
              <p:nvPr/>
            </p:nvSpPr>
            <p:spPr>
              <a:xfrm>
                <a:off x="3935725" y="237300"/>
                <a:ext cx="65100" cy="564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1832" name="Google Shape;1832;p28"/>
            <p:cNvGrpSpPr/>
            <p:nvPr/>
          </p:nvGrpSpPr>
          <p:grpSpPr>
            <a:xfrm flipH="1">
              <a:off x="7071500" y="233212"/>
              <a:ext cx="445675" cy="119073"/>
              <a:chOff x="3578973" y="2550931"/>
              <a:chExt cx="279193" cy="74593"/>
            </a:xfrm>
          </p:grpSpPr>
          <p:sp>
            <p:nvSpPr>
              <p:cNvPr id="1833" name="Google Shape;1833;p28"/>
              <p:cNvSpPr/>
              <p:nvPr/>
            </p:nvSpPr>
            <p:spPr>
              <a:xfrm>
                <a:off x="3578973" y="2550931"/>
                <a:ext cx="42625" cy="74593"/>
              </a:xfrm>
              <a:custGeom>
                <a:rect b="b" l="l" r="r" t="t"/>
                <a:pathLst>
                  <a:path extrusionOk="0" h="35" w="20">
                    <a:moveTo>
                      <a:pt x="3" y="35"/>
                    </a:moveTo>
                    <a:lnTo>
                      <a:pt x="20" y="17"/>
                    </a:lnTo>
                    <a:lnTo>
                      <a:pt x="3" y="0"/>
                    </a:lnTo>
                    <a:lnTo>
                      <a:pt x="0" y="3"/>
                    </a:lnTo>
                    <a:lnTo>
                      <a:pt x="14"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34" name="Google Shape;1834;p28"/>
              <p:cNvSpPr/>
              <p:nvPr/>
            </p:nvSpPr>
            <p:spPr>
              <a:xfrm>
                <a:off x="3636518"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35" name="Google Shape;1835;p28"/>
              <p:cNvSpPr/>
              <p:nvPr/>
            </p:nvSpPr>
            <p:spPr>
              <a:xfrm>
                <a:off x="3698323" y="2550931"/>
                <a:ext cx="42625" cy="74593"/>
              </a:xfrm>
              <a:custGeom>
                <a:rect b="b" l="l" r="r" t="t"/>
                <a:pathLst>
                  <a:path extrusionOk="0" h="35" w="20">
                    <a:moveTo>
                      <a:pt x="2" y="35"/>
                    </a:moveTo>
                    <a:lnTo>
                      <a:pt x="20" y="17"/>
                    </a:lnTo>
                    <a:lnTo>
                      <a:pt x="2" y="0"/>
                    </a:lnTo>
                    <a:lnTo>
                      <a:pt x="0" y="3"/>
                    </a:lnTo>
                    <a:lnTo>
                      <a:pt x="13" y="17"/>
                    </a:lnTo>
                    <a:lnTo>
                      <a:pt x="0" y="32"/>
                    </a:lnTo>
                    <a:lnTo>
                      <a:pt x="2" y="35"/>
                    </a:lnTo>
                    <a:lnTo>
                      <a:pt x="2"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36" name="Google Shape;1836;p28"/>
              <p:cNvSpPr/>
              <p:nvPr/>
            </p:nvSpPr>
            <p:spPr>
              <a:xfrm>
                <a:off x="3755867"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37" name="Google Shape;1837;p28"/>
              <p:cNvSpPr/>
              <p:nvPr/>
            </p:nvSpPr>
            <p:spPr>
              <a:xfrm>
                <a:off x="3813410" y="2550931"/>
                <a:ext cx="44757" cy="74593"/>
              </a:xfrm>
              <a:custGeom>
                <a:rect b="b" l="l" r="r" t="t"/>
                <a:pathLst>
                  <a:path extrusionOk="0" h="35" w="21">
                    <a:moveTo>
                      <a:pt x="4" y="35"/>
                    </a:moveTo>
                    <a:lnTo>
                      <a:pt x="21" y="17"/>
                    </a:lnTo>
                    <a:lnTo>
                      <a:pt x="4" y="0"/>
                    </a:lnTo>
                    <a:lnTo>
                      <a:pt x="0" y="3"/>
                    </a:lnTo>
                    <a:lnTo>
                      <a:pt x="15" y="17"/>
                    </a:lnTo>
                    <a:lnTo>
                      <a:pt x="0" y="32"/>
                    </a:lnTo>
                    <a:lnTo>
                      <a:pt x="4" y="35"/>
                    </a:lnTo>
                    <a:lnTo>
                      <a:pt x="4"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38" name="Google Shape;1838;p28"/>
              <p:cNvSpPr/>
              <p:nvPr/>
            </p:nvSpPr>
            <p:spPr>
              <a:xfrm>
                <a:off x="3578973" y="2550931"/>
                <a:ext cx="42625" cy="74593"/>
              </a:xfrm>
              <a:custGeom>
                <a:rect b="b" l="l" r="r" t="t"/>
                <a:pathLst>
                  <a:path extrusionOk="0" h="35" w="20">
                    <a:moveTo>
                      <a:pt x="3" y="35"/>
                    </a:moveTo>
                    <a:lnTo>
                      <a:pt x="20" y="17"/>
                    </a:lnTo>
                    <a:lnTo>
                      <a:pt x="3" y="0"/>
                    </a:lnTo>
                    <a:lnTo>
                      <a:pt x="0" y="3"/>
                    </a:lnTo>
                    <a:lnTo>
                      <a:pt x="14"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39" name="Google Shape;1839;p28"/>
              <p:cNvSpPr/>
              <p:nvPr/>
            </p:nvSpPr>
            <p:spPr>
              <a:xfrm>
                <a:off x="3636518"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40" name="Google Shape;1840;p28"/>
              <p:cNvSpPr/>
              <p:nvPr/>
            </p:nvSpPr>
            <p:spPr>
              <a:xfrm>
                <a:off x="3698323" y="2550931"/>
                <a:ext cx="42625" cy="74593"/>
              </a:xfrm>
              <a:custGeom>
                <a:rect b="b" l="l" r="r" t="t"/>
                <a:pathLst>
                  <a:path extrusionOk="0" h="35" w="20">
                    <a:moveTo>
                      <a:pt x="2" y="35"/>
                    </a:moveTo>
                    <a:lnTo>
                      <a:pt x="20" y="17"/>
                    </a:lnTo>
                    <a:lnTo>
                      <a:pt x="2" y="0"/>
                    </a:lnTo>
                    <a:lnTo>
                      <a:pt x="0" y="3"/>
                    </a:lnTo>
                    <a:lnTo>
                      <a:pt x="13" y="17"/>
                    </a:lnTo>
                    <a:lnTo>
                      <a:pt x="0" y="32"/>
                    </a:lnTo>
                    <a:lnTo>
                      <a:pt x="2" y="35"/>
                    </a:lnTo>
                    <a:lnTo>
                      <a:pt x="2"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41" name="Google Shape;1841;p28"/>
              <p:cNvSpPr/>
              <p:nvPr/>
            </p:nvSpPr>
            <p:spPr>
              <a:xfrm>
                <a:off x="3755867" y="2550931"/>
                <a:ext cx="42625" cy="74593"/>
              </a:xfrm>
              <a:custGeom>
                <a:rect b="b" l="l" r="r" t="t"/>
                <a:pathLst>
                  <a:path extrusionOk="0" h="35" w="20">
                    <a:moveTo>
                      <a:pt x="3" y="35"/>
                    </a:moveTo>
                    <a:lnTo>
                      <a:pt x="20" y="17"/>
                    </a:lnTo>
                    <a:lnTo>
                      <a:pt x="3" y="0"/>
                    </a:lnTo>
                    <a:lnTo>
                      <a:pt x="0" y="3"/>
                    </a:lnTo>
                    <a:lnTo>
                      <a:pt x="15" y="17"/>
                    </a:lnTo>
                    <a:lnTo>
                      <a:pt x="0" y="32"/>
                    </a:lnTo>
                    <a:lnTo>
                      <a:pt x="3" y="35"/>
                    </a:lnTo>
                    <a:lnTo>
                      <a:pt x="3"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42" name="Google Shape;1842;p28"/>
              <p:cNvSpPr/>
              <p:nvPr/>
            </p:nvSpPr>
            <p:spPr>
              <a:xfrm>
                <a:off x="3813410" y="2550931"/>
                <a:ext cx="44757" cy="74593"/>
              </a:xfrm>
              <a:custGeom>
                <a:rect b="b" l="l" r="r" t="t"/>
                <a:pathLst>
                  <a:path extrusionOk="0" h="35" w="21">
                    <a:moveTo>
                      <a:pt x="4" y="35"/>
                    </a:moveTo>
                    <a:lnTo>
                      <a:pt x="21" y="17"/>
                    </a:lnTo>
                    <a:lnTo>
                      <a:pt x="4" y="0"/>
                    </a:lnTo>
                    <a:lnTo>
                      <a:pt x="0" y="3"/>
                    </a:lnTo>
                    <a:lnTo>
                      <a:pt x="15" y="17"/>
                    </a:lnTo>
                    <a:lnTo>
                      <a:pt x="0" y="32"/>
                    </a:lnTo>
                    <a:lnTo>
                      <a:pt x="4" y="35"/>
                    </a:lnTo>
                    <a:lnTo>
                      <a:pt x="4" y="35"/>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theme" Target="../theme/theme2.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Lexend"/>
              <a:buNone/>
              <a:defRPr b="1" sz="3000">
                <a:solidFill>
                  <a:schemeClr val="dk1"/>
                </a:solidFill>
                <a:latin typeface="Lexend"/>
                <a:ea typeface="Lexend"/>
                <a:cs typeface="Lexend"/>
                <a:sym typeface="Lexend"/>
              </a:defRPr>
            </a:lvl1pPr>
            <a:lvl2pPr lvl="1" rtl="0">
              <a:spcBef>
                <a:spcPts val="0"/>
              </a:spcBef>
              <a:spcAft>
                <a:spcPts val="0"/>
              </a:spcAft>
              <a:buClr>
                <a:schemeClr val="dk1"/>
              </a:buClr>
              <a:buSzPts val="3000"/>
              <a:buFont typeface="Lexend"/>
              <a:buNone/>
              <a:defRPr b="1" sz="3000">
                <a:solidFill>
                  <a:schemeClr val="dk1"/>
                </a:solidFill>
                <a:latin typeface="Lexend"/>
                <a:ea typeface="Lexend"/>
                <a:cs typeface="Lexend"/>
                <a:sym typeface="Lexend"/>
              </a:defRPr>
            </a:lvl2pPr>
            <a:lvl3pPr lvl="2" rtl="0">
              <a:spcBef>
                <a:spcPts val="0"/>
              </a:spcBef>
              <a:spcAft>
                <a:spcPts val="0"/>
              </a:spcAft>
              <a:buClr>
                <a:schemeClr val="dk1"/>
              </a:buClr>
              <a:buSzPts val="3000"/>
              <a:buFont typeface="Lexend"/>
              <a:buNone/>
              <a:defRPr b="1" sz="3000">
                <a:solidFill>
                  <a:schemeClr val="dk1"/>
                </a:solidFill>
                <a:latin typeface="Lexend"/>
                <a:ea typeface="Lexend"/>
                <a:cs typeface="Lexend"/>
                <a:sym typeface="Lexend"/>
              </a:defRPr>
            </a:lvl3pPr>
            <a:lvl4pPr lvl="3" rtl="0">
              <a:spcBef>
                <a:spcPts val="0"/>
              </a:spcBef>
              <a:spcAft>
                <a:spcPts val="0"/>
              </a:spcAft>
              <a:buClr>
                <a:schemeClr val="dk1"/>
              </a:buClr>
              <a:buSzPts val="3000"/>
              <a:buFont typeface="Lexend"/>
              <a:buNone/>
              <a:defRPr b="1" sz="3000">
                <a:solidFill>
                  <a:schemeClr val="dk1"/>
                </a:solidFill>
                <a:latin typeface="Lexend"/>
                <a:ea typeface="Lexend"/>
                <a:cs typeface="Lexend"/>
                <a:sym typeface="Lexend"/>
              </a:defRPr>
            </a:lvl4pPr>
            <a:lvl5pPr lvl="4" rtl="0">
              <a:spcBef>
                <a:spcPts val="0"/>
              </a:spcBef>
              <a:spcAft>
                <a:spcPts val="0"/>
              </a:spcAft>
              <a:buClr>
                <a:schemeClr val="dk1"/>
              </a:buClr>
              <a:buSzPts val="3000"/>
              <a:buFont typeface="Lexend"/>
              <a:buNone/>
              <a:defRPr b="1" sz="3000">
                <a:solidFill>
                  <a:schemeClr val="dk1"/>
                </a:solidFill>
                <a:latin typeface="Lexend"/>
                <a:ea typeface="Lexend"/>
                <a:cs typeface="Lexend"/>
                <a:sym typeface="Lexend"/>
              </a:defRPr>
            </a:lvl5pPr>
            <a:lvl6pPr lvl="5" rtl="0">
              <a:spcBef>
                <a:spcPts val="0"/>
              </a:spcBef>
              <a:spcAft>
                <a:spcPts val="0"/>
              </a:spcAft>
              <a:buClr>
                <a:schemeClr val="dk1"/>
              </a:buClr>
              <a:buSzPts val="3000"/>
              <a:buFont typeface="Lexend"/>
              <a:buNone/>
              <a:defRPr b="1" sz="3000">
                <a:solidFill>
                  <a:schemeClr val="dk1"/>
                </a:solidFill>
                <a:latin typeface="Lexend"/>
                <a:ea typeface="Lexend"/>
                <a:cs typeface="Lexend"/>
                <a:sym typeface="Lexend"/>
              </a:defRPr>
            </a:lvl6pPr>
            <a:lvl7pPr lvl="6" rtl="0">
              <a:spcBef>
                <a:spcPts val="0"/>
              </a:spcBef>
              <a:spcAft>
                <a:spcPts val="0"/>
              </a:spcAft>
              <a:buClr>
                <a:schemeClr val="dk1"/>
              </a:buClr>
              <a:buSzPts val="3000"/>
              <a:buFont typeface="Lexend"/>
              <a:buNone/>
              <a:defRPr b="1" sz="3000">
                <a:solidFill>
                  <a:schemeClr val="dk1"/>
                </a:solidFill>
                <a:latin typeface="Lexend"/>
                <a:ea typeface="Lexend"/>
                <a:cs typeface="Lexend"/>
                <a:sym typeface="Lexend"/>
              </a:defRPr>
            </a:lvl7pPr>
            <a:lvl8pPr lvl="7" rtl="0">
              <a:spcBef>
                <a:spcPts val="0"/>
              </a:spcBef>
              <a:spcAft>
                <a:spcPts val="0"/>
              </a:spcAft>
              <a:buClr>
                <a:schemeClr val="dk1"/>
              </a:buClr>
              <a:buSzPts val="3000"/>
              <a:buFont typeface="Lexend"/>
              <a:buNone/>
              <a:defRPr b="1" sz="3000">
                <a:solidFill>
                  <a:schemeClr val="dk1"/>
                </a:solidFill>
                <a:latin typeface="Lexend"/>
                <a:ea typeface="Lexend"/>
                <a:cs typeface="Lexend"/>
                <a:sym typeface="Lexend"/>
              </a:defRPr>
            </a:lvl8pPr>
            <a:lvl9pPr lvl="8" rtl="0">
              <a:spcBef>
                <a:spcPts val="0"/>
              </a:spcBef>
              <a:spcAft>
                <a:spcPts val="0"/>
              </a:spcAft>
              <a:buClr>
                <a:schemeClr val="dk1"/>
              </a:buClr>
              <a:buSzPts val="3000"/>
              <a:buFont typeface="Lexend"/>
              <a:buNone/>
              <a:defRPr b="1" sz="3000">
                <a:solidFill>
                  <a:schemeClr val="dk1"/>
                </a:solidFill>
                <a:latin typeface="Lexend"/>
                <a:ea typeface="Lexend"/>
                <a:cs typeface="Lexend"/>
                <a:sym typeface="Lexend"/>
              </a:defRPr>
            </a:lvl9pPr>
          </a:lstStyle>
          <a:p/>
        </p:txBody>
      </p:sp>
      <p:sp>
        <p:nvSpPr>
          <p:cNvPr id="7" name="Google Shape;7;p1"/>
          <p:cNvSpPr txBox="1"/>
          <p:nvPr>
            <p:ph idx="1" type="body"/>
          </p:nvPr>
        </p:nvSpPr>
        <p:spPr>
          <a:xfrm>
            <a:off x="713225" y="1152475"/>
            <a:ext cx="7717500" cy="34560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Manjari"/>
              <a:buChar char="●"/>
              <a:defRPr>
                <a:solidFill>
                  <a:schemeClr val="dk1"/>
                </a:solidFill>
                <a:latin typeface="Manjari"/>
                <a:ea typeface="Manjari"/>
                <a:cs typeface="Manjari"/>
                <a:sym typeface="Manjari"/>
              </a:defRPr>
            </a:lvl1pPr>
            <a:lvl2pPr indent="-317500" lvl="1" marL="914400">
              <a:lnSpc>
                <a:spcPct val="115000"/>
              </a:lnSpc>
              <a:spcBef>
                <a:spcPts val="0"/>
              </a:spcBef>
              <a:spcAft>
                <a:spcPts val="0"/>
              </a:spcAft>
              <a:buClr>
                <a:schemeClr val="dk1"/>
              </a:buClr>
              <a:buSzPts val="1400"/>
              <a:buFont typeface="Manjari"/>
              <a:buChar char="○"/>
              <a:defRPr>
                <a:solidFill>
                  <a:schemeClr val="dk1"/>
                </a:solidFill>
                <a:latin typeface="Manjari"/>
                <a:ea typeface="Manjari"/>
                <a:cs typeface="Manjari"/>
                <a:sym typeface="Manjari"/>
              </a:defRPr>
            </a:lvl2pPr>
            <a:lvl3pPr indent="-317500" lvl="2" marL="1371600">
              <a:lnSpc>
                <a:spcPct val="115000"/>
              </a:lnSpc>
              <a:spcBef>
                <a:spcPts val="0"/>
              </a:spcBef>
              <a:spcAft>
                <a:spcPts val="0"/>
              </a:spcAft>
              <a:buClr>
                <a:schemeClr val="dk1"/>
              </a:buClr>
              <a:buSzPts val="1400"/>
              <a:buFont typeface="Manjari"/>
              <a:buChar char="■"/>
              <a:defRPr>
                <a:solidFill>
                  <a:schemeClr val="dk1"/>
                </a:solidFill>
                <a:latin typeface="Manjari"/>
                <a:ea typeface="Manjari"/>
                <a:cs typeface="Manjari"/>
                <a:sym typeface="Manjari"/>
              </a:defRPr>
            </a:lvl3pPr>
            <a:lvl4pPr indent="-317500" lvl="3" marL="1828800">
              <a:lnSpc>
                <a:spcPct val="115000"/>
              </a:lnSpc>
              <a:spcBef>
                <a:spcPts val="0"/>
              </a:spcBef>
              <a:spcAft>
                <a:spcPts val="0"/>
              </a:spcAft>
              <a:buClr>
                <a:schemeClr val="dk1"/>
              </a:buClr>
              <a:buSzPts val="1400"/>
              <a:buFont typeface="Manjari"/>
              <a:buChar char="●"/>
              <a:defRPr>
                <a:solidFill>
                  <a:schemeClr val="dk1"/>
                </a:solidFill>
                <a:latin typeface="Manjari"/>
                <a:ea typeface="Manjari"/>
                <a:cs typeface="Manjari"/>
                <a:sym typeface="Manjari"/>
              </a:defRPr>
            </a:lvl4pPr>
            <a:lvl5pPr indent="-317500" lvl="4" marL="2286000">
              <a:lnSpc>
                <a:spcPct val="115000"/>
              </a:lnSpc>
              <a:spcBef>
                <a:spcPts val="0"/>
              </a:spcBef>
              <a:spcAft>
                <a:spcPts val="0"/>
              </a:spcAft>
              <a:buClr>
                <a:schemeClr val="dk1"/>
              </a:buClr>
              <a:buSzPts val="1400"/>
              <a:buFont typeface="Manjari"/>
              <a:buChar char="○"/>
              <a:defRPr>
                <a:solidFill>
                  <a:schemeClr val="dk1"/>
                </a:solidFill>
                <a:latin typeface="Manjari"/>
                <a:ea typeface="Manjari"/>
                <a:cs typeface="Manjari"/>
                <a:sym typeface="Manjari"/>
              </a:defRPr>
            </a:lvl5pPr>
            <a:lvl6pPr indent="-317500" lvl="5" marL="2743200">
              <a:lnSpc>
                <a:spcPct val="115000"/>
              </a:lnSpc>
              <a:spcBef>
                <a:spcPts val="0"/>
              </a:spcBef>
              <a:spcAft>
                <a:spcPts val="0"/>
              </a:spcAft>
              <a:buClr>
                <a:schemeClr val="dk1"/>
              </a:buClr>
              <a:buSzPts val="1400"/>
              <a:buFont typeface="Manjari"/>
              <a:buChar char="■"/>
              <a:defRPr>
                <a:solidFill>
                  <a:schemeClr val="dk1"/>
                </a:solidFill>
                <a:latin typeface="Manjari"/>
                <a:ea typeface="Manjari"/>
                <a:cs typeface="Manjari"/>
                <a:sym typeface="Manjari"/>
              </a:defRPr>
            </a:lvl6pPr>
            <a:lvl7pPr indent="-317500" lvl="6" marL="3200400">
              <a:lnSpc>
                <a:spcPct val="115000"/>
              </a:lnSpc>
              <a:spcBef>
                <a:spcPts val="0"/>
              </a:spcBef>
              <a:spcAft>
                <a:spcPts val="0"/>
              </a:spcAft>
              <a:buClr>
                <a:schemeClr val="dk1"/>
              </a:buClr>
              <a:buSzPts val="1400"/>
              <a:buFont typeface="Manjari"/>
              <a:buChar char="●"/>
              <a:defRPr>
                <a:solidFill>
                  <a:schemeClr val="dk1"/>
                </a:solidFill>
                <a:latin typeface="Manjari"/>
                <a:ea typeface="Manjari"/>
                <a:cs typeface="Manjari"/>
                <a:sym typeface="Manjari"/>
              </a:defRPr>
            </a:lvl7pPr>
            <a:lvl8pPr indent="-317500" lvl="7" marL="3657600">
              <a:lnSpc>
                <a:spcPct val="115000"/>
              </a:lnSpc>
              <a:spcBef>
                <a:spcPts val="0"/>
              </a:spcBef>
              <a:spcAft>
                <a:spcPts val="0"/>
              </a:spcAft>
              <a:buClr>
                <a:schemeClr val="dk1"/>
              </a:buClr>
              <a:buSzPts val="1400"/>
              <a:buFont typeface="Manjari"/>
              <a:buChar char="○"/>
              <a:defRPr>
                <a:solidFill>
                  <a:schemeClr val="dk1"/>
                </a:solidFill>
                <a:latin typeface="Manjari"/>
                <a:ea typeface="Manjari"/>
                <a:cs typeface="Manjari"/>
                <a:sym typeface="Manjari"/>
              </a:defRPr>
            </a:lvl8pPr>
            <a:lvl9pPr indent="-317500" lvl="8" marL="4114800">
              <a:lnSpc>
                <a:spcPct val="115000"/>
              </a:lnSpc>
              <a:spcBef>
                <a:spcPts val="0"/>
              </a:spcBef>
              <a:spcAft>
                <a:spcPts val="0"/>
              </a:spcAft>
              <a:buClr>
                <a:schemeClr val="dk1"/>
              </a:buClr>
              <a:buSzPts val="1400"/>
              <a:buFont typeface="Manjari"/>
              <a:buChar char="■"/>
              <a:defRPr>
                <a:solidFill>
                  <a:schemeClr val="dk1"/>
                </a:solidFill>
                <a:latin typeface="Manjari"/>
                <a:ea typeface="Manjari"/>
                <a:cs typeface="Manjari"/>
                <a:sym typeface="Manjari"/>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6" name="Shape 1846"/>
        <p:cNvGrpSpPr/>
        <p:nvPr/>
      </p:nvGrpSpPr>
      <p:grpSpPr>
        <a:xfrm>
          <a:off x="0" y="0"/>
          <a:ext cx="0" cy="0"/>
          <a:chOff x="0" y="0"/>
          <a:chExt cx="0" cy="0"/>
        </a:xfrm>
      </p:grpSpPr>
      <p:sp>
        <p:nvSpPr>
          <p:cNvPr id="1847" name="Google Shape;1847;p29"/>
          <p:cNvSpPr txBox="1"/>
          <p:nvPr>
            <p:ph type="ctrTitle"/>
          </p:nvPr>
        </p:nvSpPr>
        <p:spPr>
          <a:xfrm>
            <a:off x="853525" y="1481275"/>
            <a:ext cx="7509900" cy="1585800"/>
          </a:xfrm>
          <a:prstGeom prst="rect">
            <a:avLst/>
          </a:prstGeom>
        </p:spPr>
        <p:txBody>
          <a:bodyPr anchorCtr="0" anchor="b" bIns="91425" lIns="91425" spcFirstLastPara="1" rIns="91425" wrap="square" tIns="91425">
            <a:noAutofit/>
          </a:bodyPr>
          <a:lstStyle/>
          <a:p>
            <a:pPr indent="0" lvl="0" marL="0" rtl="0" algn="ctr">
              <a:lnSpc>
                <a:spcPct val="90000"/>
              </a:lnSpc>
              <a:spcBef>
                <a:spcPts val="0"/>
              </a:spcBef>
              <a:spcAft>
                <a:spcPts val="0"/>
              </a:spcAft>
              <a:buNone/>
            </a:pPr>
            <a:r>
              <a:rPr lang="fr" sz="5000">
                <a:solidFill>
                  <a:srgbClr val="F3F0DF"/>
                </a:solidFill>
                <a:latin typeface="Merriweather"/>
                <a:ea typeface="Merriweather"/>
                <a:cs typeface="Merriweather"/>
                <a:sym typeface="Merriweather"/>
              </a:rPr>
              <a:t>NYC Rent Policy Analysis</a:t>
            </a:r>
            <a:endParaRPr/>
          </a:p>
        </p:txBody>
      </p:sp>
      <p:sp>
        <p:nvSpPr>
          <p:cNvPr id="1848" name="Google Shape;1848;p29"/>
          <p:cNvSpPr txBox="1"/>
          <p:nvPr>
            <p:ph idx="1" type="subTitle"/>
          </p:nvPr>
        </p:nvSpPr>
        <p:spPr>
          <a:xfrm>
            <a:off x="1940825" y="3117900"/>
            <a:ext cx="5262300" cy="475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fr"/>
              <a:t>Free Market vs Rent Regulation</a:t>
            </a:r>
            <a:endParaRPr/>
          </a:p>
        </p:txBody>
      </p:sp>
      <p:grpSp>
        <p:nvGrpSpPr>
          <p:cNvPr id="1849" name="Google Shape;1849;p29"/>
          <p:cNvGrpSpPr/>
          <p:nvPr/>
        </p:nvGrpSpPr>
        <p:grpSpPr>
          <a:xfrm>
            <a:off x="853525" y="1356675"/>
            <a:ext cx="130200" cy="126125"/>
            <a:chOff x="3935725" y="167575"/>
            <a:chExt cx="130200" cy="126125"/>
          </a:xfrm>
        </p:grpSpPr>
        <p:sp>
          <p:nvSpPr>
            <p:cNvPr id="1850" name="Google Shape;1850;p29"/>
            <p:cNvSpPr/>
            <p:nvPr/>
          </p:nvSpPr>
          <p:spPr>
            <a:xfrm>
              <a:off x="3935725" y="167575"/>
              <a:ext cx="65100" cy="56400"/>
            </a:xfrm>
            <a:prstGeom prst="hexagon">
              <a:avLst>
                <a:gd fmla="val 25000" name="adj"/>
                <a:gd fmla="val 115470" name="vf"/>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851" name="Google Shape;1851;p29"/>
            <p:cNvSpPr/>
            <p:nvPr/>
          </p:nvSpPr>
          <p:spPr>
            <a:xfrm>
              <a:off x="4000825" y="201775"/>
              <a:ext cx="65100" cy="56400"/>
            </a:xfrm>
            <a:prstGeom prst="hexagon">
              <a:avLst>
                <a:gd fmla="val 25000" name="adj"/>
                <a:gd fmla="val 115470" name="vf"/>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852" name="Google Shape;1852;p29"/>
            <p:cNvSpPr/>
            <p:nvPr/>
          </p:nvSpPr>
          <p:spPr>
            <a:xfrm>
              <a:off x="3935725" y="237300"/>
              <a:ext cx="65100" cy="56400"/>
            </a:xfrm>
            <a:prstGeom prst="hexagon">
              <a:avLst>
                <a:gd fmla="val 25000" name="adj"/>
                <a:gd fmla="val 115470" name="vf"/>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1853" name="Google Shape;1853;p29"/>
          <p:cNvGrpSpPr/>
          <p:nvPr/>
        </p:nvGrpSpPr>
        <p:grpSpPr>
          <a:xfrm>
            <a:off x="7971688" y="4236400"/>
            <a:ext cx="130200" cy="126125"/>
            <a:chOff x="3935725" y="167575"/>
            <a:chExt cx="130200" cy="126125"/>
          </a:xfrm>
        </p:grpSpPr>
        <p:sp>
          <p:nvSpPr>
            <p:cNvPr id="1854" name="Google Shape;1854;p29"/>
            <p:cNvSpPr/>
            <p:nvPr/>
          </p:nvSpPr>
          <p:spPr>
            <a:xfrm>
              <a:off x="3935725" y="167575"/>
              <a:ext cx="65100" cy="564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855" name="Google Shape;1855;p29"/>
            <p:cNvSpPr/>
            <p:nvPr/>
          </p:nvSpPr>
          <p:spPr>
            <a:xfrm>
              <a:off x="4000825" y="201775"/>
              <a:ext cx="65100" cy="564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856" name="Google Shape;1856;p29"/>
            <p:cNvSpPr/>
            <p:nvPr/>
          </p:nvSpPr>
          <p:spPr>
            <a:xfrm>
              <a:off x="3935725" y="237300"/>
              <a:ext cx="65100" cy="564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1857" name="Google Shape;1857;p29"/>
          <p:cNvGrpSpPr/>
          <p:nvPr/>
        </p:nvGrpSpPr>
        <p:grpSpPr>
          <a:xfrm>
            <a:off x="7689617" y="673937"/>
            <a:ext cx="449076" cy="119073"/>
            <a:chOff x="7108302" y="2550931"/>
            <a:chExt cx="281323" cy="74593"/>
          </a:xfrm>
        </p:grpSpPr>
        <p:sp>
          <p:nvSpPr>
            <p:cNvPr id="1858" name="Google Shape;1858;p29"/>
            <p:cNvSpPr/>
            <p:nvPr/>
          </p:nvSpPr>
          <p:spPr>
            <a:xfrm>
              <a:off x="7347000" y="2550931"/>
              <a:ext cx="42625" cy="74593"/>
            </a:xfrm>
            <a:custGeom>
              <a:rect b="b" l="l" r="r" t="t"/>
              <a:pathLst>
                <a:path extrusionOk="0" h="35" w="2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59" name="Google Shape;1859;p29"/>
            <p:cNvSpPr/>
            <p:nvPr/>
          </p:nvSpPr>
          <p:spPr>
            <a:xfrm>
              <a:off x="7285195" y="2550931"/>
              <a:ext cx="44757" cy="74593"/>
            </a:xfrm>
            <a:custGeom>
              <a:rect b="b" l="l" r="r" t="t"/>
              <a:pathLst>
                <a:path extrusionOk="0" h="35" w="21">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60" name="Google Shape;1860;p29"/>
            <p:cNvSpPr/>
            <p:nvPr/>
          </p:nvSpPr>
          <p:spPr>
            <a:xfrm>
              <a:off x="7227651" y="2550931"/>
              <a:ext cx="42625" cy="74593"/>
            </a:xfrm>
            <a:custGeom>
              <a:rect b="b" l="l" r="r" t="t"/>
              <a:pathLst>
                <a:path extrusionOk="0" h="35" w="2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61" name="Google Shape;1861;p29"/>
            <p:cNvSpPr/>
            <p:nvPr/>
          </p:nvSpPr>
          <p:spPr>
            <a:xfrm>
              <a:off x="7170108" y="2550931"/>
              <a:ext cx="42625" cy="74593"/>
            </a:xfrm>
            <a:custGeom>
              <a:rect b="b" l="l" r="r" t="t"/>
              <a:pathLst>
                <a:path extrusionOk="0" h="35" w="2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62" name="Google Shape;1862;p29"/>
            <p:cNvSpPr/>
            <p:nvPr/>
          </p:nvSpPr>
          <p:spPr>
            <a:xfrm>
              <a:off x="7108302" y="2550931"/>
              <a:ext cx="42625" cy="74593"/>
            </a:xfrm>
            <a:custGeom>
              <a:rect b="b" l="l" r="r" t="t"/>
              <a:pathLst>
                <a:path extrusionOk="0" h="35" w="2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63" name="Google Shape;1863;p29"/>
            <p:cNvSpPr/>
            <p:nvPr/>
          </p:nvSpPr>
          <p:spPr>
            <a:xfrm>
              <a:off x="7347000" y="2550931"/>
              <a:ext cx="42625" cy="74593"/>
            </a:xfrm>
            <a:custGeom>
              <a:rect b="b" l="l" r="r" t="t"/>
              <a:pathLst>
                <a:path extrusionOk="0" h="35" w="20">
                  <a:moveTo>
                    <a:pt x="20" y="32"/>
                  </a:moveTo>
                  <a:lnTo>
                    <a:pt x="5"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64" name="Google Shape;1864;p29"/>
            <p:cNvSpPr/>
            <p:nvPr/>
          </p:nvSpPr>
          <p:spPr>
            <a:xfrm>
              <a:off x="7285195" y="2550931"/>
              <a:ext cx="44757" cy="74593"/>
            </a:xfrm>
            <a:custGeom>
              <a:rect b="b" l="l" r="r" t="t"/>
              <a:pathLst>
                <a:path extrusionOk="0" h="35" w="21">
                  <a:moveTo>
                    <a:pt x="21" y="32"/>
                  </a:moveTo>
                  <a:lnTo>
                    <a:pt x="7" y="17"/>
                  </a:lnTo>
                  <a:lnTo>
                    <a:pt x="21" y="3"/>
                  </a:lnTo>
                  <a:lnTo>
                    <a:pt x="18" y="0"/>
                  </a:lnTo>
                  <a:lnTo>
                    <a:pt x="0" y="17"/>
                  </a:lnTo>
                  <a:lnTo>
                    <a:pt x="18" y="35"/>
                  </a:lnTo>
                  <a:lnTo>
                    <a:pt x="21" y="32"/>
                  </a:lnTo>
                  <a:lnTo>
                    <a:pt x="21"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65" name="Google Shape;1865;p29"/>
            <p:cNvSpPr/>
            <p:nvPr/>
          </p:nvSpPr>
          <p:spPr>
            <a:xfrm>
              <a:off x="7227651" y="2550931"/>
              <a:ext cx="42625" cy="74593"/>
            </a:xfrm>
            <a:custGeom>
              <a:rect b="b" l="l" r="r" t="t"/>
              <a:pathLst>
                <a:path extrusionOk="0" h="35" w="20">
                  <a:moveTo>
                    <a:pt x="20" y="32"/>
                  </a:moveTo>
                  <a:lnTo>
                    <a:pt x="6" y="17"/>
                  </a:lnTo>
                  <a:lnTo>
                    <a:pt x="20" y="3"/>
                  </a:lnTo>
                  <a:lnTo>
                    <a:pt x="17" y="0"/>
                  </a:lnTo>
                  <a:lnTo>
                    <a:pt x="0" y="17"/>
                  </a:lnTo>
                  <a:lnTo>
                    <a:pt x="17"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66" name="Google Shape;1866;p29"/>
            <p:cNvSpPr/>
            <p:nvPr/>
          </p:nvSpPr>
          <p:spPr>
            <a:xfrm>
              <a:off x="7170108" y="2550931"/>
              <a:ext cx="42625" cy="74593"/>
            </a:xfrm>
            <a:custGeom>
              <a:rect b="b" l="l" r="r" t="t"/>
              <a:pathLst>
                <a:path extrusionOk="0" h="35" w="20">
                  <a:moveTo>
                    <a:pt x="20" y="32"/>
                  </a:moveTo>
                  <a:lnTo>
                    <a:pt x="5" y="17"/>
                  </a:lnTo>
                  <a:lnTo>
                    <a:pt x="20" y="3"/>
                  </a:lnTo>
                  <a:lnTo>
                    <a:pt x="16" y="0"/>
                  </a:lnTo>
                  <a:lnTo>
                    <a:pt x="0" y="17"/>
                  </a:lnTo>
                  <a:lnTo>
                    <a:pt x="16"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67" name="Google Shape;1867;p29"/>
            <p:cNvSpPr/>
            <p:nvPr/>
          </p:nvSpPr>
          <p:spPr>
            <a:xfrm>
              <a:off x="7108302" y="2550931"/>
              <a:ext cx="42625" cy="74593"/>
            </a:xfrm>
            <a:custGeom>
              <a:rect b="b" l="l" r="r" t="t"/>
              <a:pathLst>
                <a:path extrusionOk="0" h="35" w="20">
                  <a:moveTo>
                    <a:pt x="20" y="32"/>
                  </a:moveTo>
                  <a:lnTo>
                    <a:pt x="6" y="17"/>
                  </a:lnTo>
                  <a:lnTo>
                    <a:pt x="20" y="3"/>
                  </a:lnTo>
                  <a:lnTo>
                    <a:pt x="18" y="0"/>
                  </a:lnTo>
                  <a:lnTo>
                    <a:pt x="0" y="17"/>
                  </a:lnTo>
                  <a:lnTo>
                    <a:pt x="18" y="35"/>
                  </a:lnTo>
                  <a:lnTo>
                    <a:pt x="20" y="32"/>
                  </a:lnTo>
                  <a:lnTo>
                    <a:pt x="20" y="32"/>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868" name="Google Shape;1868;p29"/>
          <p:cNvGrpSpPr/>
          <p:nvPr/>
        </p:nvGrpSpPr>
        <p:grpSpPr>
          <a:xfrm>
            <a:off x="1709845" y="3503154"/>
            <a:ext cx="101875" cy="134875"/>
            <a:chOff x="3928495" y="333391"/>
            <a:chExt cx="101875" cy="134875"/>
          </a:xfrm>
        </p:grpSpPr>
        <p:grpSp>
          <p:nvGrpSpPr>
            <p:cNvPr id="1869" name="Google Shape;1869;p29"/>
            <p:cNvGrpSpPr/>
            <p:nvPr/>
          </p:nvGrpSpPr>
          <p:grpSpPr>
            <a:xfrm>
              <a:off x="3928495" y="379241"/>
              <a:ext cx="44700" cy="42600"/>
              <a:chOff x="3928495" y="379241"/>
              <a:chExt cx="44700" cy="42600"/>
            </a:xfrm>
          </p:grpSpPr>
          <p:sp>
            <p:nvSpPr>
              <p:cNvPr id="1870" name="Google Shape;1870;p29"/>
              <p:cNvSpPr/>
              <p:nvPr/>
            </p:nvSpPr>
            <p:spPr>
              <a:xfrm>
                <a:off x="3928495" y="396272"/>
                <a:ext cx="44700" cy="81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71" name="Google Shape;1871;p29"/>
              <p:cNvSpPr/>
              <p:nvPr/>
            </p:nvSpPr>
            <p:spPr>
              <a:xfrm>
                <a:off x="3946802" y="379241"/>
                <a:ext cx="8100" cy="426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872" name="Google Shape;1872;p29"/>
            <p:cNvGrpSpPr/>
            <p:nvPr/>
          </p:nvGrpSpPr>
          <p:grpSpPr>
            <a:xfrm>
              <a:off x="3985670" y="425666"/>
              <a:ext cx="44700" cy="42600"/>
              <a:chOff x="3928495" y="379241"/>
              <a:chExt cx="44700" cy="42600"/>
            </a:xfrm>
          </p:grpSpPr>
          <p:sp>
            <p:nvSpPr>
              <p:cNvPr id="1873" name="Google Shape;1873;p29"/>
              <p:cNvSpPr/>
              <p:nvPr/>
            </p:nvSpPr>
            <p:spPr>
              <a:xfrm>
                <a:off x="3928495" y="396272"/>
                <a:ext cx="44700" cy="81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74" name="Google Shape;1874;p29"/>
              <p:cNvSpPr/>
              <p:nvPr/>
            </p:nvSpPr>
            <p:spPr>
              <a:xfrm>
                <a:off x="3946802" y="379241"/>
                <a:ext cx="8100" cy="426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875" name="Google Shape;1875;p29"/>
            <p:cNvGrpSpPr/>
            <p:nvPr/>
          </p:nvGrpSpPr>
          <p:grpSpPr>
            <a:xfrm>
              <a:off x="3985670" y="333391"/>
              <a:ext cx="44700" cy="42600"/>
              <a:chOff x="3928495" y="379241"/>
              <a:chExt cx="44700" cy="42600"/>
            </a:xfrm>
          </p:grpSpPr>
          <p:sp>
            <p:nvSpPr>
              <p:cNvPr id="1876" name="Google Shape;1876;p29"/>
              <p:cNvSpPr/>
              <p:nvPr/>
            </p:nvSpPr>
            <p:spPr>
              <a:xfrm>
                <a:off x="3928495" y="396272"/>
                <a:ext cx="44700" cy="81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77" name="Google Shape;1877;p29"/>
              <p:cNvSpPr/>
              <p:nvPr/>
            </p:nvSpPr>
            <p:spPr>
              <a:xfrm>
                <a:off x="3946802" y="379241"/>
                <a:ext cx="8100" cy="426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1878" name="Google Shape;1878;p29"/>
          <p:cNvGrpSpPr/>
          <p:nvPr/>
        </p:nvGrpSpPr>
        <p:grpSpPr>
          <a:xfrm>
            <a:off x="7614013" y="1356675"/>
            <a:ext cx="130200" cy="126125"/>
            <a:chOff x="3935725" y="167575"/>
            <a:chExt cx="130200" cy="126125"/>
          </a:xfrm>
        </p:grpSpPr>
        <p:sp>
          <p:nvSpPr>
            <p:cNvPr id="1879" name="Google Shape;1879;p29"/>
            <p:cNvSpPr/>
            <p:nvPr/>
          </p:nvSpPr>
          <p:spPr>
            <a:xfrm>
              <a:off x="3935725" y="167575"/>
              <a:ext cx="65100" cy="56400"/>
            </a:xfrm>
            <a:prstGeom prst="hexagon">
              <a:avLst>
                <a:gd fmla="val 25000" name="adj"/>
                <a:gd fmla="val 115470" name="vf"/>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880" name="Google Shape;1880;p29"/>
            <p:cNvSpPr/>
            <p:nvPr/>
          </p:nvSpPr>
          <p:spPr>
            <a:xfrm>
              <a:off x="4000825" y="201775"/>
              <a:ext cx="65100" cy="56400"/>
            </a:xfrm>
            <a:prstGeom prst="hexagon">
              <a:avLst>
                <a:gd fmla="val 25000" name="adj"/>
                <a:gd fmla="val 115470" name="vf"/>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881" name="Google Shape;1881;p29"/>
            <p:cNvSpPr/>
            <p:nvPr/>
          </p:nvSpPr>
          <p:spPr>
            <a:xfrm>
              <a:off x="3935725" y="237300"/>
              <a:ext cx="65100" cy="56400"/>
            </a:xfrm>
            <a:prstGeom prst="hexagon">
              <a:avLst>
                <a:gd fmla="val 25000" name="adj"/>
                <a:gd fmla="val 115470" name="vf"/>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sp>
        <p:nvSpPr>
          <p:cNvPr id="1882" name="Google Shape;1882;p29"/>
          <p:cNvSpPr txBox="1"/>
          <p:nvPr>
            <p:ph idx="1" type="subTitle"/>
          </p:nvPr>
        </p:nvSpPr>
        <p:spPr>
          <a:xfrm>
            <a:off x="1975793" y="3810485"/>
            <a:ext cx="5262300" cy="475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fr" sz="1200"/>
              <a:t>Joao De Oliveira</a:t>
            </a:r>
            <a:endParaRPr sz="1200"/>
          </a:p>
          <a:p>
            <a:pPr indent="0" lvl="0" marL="0" rtl="0" algn="ctr">
              <a:spcBef>
                <a:spcPts val="0"/>
              </a:spcBef>
              <a:spcAft>
                <a:spcPts val="0"/>
              </a:spcAft>
              <a:buNone/>
            </a:pPr>
            <a:r>
              <a:rPr lang="fr" sz="1200"/>
              <a:t>DATA 607, CUNY SPS</a:t>
            </a:r>
            <a:endParaRPr sz="1200"/>
          </a:p>
          <a:p>
            <a:pPr indent="0" lvl="0" marL="0" rtl="0" algn="ctr">
              <a:spcBef>
                <a:spcPts val="0"/>
              </a:spcBef>
              <a:spcAft>
                <a:spcPts val="0"/>
              </a:spcAft>
              <a:buNone/>
            </a:pPr>
            <a:r>
              <a:rPr lang="fr" sz="1200"/>
              <a:t>Fall 2025</a:t>
            </a:r>
            <a:endParaRPr sz="12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6" name="Shape 1886"/>
        <p:cNvGrpSpPr/>
        <p:nvPr/>
      </p:nvGrpSpPr>
      <p:grpSpPr>
        <a:xfrm>
          <a:off x="0" y="0"/>
          <a:ext cx="0" cy="0"/>
          <a:chOff x="0" y="0"/>
          <a:chExt cx="0" cy="0"/>
        </a:xfrm>
      </p:grpSpPr>
      <p:sp>
        <p:nvSpPr>
          <p:cNvPr id="1887" name="Google Shape;1887;p3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fr"/>
              <a:t>Motivation - Why this topic?</a:t>
            </a:r>
            <a:endParaRPr/>
          </a:p>
        </p:txBody>
      </p:sp>
      <p:sp>
        <p:nvSpPr>
          <p:cNvPr id="1888" name="Google Shape;1888;p30"/>
          <p:cNvSpPr txBox="1"/>
          <p:nvPr>
            <p:ph idx="3" type="subTitle"/>
          </p:nvPr>
        </p:nvSpPr>
        <p:spPr>
          <a:xfrm>
            <a:off x="1806625" y="3100975"/>
            <a:ext cx="2570100" cy="779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Manhattan is one of the most expensive housing markets in the U.S.</a:t>
            </a:r>
            <a:endParaRPr/>
          </a:p>
        </p:txBody>
      </p:sp>
      <p:sp>
        <p:nvSpPr>
          <p:cNvPr id="1889" name="Google Shape;1889;p30"/>
          <p:cNvSpPr txBox="1"/>
          <p:nvPr>
            <p:ph idx="1" type="subTitle"/>
          </p:nvPr>
        </p:nvSpPr>
        <p:spPr>
          <a:xfrm>
            <a:off x="1806625" y="1405575"/>
            <a:ext cx="2570100" cy="709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NYC rents have risen sharply over the past decade</a:t>
            </a:r>
            <a:endParaRPr/>
          </a:p>
        </p:txBody>
      </p:sp>
      <p:sp>
        <p:nvSpPr>
          <p:cNvPr id="1890" name="Google Shape;1890;p30"/>
          <p:cNvSpPr txBox="1"/>
          <p:nvPr>
            <p:ph idx="2" type="subTitle"/>
          </p:nvPr>
        </p:nvSpPr>
        <p:spPr>
          <a:xfrm>
            <a:off x="5665400" y="1405577"/>
            <a:ext cx="2570100" cy="709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Rent affordability is a major policy concern</a:t>
            </a:r>
            <a:endParaRPr/>
          </a:p>
        </p:txBody>
      </p:sp>
      <p:sp>
        <p:nvSpPr>
          <p:cNvPr id="1891" name="Google Shape;1891;p30"/>
          <p:cNvSpPr txBox="1"/>
          <p:nvPr>
            <p:ph idx="4" type="subTitle"/>
          </p:nvPr>
        </p:nvSpPr>
        <p:spPr>
          <a:xfrm>
            <a:off x="5665400" y="3120527"/>
            <a:ext cx="2570100" cy="709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How much would rent change if NYC implemented rent stabilization or a freeze?</a:t>
            </a:r>
            <a:endParaRPr/>
          </a:p>
        </p:txBody>
      </p:sp>
      <p:sp>
        <p:nvSpPr>
          <p:cNvPr id="1892" name="Google Shape;1892;p30"/>
          <p:cNvSpPr txBox="1"/>
          <p:nvPr>
            <p:ph idx="5" type="title"/>
          </p:nvPr>
        </p:nvSpPr>
        <p:spPr>
          <a:xfrm>
            <a:off x="901087" y="1440375"/>
            <a:ext cx="820500" cy="640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fr"/>
              <a:t>01</a:t>
            </a:r>
            <a:endParaRPr/>
          </a:p>
        </p:txBody>
      </p:sp>
      <p:sp>
        <p:nvSpPr>
          <p:cNvPr id="1893" name="Google Shape;1893;p30"/>
          <p:cNvSpPr txBox="1"/>
          <p:nvPr>
            <p:ph idx="7" type="title"/>
          </p:nvPr>
        </p:nvSpPr>
        <p:spPr>
          <a:xfrm>
            <a:off x="4759861" y="1440375"/>
            <a:ext cx="820500" cy="640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fr"/>
              <a:t>02</a:t>
            </a:r>
            <a:endParaRPr/>
          </a:p>
        </p:txBody>
      </p:sp>
      <p:sp>
        <p:nvSpPr>
          <p:cNvPr id="1894" name="Google Shape;1894;p30"/>
          <p:cNvSpPr txBox="1"/>
          <p:nvPr>
            <p:ph idx="8" type="title"/>
          </p:nvPr>
        </p:nvSpPr>
        <p:spPr>
          <a:xfrm>
            <a:off x="4759861" y="3155331"/>
            <a:ext cx="820500" cy="640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fr"/>
              <a:t>04</a:t>
            </a:r>
            <a:endParaRPr/>
          </a:p>
        </p:txBody>
      </p:sp>
      <p:sp>
        <p:nvSpPr>
          <p:cNvPr id="1895" name="Google Shape;1895;p30"/>
          <p:cNvSpPr txBox="1"/>
          <p:nvPr>
            <p:ph idx="6" type="title"/>
          </p:nvPr>
        </p:nvSpPr>
        <p:spPr>
          <a:xfrm>
            <a:off x="901087" y="3155327"/>
            <a:ext cx="820500" cy="640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fr"/>
              <a:t>03</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9" name="Shape 1899"/>
        <p:cNvGrpSpPr/>
        <p:nvPr/>
      </p:nvGrpSpPr>
      <p:grpSpPr>
        <a:xfrm>
          <a:off x="0" y="0"/>
          <a:ext cx="0" cy="0"/>
          <a:chOff x="0" y="0"/>
          <a:chExt cx="0" cy="0"/>
        </a:xfrm>
      </p:grpSpPr>
      <p:sp>
        <p:nvSpPr>
          <p:cNvPr id="1900" name="Google Shape;1900;p31"/>
          <p:cNvSpPr txBox="1"/>
          <p:nvPr>
            <p:ph idx="1" type="subTitle"/>
          </p:nvPr>
        </p:nvSpPr>
        <p:spPr>
          <a:xfrm>
            <a:off x="4949161" y="2538066"/>
            <a:ext cx="2678100" cy="11214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fr" sz="1300"/>
              <a:t>Annual 1 BR FMR values for all counties</a:t>
            </a:r>
            <a:endParaRPr sz="1300"/>
          </a:p>
          <a:p>
            <a:pPr indent="-311150" lvl="0" marL="457200" rtl="0" algn="l">
              <a:spcBef>
                <a:spcPts val="0"/>
              </a:spcBef>
              <a:spcAft>
                <a:spcPts val="0"/>
              </a:spcAft>
              <a:buSzPts val="1300"/>
              <a:buChar char="●"/>
            </a:pPr>
            <a:r>
              <a:rPr lang="fr" sz="1300"/>
              <a:t>Extracted New York county (Manhattan)</a:t>
            </a:r>
            <a:endParaRPr sz="1300"/>
          </a:p>
          <a:p>
            <a:pPr indent="-311150" lvl="0" marL="457200" rtl="0" algn="l">
              <a:spcBef>
                <a:spcPts val="0"/>
              </a:spcBef>
              <a:spcAft>
                <a:spcPts val="0"/>
              </a:spcAft>
              <a:buSzPts val="1300"/>
              <a:buChar char="●"/>
            </a:pPr>
            <a:r>
              <a:rPr lang="fr" sz="1300"/>
              <a:t>Covers 1983-2025</a:t>
            </a:r>
            <a:endParaRPr/>
          </a:p>
        </p:txBody>
      </p:sp>
      <p:sp>
        <p:nvSpPr>
          <p:cNvPr id="1901" name="Google Shape;1901;p3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fr"/>
              <a:t>Data Sources</a:t>
            </a:r>
            <a:endParaRPr/>
          </a:p>
        </p:txBody>
      </p:sp>
      <p:sp>
        <p:nvSpPr>
          <p:cNvPr id="1902" name="Google Shape;1902;p31"/>
          <p:cNvSpPr txBox="1"/>
          <p:nvPr>
            <p:ph idx="2" type="subTitle"/>
          </p:nvPr>
        </p:nvSpPr>
        <p:spPr>
          <a:xfrm>
            <a:off x="1516750" y="2538066"/>
            <a:ext cx="2678100" cy="16707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fr" sz="1300"/>
              <a:t>Monthly rent index by ZIP code</a:t>
            </a:r>
            <a:endParaRPr sz="1300"/>
          </a:p>
          <a:p>
            <a:pPr indent="-311150" lvl="0" marL="457200" rtl="0" algn="l">
              <a:spcBef>
                <a:spcPts val="0"/>
              </a:spcBef>
              <a:spcAft>
                <a:spcPts val="0"/>
              </a:spcAft>
              <a:buSzPts val="1300"/>
              <a:buChar char="●"/>
            </a:pPr>
            <a:r>
              <a:rPr lang="fr" sz="1300"/>
              <a:t>Used ZIPs from </a:t>
            </a:r>
            <a:r>
              <a:rPr lang="fr" sz="1300"/>
              <a:t>Manhattan</a:t>
            </a:r>
            <a:endParaRPr sz="1300"/>
          </a:p>
          <a:p>
            <a:pPr indent="-311150" lvl="0" marL="457200" rtl="0" algn="l">
              <a:spcBef>
                <a:spcPts val="0"/>
              </a:spcBef>
              <a:spcAft>
                <a:spcPts val="0"/>
              </a:spcAft>
              <a:buSzPts val="1300"/>
              <a:buChar char="●"/>
            </a:pPr>
            <a:r>
              <a:rPr lang="fr" sz="1300"/>
              <a:t>Aggregated to annual average values</a:t>
            </a:r>
            <a:endParaRPr sz="1300"/>
          </a:p>
          <a:p>
            <a:pPr indent="0" lvl="0" marL="457200" rtl="0" algn="ctr">
              <a:spcBef>
                <a:spcPts val="0"/>
              </a:spcBef>
              <a:spcAft>
                <a:spcPts val="0"/>
              </a:spcAft>
              <a:buNone/>
            </a:pPr>
            <a:r>
              <a:t/>
            </a:r>
            <a:endParaRPr sz="1300"/>
          </a:p>
        </p:txBody>
      </p:sp>
      <p:sp>
        <p:nvSpPr>
          <p:cNvPr id="1903" name="Google Shape;1903;p31"/>
          <p:cNvSpPr txBox="1"/>
          <p:nvPr>
            <p:ph idx="3" type="subTitle"/>
          </p:nvPr>
        </p:nvSpPr>
        <p:spPr>
          <a:xfrm>
            <a:off x="5066583" y="2102035"/>
            <a:ext cx="3600000" cy="540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fr"/>
              <a:t>HUD Fair Market Rent (FMR)</a:t>
            </a:r>
            <a:endParaRPr/>
          </a:p>
        </p:txBody>
      </p:sp>
      <p:sp>
        <p:nvSpPr>
          <p:cNvPr id="1904" name="Google Shape;1904;p31"/>
          <p:cNvSpPr txBox="1"/>
          <p:nvPr>
            <p:ph idx="4" type="subTitle"/>
          </p:nvPr>
        </p:nvSpPr>
        <p:spPr>
          <a:xfrm>
            <a:off x="1399306" y="2102034"/>
            <a:ext cx="3600000" cy="540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fr"/>
              <a:t>Zillow ZORI (Observed Rent)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8" name="Shape 1908"/>
        <p:cNvGrpSpPr/>
        <p:nvPr/>
      </p:nvGrpSpPr>
      <p:grpSpPr>
        <a:xfrm>
          <a:off x="0" y="0"/>
          <a:ext cx="0" cy="0"/>
          <a:chOff x="0" y="0"/>
          <a:chExt cx="0" cy="0"/>
        </a:xfrm>
      </p:grpSpPr>
      <p:sp>
        <p:nvSpPr>
          <p:cNvPr id="1909" name="Google Shape;1909;p3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fr"/>
              <a:t>Data Processing Steps</a:t>
            </a:r>
            <a:endParaRPr/>
          </a:p>
        </p:txBody>
      </p:sp>
      <p:sp>
        <p:nvSpPr>
          <p:cNvPr id="1910" name="Google Shape;1910;p32"/>
          <p:cNvSpPr txBox="1"/>
          <p:nvPr>
            <p:ph idx="2" type="subTitle"/>
          </p:nvPr>
        </p:nvSpPr>
        <p:spPr>
          <a:xfrm>
            <a:off x="846750" y="1640575"/>
            <a:ext cx="7450500" cy="2615100"/>
          </a:xfrm>
          <a:prstGeom prst="rect">
            <a:avLst/>
          </a:prstGeom>
        </p:spPr>
        <p:txBody>
          <a:bodyPr anchorCtr="0" anchor="t" bIns="91425" lIns="91425" spcFirstLastPara="1" rIns="91425" wrap="square" tIns="91425">
            <a:noAutofit/>
          </a:bodyPr>
          <a:lstStyle/>
          <a:p>
            <a:pPr indent="-336550" lvl="0" marL="457200" rtl="0" algn="l">
              <a:lnSpc>
                <a:spcPct val="150000"/>
              </a:lnSpc>
              <a:spcBef>
                <a:spcPts val="0"/>
              </a:spcBef>
              <a:spcAft>
                <a:spcPts val="0"/>
              </a:spcAft>
              <a:buSzPts val="1700"/>
              <a:buChar char="●"/>
            </a:pPr>
            <a:r>
              <a:rPr lang="fr" sz="1700"/>
              <a:t>Cleaned column names with {janitor}</a:t>
            </a:r>
            <a:endParaRPr sz="1700"/>
          </a:p>
          <a:p>
            <a:pPr indent="-336550" lvl="0" marL="457200" rtl="0" algn="l">
              <a:lnSpc>
                <a:spcPct val="150000"/>
              </a:lnSpc>
              <a:spcBef>
                <a:spcPts val="0"/>
              </a:spcBef>
              <a:spcAft>
                <a:spcPts val="0"/>
              </a:spcAft>
              <a:buSzPts val="1700"/>
              <a:buChar char="●"/>
            </a:pPr>
            <a:r>
              <a:rPr lang="fr" sz="1700"/>
              <a:t>Converted ZORI wide monthly columns to long format</a:t>
            </a:r>
            <a:endParaRPr sz="1700"/>
          </a:p>
          <a:p>
            <a:pPr indent="-336550" lvl="0" marL="457200" rtl="0" algn="l">
              <a:lnSpc>
                <a:spcPct val="150000"/>
              </a:lnSpc>
              <a:spcBef>
                <a:spcPts val="0"/>
              </a:spcBef>
              <a:spcAft>
                <a:spcPts val="0"/>
              </a:spcAft>
              <a:buSzPts val="1700"/>
              <a:buChar char="●"/>
            </a:pPr>
            <a:r>
              <a:rPr lang="fr" sz="1700"/>
              <a:t>Parsed data strings</a:t>
            </a:r>
            <a:endParaRPr sz="1700"/>
          </a:p>
          <a:p>
            <a:pPr indent="-336550" lvl="0" marL="457200" rtl="0" algn="l">
              <a:lnSpc>
                <a:spcPct val="150000"/>
              </a:lnSpc>
              <a:spcBef>
                <a:spcPts val="0"/>
              </a:spcBef>
              <a:spcAft>
                <a:spcPts val="0"/>
              </a:spcAft>
              <a:buSzPts val="1700"/>
              <a:buChar char="●"/>
            </a:pPr>
            <a:r>
              <a:rPr lang="fr" sz="1700"/>
              <a:t>Extracted Manhattan ZIP codes</a:t>
            </a:r>
            <a:endParaRPr sz="1700"/>
          </a:p>
          <a:p>
            <a:pPr indent="-336550" lvl="0" marL="457200" rtl="0" algn="l">
              <a:lnSpc>
                <a:spcPct val="150000"/>
              </a:lnSpc>
              <a:spcBef>
                <a:spcPts val="0"/>
              </a:spcBef>
              <a:spcAft>
                <a:spcPts val="0"/>
              </a:spcAft>
              <a:buSzPts val="1700"/>
              <a:buChar char="●"/>
            </a:pPr>
            <a:r>
              <a:rPr lang="fr" sz="1700"/>
              <a:t>Aggregated ZORI values to yearly means</a:t>
            </a:r>
            <a:endParaRPr sz="1700"/>
          </a:p>
          <a:p>
            <a:pPr indent="-336550" lvl="0" marL="457200" rtl="0" algn="l">
              <a:lnSpc>
                <a:spcPct val="150000"/>
              </a:lnSpc>
              <a:spcBef>
                <a:spcPts val="0"/>
              </a:spcBef>
              <a:spcAft>
                <a:spcPts val="0"/>
              </a:spcAft>
              <a:buSzPts val="1700"/>
              <a:buChar char="●"/>
            </a:pPr>
            <a:r>
              <a:rPr lang="fr" sz="1700"/>
              <a:t>Filtered HUD dataset for New York County, NY </a:t>
            </a:r>
            <a:endParaRPr sz="1700"/>
          </a:p>
          <a:p>
            <a:pPr indent="-336550" lvl="0" marL="457200" rtl="0" algn="l">
              <a:lnSpc>
                <a:spcPct val="150000"/>
              </a:lnSpc>
              <a:spcBef>
                <a:spcPts val="0"/>
              </a:spcBef>
              <a:spcAft>
                <a:spcPts val="0"/>
              </a:spcAft>
              <a:buSzPts val="1700"/>
              <a:buChar char="●"/>
            </a:pPr>
            <a:r>
              <a:rPr lang="fr" sz="1700"/>
              <a:t>Merged both datasets by year</a:t>
            </a:r>
            <a:endParaRPr sz="17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4" name="Shape 1914"/>
        <p:cNvGrpSpPr/>
        <p:nvPr/>
      </p:nvGrpSpPr>
      <p:grpSpPr>
        <a:xfrm>
          <a:off x="0" y="0"/>
          <a:ext cx="0" cy="0"/>
          <a:chOff x="0" y="0"/>
          <a:chExt cx="0" cy="0"/>
        </a:xfrm>
      </p:grpSpPr>
      <p:sp>
        <p:nvSpPr>
          <p:cNvPr id="1915" name="Google Shape;1915;p33"/>
          <p:cNvSpPr txBox="1"/>
          <p:nvPr>
            <p:ph type="title"/>
          </p:nvPr>
        </p:nvSpPr>
        <p:spPr>
          <a:xfrm>
            <a:off x="61075" y="580132"/>
            <a:ext cx="4070100" cy="1050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fr"/>
              <a:t>Exploratory Trends</a:t>
            </a:r>
            <a:endParaRPr/>
          </a:p>
          <a:p>
            <a:pPr indent="0" lvl="0" marL="0" rtl="0" algn="l">
              <a:spcBef>
                <a:spcPts val="0"/>
              </a:spcBef>
              <a:spcAft>
                <a:spcPts val="0"/>
              </a:spcAft>
              <a:buNone/>
            </a:pPr>
            <a:r>
              <a:rPr b="0" lang="fr" sz="1800">
                <a:latin typeface="Lexend Light"/>
                <a:ea typeface="Lexend Light"/>
                <a:cs typeface="Lexend Light"/>
                <a:sym typeface="Lexend Light"/>
              </a:rPr>
              <a:t>Manhattan Rent Trend (2015-2024)</a:t>
            </a:r>
            <a:endParaRPr b="0" sz="1800">
              <a:latin typeface="Lexend Light"/>
              <a:ea typeface="Lexend Light"/>
              <a:cs typeface="Lexend Light"/>
              <a:sym typeface="Lexend Light"/>
            </a:endParaRPr>
          </a:p>
        </p:txBody>
      </p:sp>
      <p:sp>
        <p:nvSpPr>
          <p:cNvPr id="1916" name="Google Shape;1916;p33"/>
          <p:cNvSpPr txBox="1"/>
          <p:nvPr>
            <p:ph idx="1" type="subTitle"/>
          </p:nvPr>
        </p:nvSpPr>
        <p:spPr>
          <a:xfrm>
            <a:off x="250675" y="1824880"/>
            <a:ext cx="3880500" cy="2191200"/>
          </a:xfrm>
          <a:prstGeom prst="rect">
            <a:avLst/>
          </a:prstGeom>
        </p:spPr>
        <p:txBody>
          <a:bodyPr anchorCtr="0" anchor="t" bIns="91425" lIns="91425" spcFirstLastPara="1" rIns="91425" wrap="square" tIns="91425">
            <a:noAutofit/>
          </a:bodyPr>
          <a:lstStyle/>
          <a:p>
            <a:pPr indent="-279400" lvl="0" marL="360000" rtl="0" algn="l">
              <a:lnSpc>
                <a:spcPct val="200000"/>
              </a:lnSpc>
              <a:spcBef>
                <a:spcPts val="0"/>
              </a:spcBef>
              <a:spcAft>
                <a:spcPts val="0"/>
              </a:spcAft>
              <a:buSzPts val="800"/>
              <a:buChar char="●"/>
            </a:pPr>
            <a:r>
              <a:rPr b="1" lang="fr"/>
              <a:t>Rents show a consistent upward trend</a:t>
            </a:r>
            <a:endParaRPr b="1"/>
          </a:p>
          <a:p>
            <a:pPr indent="-279400" lvl="0" marL="360000" rtl="0" algn="l">
              <a:lnSpc>
                <a:spcPct val="200000"/>
              </a:lnSpc>
              <a:spcBef>
                <a:spcPts val="0"/>
              </a:spcBef>
              <a:spcAft>
                <a:spcPts val="0"/>
              </a:spcAft>
              <a:buSzPts val="800"/>
              <a:buChar char="●"/>
            </a:pPr>
            <a:r>
              <a:rPr b="1" lang="fr"/>
              <a:t>HUD FMR and ZORI track each other closely</a:t>
            </a:r>
            <a:endParaRPr b="1"/>
          </a:p>
          <a:p>
            <a:pPr indent="-279400" lvl="0" marL="360000" rtl="0" algn="l">
              <a:lnSpc>
                <a:spcPct val="200000"/>
              </a:lnSpc>
              <a:spcBef>
                <a:spcPts val="0"/>
              </a:spcBef>
              <a:spcAft>
                <a:spcPts val="0"/>
              </a:spcAft>
              <a:buSzPts val="800"/>
              <a:buChar char="●"/>
            </a:pPr>
            <a:r>
              <a:rPr b="1" lang="fr"/>
              <a:t>Manhattan remains one of the highest cost rental markets in the U.S.</a:t>
            </a:r>
            <a:endParaRPr b="1"/>
          </a:p>
        </p:txBody>
      </p:sp>
      <p:pic>
        <p:nvPicPr>
          <p:cNvPr id="1917" name="Google Shape;1917;p33" title="Screenshot 2025-12-15 235555.png"/>
          <p:cNvPicPr preferRelativeResize="0"/>
          <p:nvPr>
            <p:ph idx="2" type="pic"/>
          </p:nvPr>
        </p:nvPicPr>
        <p:blipFill rotWithShape="1">
          <a:blip r:embed="rId3">
            <a:alphaModFix/>
          </a:blip>
          <a:srcRect b="1124" l="0" r="0" t="1133"/>
          <a:stretch/>
        </p:blipFill>
        <p:spPr>
          <a:xfrm>
            <a:off x="4131170" y="775070"/>
            <a:ext cx="5004000" cy="359336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1" name="Shape 1921"/>
        <p:cNvGrpSpPr/>
        <p:nvPr/>
      </p:nvGrpSpPr>
      <p:grpSpPr>
        <a:xfrm>
          <a:off x="0" y="0"/>
          <a:ext cx="0" cy="0"/>
          <a:chOff x="0" y="0"/>
          <a:chExt cx="0" cy="0"/>
        </a:xfrm>
      </p:grpSpPr>
      <p:sp>
        <p:nvSpPr>
          <p:cNvPr id="1922" name="Google Shape;1922;p34"/>
          <p:cNvSpPr txBox="1"/>
          <p:nvPr>
            <p:ph type="title"/>
          </p:nvPr>
        </p:nvSpPr>
        <p:spPr>
          <a:xfrm>
            <a:off x="1284000" y="1601548"/>
            <a:ext cx="6576000" cy="114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3" name="Google Shape;1923;p34"/>
          <p:cNvSpPr txBox="1"/>
          <p:nvPr>
            <p:ph idx="1" type="subTitle"/>
          </p:nvPr>
        </p:nvSpPr>
        <p:spPr>
          <a:xfrm>
            <a:off x="1284000" y="3441282"/>
            <a:ext cx="6576000" cy="12606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fr"/>
              <a:t>Linear Model: FMR_1BR ~ year_centered</a:t>
            </a:r>
            <a:endParaRPr/>
          </a:p>
          <a:p>
            <a:pPr indent="-330200" lvl="0" marL="457200" rtl="0" algn="l">
              <a:spcBef>
                <a:spcPts val="0"/>
              </a:spcBef>
              <a:spcAft>
                <a:spcPts val="0"/>
              </a:spcAft>
              <a:buSzPts val="1600"/>
              <a:buChar char="●"/>
            </a:pPr>
            <a:r>
              <a:rPr lang="fr"/>
              <a:t>Annual increase: around $124 per year</a:t>
            </a:r>
            <a:endParaRPr/>
          </a:p>
          <a:p>
            <a:pPr indent="-330200" lvl="0" marL="457200" rtl="0" algn="l">
              <a:spcBef>
                <a:spcPts val="0"/>
              </a:spcBef>
              <a:spcAft>
                <a:spcPts val="0"/>
              </a:spcAft>
              <a:buSzPts val="1600"/>
              <a:buChar char="●"/>
            </a:pPr>
            <a:r>
              <a:rPr lang="fr"/>
              <a:t>R²: 0.955</a:t>
            </a:r>
            <a:endParaRPr/>
          </a:p>
          <a:p>
            <a:pPr indent="-330200" lvl="0" marL="457200" rtl="0" algn="l">
              <a:spcBef>
                <a:spcPts val="0"/>
              </a:spcBef>
              <a:spcAft>
                <a:spcPts val="0"/>
              </a:spcAft>
              <a:buSzPts val="1600"/>
              <a:buChar char="●"/>
            </a:pPr>
            <a:r>
              <a:rPr lang="fr"/>
              <a:t>Highly significant trend (p &lt; 0.001)</a:t>
            </a:r>
            <a:endParaRPr/>
          </a:p>
        </p:txBody>
      </p:sp>
      <p:grpSp>
        <p:nvGrpSpPr>
          <p:cNvPr id="1924" name="Google Shape;1924;p34"/>
          <p:cNvGrpSpPr/>
          <p:nvPr/>
        </p:nvGrpSpPr>
        <p:grpSpPr>
          <a:xfrm>
            <a:off x="1284000" y="1266399"/>
            <a:ext cx="6576001" cy="2076913"/>
            <a:chOff x="1284000" y="1606950"/>
            <a:chExt cx="6576001" cy="2076913"/>
          </a:xfrm>
        </p:grpSpPr>
        <p:pic>
          <p:nvPicPr>
            <p:cNvPr id="1925" name="Google Shape;1925;p34" title="Screenshot 2025-12-16 000109.png"/>
            <p:cNvPicPr preferRelativeResize="0"/>
            <p:nvPr/>
          </p:nvPicPr>
          <p:blipFill>
            <a:blip r:embed="rId3">
              <a:alphaModFix/>
            </a:blip>
            <a:stretch>
              <a:fillRect/>
            </a:stretch>
          </p:blipFill>
          <p:spPr>
            <a:xfrm>
              <a:off x="1284000" y="1606950"/>
              <a:ext cx="6576001" cy="1134000"/>
            </a:xfrm>
            <a:prstGeom prst="rect">
              <a:avLst/>
            </a:prstGeom>
            <a:noFill/>
            <a:ln>
              <a:noFill/>
            </a:ln>
          </p:spPr>
        </p:pic>
        <p:pic>
          <p:nvPicPr>
            <p:cNvPr id="1926" name="Google Shape;1926;p34" title="Screenshot 2025-12-16 000126.png"/>
            <p:cNvPicPr preferRelativeResize="0"/>
            <p:nvPr/>
          </p:nvPicPr>
          <p:blipFill>
            <a:blip r:embed="rId4">
              <a:alphaModFix/>
            </a:blip>
            <a:stretch>
              <a:fillRect/>
            </a:stretch>
          </p:blipFill>
          <p:spPr>
            <a:xfrm>
              <a:off x="1284325" y="2746338"/>
              <a:ext cx="6575351" cy="937526"/>
            </a:xfrm>
            <a:prstGeom prst="rect">
              <a:avLst/>
            </a:prstGeom>
            <a:noFill/>
            <a:ln>
              <a:noFill/>
            </a:ln>
          </p:spPr>
        </p:pic>
      </p:grpSp>
      <p:sp>
        <p:nvSpPr>
          <p:cNvPr id="1927" name="Google Shape;1927;p34"/>
          <p:cNvSpPr txBox="1"/>
          <p:nvPr>
            <p:ph type="title"/>
          </p:nvPr>
        </p:nvSpPr>
        <p:spPr>
          <a:xfrm>
            <a:off x="1206000" y="445025"/>
            <a:ext cx="6732000" cy="471300"/>
          </a:xfrm>
          <a:prstGeom prst="rect">
            <a:avLst/>
          </a:prstGeom>
        </p:spPr>
        <p:txBody>
          <a:bodyPr anchorCtr="0" anchor="ctr" bIns="78425" lIns="78425" spcFirstLastPara="1" rIns="78425" wrap="square" tIns="78425">
            <a:noAutofit/>
          </a:bodyPr>
          <a:lstStyle/>
          <a:p>
            <a:pPr indent="0" lvl="0" marL="0" rtl="0" algn="ctr">
              <a:spcBef>
                <a:spcPts val="0"/>
              </a:spcBef>
              <a:spcAft>
                <a:spcPts val="0"/>
              </a:spcAft>
              <a:buNone/>
            </a:pPr>
            <a:r>
              <a:rPr lang="fr" sz="3429"/>
              <a:t>Regression Model</a:t>
            </a:r>
            <a:endParaRPr sz="3429"/>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1" name="Shape 1931"/>
        <p:cNvGrpSpPr/>
        <p:nvPr/>
      </p:nvGrpSpPr>
      <p:grpSpPr>
        <a:xfrm>
          <a:off x="0" y="0"/>
          <a:ext cx="0" cy="0"/>
          <a:chOff x="0" y="0"/>
          <a:chExt cx="0" cy="0"/>
        </a:xfrm>
      </p:grpSpPr>
      <p:sp>
        <p:nvSpPr>
          <p:cNvPr id="1932" name="Google Shape;1932;p35"/>
          <p:cNvSpPr txBox="1"/>
          <p:nvPr>
            <p:ph type="title"/>
          </p:nvPr>
        </p:nvSpPr>
        <p:spPr>
          <a:xfrm>
            <a:off x="720000" y="28060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fr"/>
              <a:t>Model fit vs Actual Data</a:t>
            </a:r>
            <a:endParaRPr/>
          </a:p>
        </p:txBody>
      </p:sp>
      <p:pic>
        <p:nvPicPr>
          <p:cNvPr id="1933" name="Google Shape;1933;p35" title="Screenshot 2025-12-16 001254.png"/>
          <p:cNvPicPr preferRelativeResize="0"/>
          <p:nvPr/>
        </p:nvPicPr>
        <p:blipFill>
          <a:blip r:embed="rId3">
            <a:alphaModFix/>
          </a:blip>
          <a:stretch>
            <a:fillRect/>
          </a:stretch>
        </p:blipFill>
        <p:spPr>
          <a:xfrm>
            <a:off x="1828541" y="1017725"/>
            <a:ext cx="5486919" cy="395809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7" name="Shape 1937"/>
        <p:cNvGrpSpPr/>
        <p:nvPr/>
      </p:nvGrpSpPr>
      <p:grpSpPr>
        <a:xfrm>
          <a:off x="0" y="0"/>
          <a:ext cx="0" cy="0"/>
          <a:chOff x="0" y="0"/>
          <a:chExt cx="0" cy="0"/>
        </a:xfrm>
      </p:grpSpPr>
      <p:sp>
        <p:nvSpPr>
          <p:cNvPr id="1938" name="Google Shape;1938;p3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fr" sz="3800"/>
              <a:t>Policy Scenarios</a:t>
            </a:r>
            <a:endParaRPr sz="3800"/>
          </a:p>
        </p:txBody>
      </p:sp>
      <p:sp>
        <p:nvSpPr>
          <p:cNvPr id="1939" name="Google Shape;1939;p36"/>
          <p:cNvSpPr txBox="1"/>
          <p:nvPr>
            <p:ph idx="1" type="body"/>
          </p:nvPr>
        </p:nvSpPr>
        <p:spPr>
          <a:xfrm>
            <a:off x="720000" y="1215744"/>
            <a:ext cx="7704000" cy="339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sz="2000"/>
              <a:t>I projected rents to 2030 under three scenarios:</a:t>
            </a:r>
            <a:endParaRPr sz="2000"/>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381000" lvl="0" marL="457200" rtl="0" algn="l">
              <a:lnSpc>
                <a:spcPct val="200000"/>
              </a:lnSpc>
              <a:spcBef>
                <a:spcPts val="0"/>
              </a:spcBef>
              <a:spcAft>
                <a:spcPts val="0"/>
              </a:spcAft>
              <a:buSzPts val="2400"/>
              <a:buChar char="●"/>
            </a:pPr>
            <a:r>
              <a:rPr lang="fr" sz="2400"/>
              <a:t>Free Market (continue historical trend)</a:t>
            </a:r>
            <a:endParaRPr sz="2400"/>
          </a:p>
          <a:p>
            <a:pPr indent="-381000" lvl="0" marL="457200" rtl="0" algn="l">
              <a:lnSpc>
                <a:spcPct val="200000"/>
              </a:lnSpc>
              <a:spcBef>
                <a:spcPts val="0"/>
              </a:spcBef>
              <a:spcAft>
                <a:spcPts val="0"/>
              </a:spcAft>
              <a:buSzPts val="2400"/>
              <a:buChar char="●"/>
            </a:pPr>
            <a:r>
              <a:rPr lang="fr" sz="2400"/>
              <a:t>1% Rent Stabilization Cap</a:t>
            </a:r>
            <a:endParaRPr sz="2400"/>
          </a:p>
          <a:p>
            <a:pPr indent="-381000" lvl="0" marL="457200" rtl="0" algn="l">
              <a:lnSpc>
                <a:spcPct val="200000"/>
              </a:lnSpc>
              <a:spcBef>
                <a:spcPts val="0"/>
              </a:spcBef>
              <a:spcAft>
                <a:spcPts val="0"/>
              </a:spcAft>
              <a:buSzPts val="2400"/>
              <a:buChar char="●"/>
            </a:pPr>
            <a:r>
              <a:rPr lang="fr" sz="2400"/>
              <a:t>Rent Freeze</a:t>
            </a:r>
            <a:endParaRPr sz="24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3" name="Shape 1943"/>
        <p:cNvGrpSpPr/>
        <p:nvPr/>
      </p:nvGrpSpPr>
      <p:grpSpPr>
        <a:xfrm>
          <a:off x="0" y="0"/>
          <a:ext cx="0" cy="0"/>
          <a:chOff x="0" y="0"/>
          <a:chExt cx="0" cy="0"/>
        </a:xfrm>
      </p:grpSpPr>
      <p:sp>
        <p:nvSpPr>
          <p:cNvPr id="1944" name="Google Shape;1944;p3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fr"/>
              <a:t>2030 Projection Results</a:t>
            </a:r>
            <a:endParaRPr/>
          </a:p>
        </p:txBody>
      </p:sp>
      <p:graphicFrame>
        <p:nvGraphicFramePr>
          <p:cNvPr id="1945" name="Google Shape;1945;p37"/>
          <p:cNvGraphicFramePr/>
          <p:nvPr/>
        </p:nvGraphicFramePr>
        <p:xfrm>
          <a:off x="2052000" y="1554550"/>
          <a:ext cx="3000000" cy="3000000"/>
        </p:xfrm>
        <a:graphic>
          <a:graphicData uri="http://schemas.openxmlformats.org/drawingml/2006/table">
            <a:tbl>
              <a:tblPr>
                <a:noFill/>
                <a:tableStyleId>{7712667E-C8E0-4846-800B-7C5444C211EE}</a:tableStyleId>
              </a:tblPr>
              <a:tblGrid>
                <a:gridCol w="2766750"/>
                <a:gridCol w="2273250"/>
              </a:tblGrid>
              <a:tr h="904075">
                <a:tc>
                  <a:txBody>
                    <a:bodyPr/>
                    <a:lstStyle/>
                    <a:p>
                      <a:pPr indent="0" lvl="0" marL="0" rtl="0" algn="l">
                        <a:spcBef>
                          <a:spcPts val="0"/>
                        </a:spcBef>
                        <a:spcAft>
                          <a:spcPts val="0"/>
                        </a:spcAft>
                        <a:buNone/>
                      </a:pPr>
                      <a:r>
                        <a:rPr b="1" lang="fr">
                          <a:solidFill>
                            <a:schemeClr val="dk1"/>
                          </a:solidFill>
                          <a:latin typeface="Lexend"/>
                          <a:ea typeface="Lexend"/>
                          <a:cs typeface="Lexend"/>
                          <a:sym typeface="Lexend"/>
                        </a:rPr>
                        <a:t>Free Market</a:t>
                      </a:r>
                      <a:endParaRPr b="1">
                        <a:solidFill>
                          <a:schemeClr val="dk1"/>
                        </a:solidFill>
                        <a:latin typeface="Lexend"/>
                        <a:ea typeface="Lexend"/>
                        <a:cs typeface="Lexend"/>
                        <a:sym typeface="Lexend"/>
                      </a:endParaRPr>
                    </a:p>
                  </a:txBody>
                  <a:tcPr marT="91425" marB="91425" marR="91425" marL="914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fr">
                          <a:solidFill>
                            <a:schemeClr val="dk1"/>
                          </a:solidFill>
                          <a:latin typeface="Manjari"/>
                          <a:ea typeface="Manjari"/>
                          <a:cs typeface="Manjari"/>
                          <a:sym typeface="Manjari"/>
                        </a:rPr>
                        <a:t>$3,043</a:t>
                      </a:r>
                      <a:endParaRPr>
                        <a:solidFill>
                          <a:schemeClr val="dk1"/>
                        </a:solidFill>
                        <a:latin typeface="Manjari"/>
                        <a:ea typeface="Manjari"/>
                        <a:cs typeface="Manjari"/>
                        <a:sym typeface="Manjari"/>
                      </a:endParaRPr>
                    </a:p>
                  </a:txBody>
                  <a:tcPr marT="91425" marB="91425" marR="91425" marL="914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r>
              <a:tr h="1062150">
                <a:tc>
                  <a:txBody>
                    <a:bodyPr/>
                    <a:lstStyle/>
                    <a:p>
                      <a:pPr indent="0" lvl="0" marL="0" rtl="0" algn="l">
                        <a:spcBef>
                          <a:spcPts val="0"/>
                        </a:spcBef>
                        <a:spcAft>
                          <a:spcPts val="0"/>
                        </a:spcAft>
                        <a:buNone/>
                      </a:pPr>
                      <a:r>
                        <a:rPr b="1" lang="fr">
                          <a:solidFill>
                            <a:schemeClr val="dk1"/>
                          </a:solidFill>
                          <a:latin typeface="Lexend"/>
                          <a:ea typeface="Lexend"/>
                          <a:cs typeface="Lexend"/>
                          <a:sym typeface="Lexend"/>
                        </a:rPr>
                        <a:t>1% Rent Stabilization</a:t>
                      </a:r>
                      <a:endParaRPr b="1">
                        <a:solidFill>
                          <a:schemeClr val="dk1"/>
                        </a:solidFill>
                        <a:latin typeface="Lexend"/>
                        <a:ea typeface="Lexend"/>
                        <a:cs typeface="Lexend"/>
                        <a:sym typeface="Lexend"/>
                      </a:endParaRPr>
                    </a:p>
                  </a:txBody>
                  <a:tcPr marT="91425" marB="91425" marR="91425" marL="914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fr">
                          <a:solidFill>
                            <a:schemeClr val="dk1"/>
                          </a:solidFill>
                          <a:latin typeface="Manjari"/>
                          <a:ea typeface="Manjari"/>
                          <a:cs typeface="Manjari"/>
                          <a:sym typeface="Manjari"/>
                        </a:rPr>
                        <a:t>$2,601</a:t>
                      </a:r>
                      <a:endParaRPr>
                        <a:solidFill>
                          <a:schemeClr val="dk1"/>
                        </a:solidFill>
                        <a:latin typeface="Manjari"/>
                        <a:ea typeface="Manjari"/>
                        <a:cs typeface="Manjari"/>
                        <a:sym typeface="Manjari"/>
                      </a:endParaRPr>
                    </a:p>
                  </a:txBody>
                  <a:tcPr marT="91425" marB="91425" marR="91425" marL="914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r>
              <a:tr h="904075">
                <a:tc>
                  <a:txBody>
                    <a:bodyPr/>
                    <a:lstStyle/>
                    <a:p>
                      <a:pPr indent="0" lvl="0" marL="0" rtl="0" algn="l">
                        <a:spcBef>
                          <a:spcPts val="0"/>
                        </a:spcBef>
                        <a:spcAft>
                          <a:spcPts val="0"/>
                        </a:spcAft>
                        <a:buNone/>
                      </a:pPr>
                      <a:r>
                        <a:rPr b="1" lang="fr">
                          <a:solidFill>
                            <a:schemeClr val="dk1"/>
                          </a:solidFill>
                          <a:latin typeface="Lexend"/>
                          <a:ea typeface="Lexend"/>
                          <a:cs typeface="Lexend"/>
                          <a:sym typeface="Lexend"/>
                        </a:rPr>
                        <a:t>Rent Freeze</a:t>
                      </a:r>
                      <a:endParaRPr b="1">
                        <a:solidFill>
                          <a:schemeClr val="dk1"/>
                        </a:solidFill>
                        <a:latin typeface="Lexend"/>
                        <a:ea typeface="Lexend"/>
                        <a:cs typeface="Lexend"/>
                        <a:sym typeface="Lexend"/>
                      </a:endParaRPr>
                    </a:p>
                  </a:txBody>
                  <a:tcPr marT="91425" marB="91425" marR="91425" marL="914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fr">
                          <a:solidFill>
                            <a:schemeClr val="dk1"/>
                          </a:solidFill>
                          <a:latin typeface="Manjari"/>
                          <a:ea typeface="Manjari"/>
                          <a:cs typeface="Manjari"/>
                          <a:sym typeface="Manjari"/>
                        </a:rPr>
                        <a:t>$2,451</a:t>
                      </a:r>
                      <a:endParaRPr>
                        <a:solidFill>
                          <a:schemeClr val="dk1"/>
                        </a:solidFill>
                        <a:latin typeface="Manjari"/>
                        <a:ea typeface="Manjari"/>
                        <a:cs typeface="Manjari"/>
                        <a:sym typeface="Manjari"/>
                      </a:endParaRPr>
                    </a:p>
                  </a:txBody>
                  <a:tcPr marT="91425" marB="91425" marR="91425" marL="914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r>
            </a:tbl>
          </a:graphicData>
        </a:graphic>
      </p:graphicFrame>
      <p:sp>
        <p:nvSpPr>
          <p:cNvPr id="1946" name="Google Shape;1946;p37"/>
          <p:cNvSpPr txBox="1"/>
          <p:nvPr>
            <p:ph type="title"/>
          </p:nvPr>
        </p:nvSpPr>
        <p:spPr>
          <a:xfrm>
            <a:off x="720000" y="961463"/>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0" lang="fr" sz="2000">
                <a:latin typeface="Lexend ExtraLight"/>
                <a:ea typeface="Lexend ExtraLight"/>
                <a:cs typeface="Lexend ExtraLight"/>
                <a:sym typeface="Lexend ExtraLight"/>
              </a:rPr>
              <a:t>Manhattan 1 BR in 2030 </a:t>
            </a:r>
            <a:endParaRPr b="0" sz="2000">
              <a:latin typeface="Lexend ExtraLight"/>
              <a:ea typeface="Lexend ExtraLight"/>
              <a:cs typeface="Lexend ExtraLight"/>
              <a:sym typeface="Lexend Extra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0" name="Shape 1950"/>
        <p:cNvGrpSpPr/>
        <p:nvPr/>
      </p:nvGrpSpPr>
      <p:grpSpPr>
        <a:xfrm>
          <a:off x="0" y="0"/>
          <a:ext cx="0" cy="0"/>
          <a:chOff x="0" y="0"/>
          <a:chExt cx="0" cy="0"/>
        </a:xfrm>
      </p:grpSpPr>
      <p:sp>
        <p:nvSpPr>
          <p:cNvPr id="1951" name="Google Shape;1951;p38"/>
          <p:cNvSpPr txBox="1"/>
          <p:nvPr>
            <p:ph type="title"/>
          </p:nvPr>
        </p:nvSpPr>
        <p:spPr>
          <a:xfrm>
            <a:off x="366375" y="280600"/>
            <a:ext cx="8537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sz="2900"/>
              <a:t>Free Market vs Rent Stabilization vs Freeze</a:t>
            </a:r>
            <a:endParaRPr sz="2900"/>
          </a:p>
          <a:p>
            <a:pPr indent="0" lvl="0" marL="0" rtl="0" algn="ctr">
              <a:spcBef>
                <a:spcPts val="0"/>
              </a:spcBef>
              <a:spcAft>
                <a:spcPts val="0"/>
              </a:spcAft>
              <a:buNone/>
            </a:pPr>
            <a:r>
              <a:t/>
            </a:r>
            <a:endParaRPr/>
          </a:p>
        </p:txBody>
      </p:sp>
      <p:pic>
        <p:nvPicPr>
          <p:cNvPr id="1952" name="Google Shape;1952;p38" title="Screenshot 2025-12-16 004119.png"/>
          <p:cNvPicPr preferRelativeResize="0"/>
          <p:nvPr/>
        </p:nvPicPr>
        <p:blipFill rotWithShape="1">
          <a:blip r:embed="rId3">
            <a:alphaModFix/>
          </a:blip>
          <a:srcRect b="367" l="0" r="0" t="367"/>
          <a:stretch/>
        </p:blipFill>
        <p:spPr>
          <a:xfrm>
            <a:off x="1828541" y="1017725"/>
            <a:ext cx="5486919" cy="395809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6" name="Shape 1956"/>
        <p:cNvGrpSpPr/>
        <p:nvPr/>
      </p:nvGrpSpPr>
      <p:grpSpPr>
        <a:xfrm>
          <a:off x="0" y="0"/>
          <a:ext cx="0" cy="0"/>
          <a:chOff x="0" y="0"/>
          <a:chExt cx="0" cy="0"/>
        </a:xfrm>
      </p:grpSpPr>
      <p:pic>
        <p:nvPicPr>
          <p:cNvPr id="1957" name="Google Shape;1957;p39" title="Screenshot 2025-12-16 101322.png"/>
          <p:cNvPicPr preferRelativeResize="0"/>
          <p:nvPr/>
        </p:nvPicPr>
        <p:blipFill>
          <a:blip r:embed="rId3">
            <a:alphaModFix/>
          </a:blip>
          <a:stretch>
            <a:fillRect/>
          </a:stretch>
        </p:blipFill>
        <p:spPr>
          <a:xfrm>
            <a:off x="5077167" y="970909"/>
            <a:ext cx="3595698" cy="3996000"/>
          </a:xfrm>
          <a:prstGeom prst="rect">
            <a:avLst/>
          </a:prstGeom>
          <a:noFill/>
          <a:ln>
            <a:noFill/>
          </a:ln>
        </p:spPr>
      </p:pic>
      <p:sp>
        <p:nvSpPr>
          <p:cNvPr id="1958" name="Google Shape;1958;p39"/>
          <p:cNvSpPr txBox="1"/>
          <p:nvPr>
            <p:ph type="title"/>
          </p:nvPr>
        </p:nvSpPr>
        <p:spPr>
          <a:xfrm>
            <a:off x="491297" y="731845"/>
            <a:ext cx="4713300" cy="333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sz="2900"/>
              <a:t>Geospatial Feature</a:t>
            </a:r>
            <a:endParaRPr sz="2900"/>
          </a:p>
        </p:txBody>
      </p:sp>
      <p:sp>
        <p:nvSpPr>
          <p:cNvPr id="1959" name="Google Shape;1959;p39"/>
          <p:cNvSpPr txBox="1"/>
          <p:nvPr/>
        </p:nvSpPr>
        <p:spPr>
          <a:xfrm>
            <a:off x="460325" y="1683960"/>
            <a:ext cx="4617000" cy="2401200"/>
          </a:xfrm>
          <a:prstGeom prst="rect">
            <a:avLst/>
          </a:prstGeom>
          <a:noFill/>
          <a:ln>
            <a:noFill/>
          </a:ln>
        </p:spPr>
        <p:txBody>
          <a:bodyPr anchorCtr="0" anchor="t" bIns="91425" lIns="91425" spcFirstLastPara="1" rIns="91425" wrap="square" tIns="91425">
            <a:spAutoFit/>
          </a:bodyPr>
          <a:lstStyle/>
          <a:p>
            <a:pPr indent="-330200" lvl="0" marL="457200" rtl="0" algn="l">
              <a:lnSpc>
                <a:spcPct val="200000"/>
              </a:lnSpc>
              <a:spcBef>
                <a:spcPts val="0"/>
              </a:spcBef>
              <a:spcAft>
                <a:spcPts val="0"/>
              </a:spcAft>
              <a:buClr>
                <a:schemeClr val="dk1"/>
              </a:buClr>
              <a:buSzPts val="1600"/>
              <a:buFont typeface="Manjari"/>
              <a:buChar char="●"/>
            </a:pPr>
            <a:r>
              <a:rPr lang="fr" sz="1600">
                <a:solidFill>
                  <a:schemeClr val="dk1"/>
                </a:solidFill>
                <a:latin typeface="Manjari"/>
                <a:ea typeface="Manjari"/>
                <a:cs typeface="Manjari"/>
                <a:sym typeface="Manjari"/>
              </a:rPr>
              <a:t>Simple map of Manhattan (New York County) using</a:t>
            </a:r>
            <a:r>
              <a:rPr i="1" lang="fr" sz="1600">
                <a:solidFill>
                  <a:schemeClr val="dk1"/>
                </a:solidFill>
                <a:latin typeface="Manjari"/>
                <a:ea typeface="Manjari"/>
                <a:cs typeface="Manjari"/>
                <a:sym typeface="Manjari"/>
              </a:rPr>
              <a:t> {sf} + {tigris} </a:t>
            </a:r>
            <a:endParaRPr i="1" sz="1600">
              <a:solidFill>
                <a:schemeClr val="dk1"/>
              </a:solidFill>
              <a:latin typeface="Manjari"/>
              <a:ea typeface="Manjari"/>
              <a:cs typeface="Manjari"/>
              <a:sym typeface="Manjari"/>
            </a:endParaRPr>
          </a:p>
          <a:p>
            <a:pPr indent="-330200" lvl="0" marL="457200" rtl="0" algn="l">
              <a:lnSpc>
                <a:spcPct val="200000"/>
              </a:lnSpc>
              <a:spcBef>
                <a:spcPts val="0"/>
              </a:spcBef>
              <a:spcAft>
                <a:spcPts val="0"/>
              </a:spcAft>
              <a:buClr>
                <a:schemeClr val="dk1"/>
              </a:buClr>
              <a:buSzPts val="1600"/>
              <a:buFont typeface="Manjari"/>
              <a:buChar char="●"/>
            </a:pPr>
            <a:r>
              <a:rPr lang="fr" sz="1600">
                <a:solidFill>
                  <a:schemeClr val="dk1"/>
                </a:solidFill>
                <a:latin typeface="Manjari"/>
                <a:ea typeface="Manjari"/>
                <a:cs typeface="Manjari"/>
                <a:sym typeface="Manjari"/>
              </a:rPr>
              <a:t>Displays the latest FMR value</a:t>
            </a:r>
            <a:endParaRPr sz="1600">
              <a:solidFill>
                <a:schemeClr val="dk1"/>
              </a:solidFill>
              <a:latin typeface="Manjari"/>
              <a:ea typeface="Manjari"/>
              <a:cs typeface="Manjari"/>
              <a:sym typeface="Manjari"/>
            </a:endParaRPr>
          </a:p>
          <a:p>
            <a:pPr indent="-330200" lvl="0" marL="457200" rtl="0" algn="l">
              <a:lnSpc>
                <a:spcPct val="200000"/>
              </a:lnSpc>
              <a:spcBef>
                <a:spcPts val="0"/>
              </a:spcBef>
              <a:spcAft>
                <a:spcPts val="0"/>
              </a:spcAft>
              <a:buClr>
                <a:schemeClr val="dk1"/>
              </a:buClr>
              <a:buSzPts val="1600"/>
              <a:buFont typeface="Manjari"/>
              <a:buChar char="●"/>
            </a:pPr>
            <a:r>
              <a:rPr lang="fr" sz="1600">
                <a:solidFill>
                  <a:schemeClr val="dk1"/>
                </a:solidFill>
                <a:latin typeface="Manjari"/>
                <a:ea typeface="Manjari"/>
                <a:cs typeface="Manjari"/>
                <a:sym typeface="Manjari"/>
              </a:rPr>
              <a:t>All same colors because it’s Manhattan’s average price</a:t>
            </a:r>
            <a:endParaRPr sz="1600">
              <a:solidFill>
                <a:schemeClr val="dk1"/>
              </a:solidFill>
              <a:latin typeface="Manjari"/>
              <a:ea typeface="Manjari"/>
              <a:cs typeface="Manjari"/>
              <a:sym typeface="Manja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3" name="Shape 1963"/>
        <p:cNvGrpSpPr/>
        <p:nvPr/>
      </p:nvGrpSpPr>
      <p:grpSpPr>
        <a:xfrm>
          <a:off x="0" y="0"/>
          <a:ext cx="0" cy="0"/>
          <a:chOff x="0" y="0"/>
          <a:chExt cx="0" cy="0"/>
        </a:xfrm>
      </p:grpSpPr>
      <p:sp>
        <p:nvSpPr>
          <p:cNvPr id="1964" name="Google Shape;1964;p4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fr"/>
              <a:t>Key Takeaways</a:t>
            </a:r>
            <a:endParaRPr/>
          </a:p>
        </p:txBody>
      </p:sp>
      <p:sp>
        <p:nvSpPr>
          <p:cNvPr id="1965" name="Google Shape;1965;p40"/>
          <p:cNvSpPr txBox="1"/>
          <p:nvPr>
            <p:ph idx="2" type="subTitle"/>
          </p:nvPr>
        </p:nvSpPr>
        <p:spPr>
          <a:xfrm>
            <a:off x="846750" y="1640575"/>
            <a:ext cx="7450500" cy="2615100"/>
          </a:xfrm>
          <a:prstGeom prst="rect">
            <a:avLst/>
          </a:prstGeom>
        </p:spPr>
        <p:txBody>
          <a:bodyPr anchorCtr="0" anchor="t" bIns="91425" lIns="91425" spcFirstLastPara="1" rIns="91425" wrap="square" tIns="91425">
            <a:noAutofit/>
          </a:bodyPr>
          <a:lstStyle/>
          <a:p>
            <a:pPr indent="-336550" lvl="0" marL="457200" rtl="0" algn="l">
              <a:lnSpc>
                <a:spcPct val="200000"/>
              </a:lnSpc>
              <a:spcBef>
                <a:spcPts val="0"/>
              </a:spcBef>
              <a:spcAft>
                <a:spcPts val="0"/>
              </a:spcAft>
              <a:buSzPts val="1700"/>
              <a:buChar char="●"/>
            </a:pPr>
            <a:r>
              <a:rPr lang="fr" sz="1700"/>
              <a:t>Manhattan rents have risen steadily for a decade</a:t>
            </a:r>
            <a:endParaRPr sz="1700"/>
          </a:p>
          <a:p>
            <a:pPr indent="-336550" lvl="0" marL="457200" rtl="0" algn="l">
              <a:lnSpc>
                <a:spcPct val="200000"/>
              </a:lnSpc>
              <a:spcBef>
                <a:spcPts val="0"/>
              </a:spcBef>
              <a:spcAft>
                <a:spcPts val="0"/>
              </a:spcAft>
              <a:buSzPts val="1700"/>
              <a:buChar char="●"/>
            </a:pPr>
            <a:r>
              <a:rPr lang="fr" sz="1700"/>
              <a:t>Free market forecast reaches </a:t>
            </a:r>
            <a:r>
              <a:rPr b="1" lang="fr" sz="1700"/>
              <a:t>$3,000+ by 2030</a:t>
            </a:r>
            <a:endParaRPr b="1" sz="1700"/>
          </a:p>
          <a:p>
            <a:pPr indent="-336550" lvl="0" marL="457200" rtl="0" algn="l">
              <a:lnSpc>
                <a:spcPct val="200000"/>
              </a:lnSpc>
              <a:spcBef>
                <a:spcPts val="0"/>
              </a:spcBef>
              <a:spcAft>
                <a:spcPts val="0"/>
              </a:spcAft>
              <a:buSzPts val="1700"/>
              <a:buChar char="●"/>
            </a:pPr>
            <a:r>
              <a:rPr lang="fr" sz="1700"/>
              <a:t>Rent stabilization </a:t>
            </a:r>
            <a:r>
              <a:rPr b="1" lang="fr" sz="1700"/>
              <a:t>reduces </a:t>
            </a:r>
            <a:r>
              <a:rPr lang="fr" sz="1700"/>
              <a:t>projected rents by around </a:t>
            </a:r>
            <a:r>
              <a:rPr b="1" lang="fr" sz="1700"/>
              <a:t>14%</a:t>
            </a:r>
            <a:endParaRPr b="1" sz="1700"/>
          </a:p>
          <a:p>
            <a:pPr indent="-336550" lvl="0" marL="457200" rtl="0" algn="l">
              <a:lnSpc>
                <a:spcPct val="200000"/>
              </a:lnSpc>
              <a:spcBef>
                <a:spcPts val="0"/>
              </a:spcBef>
              <a:spcAft>
                <a:spcPts val="0"/>
              </a:spcAft>
              <a:buSzPts val="1700"/>
              <a:buChar char="●"/>
            </a:pPr>
            <a:r>
              <a:rPr lang="fr" sz="1700"/>
              <a:t>Rent freeze </a:t>
            </a:r>
            <a:r>
              <a:rPr b="1" lang="fr" sz="1700"/>
              <a:t>reduces</a:t>
            </a:r>
            <a:r>
              <a:rPr lang="fr" sz="1700"/>
              <a:t> projected rents by around </a:t>
            </a:r>
            <a:r>
              <a:rPr b="1" lang="fr" sz="1700"/>
              <a:t>20%</a:t>
            </a:r>
            <a:endParaRPr b="1" sz="1700"/>
          </a:p>
          <a:p>
            <a:pPr indent="-336550" lvl="0" marL="457200" rtl="0" algn="l">
              <a:lnSpc>
                <a:spcPct val="200000"/>
              </a:lnSpc>
              <a:spcBef>
                <a:spcPts val="0"/>
              </a:spcBef>
              <a:spcAft>
                <a:spcPts val="0"/>
              </a:spcAft>
              <a:buSzPts val="1700"/>
              <a:buChar char="●"/>
            </a:pPr>
            <a:r>
              <a:rPr lang="fr" sz="1700"/>
              <a:t>Policy choices meaningfully impact future affordability</a:t>
            </a:r>
            <a:r>
              <a:rPr lang="fr" sz="1700"/>
              <a:t> </a:t>
            </a:r>
            <a:endParaRPr sz="17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9" name="Shape 1969"/>
        <p:cNvGrpSpPr/>
        <p:nvPr/>
      </p:nvGrpSpPr>
      <p:grpSpPr>
        <a:xfrm>
          <a:off x="0" y="0"/>
          <a:ext cx="0" cy="0"/>
          <a:chOff x="0" y="0"/>
          <a:chExt cx="0" cy="0"/>
        </a:xfrm>
      </p:grpSpPr>
      <p:sp>
        <p:nvSpPr>
          <p:cNvPr id="1970" name="Google Shape;1970;p41"/>
          <p:cNvSpPr txBox="1"/>
          <p:nvPr>
            <p:ph idx="2" type="subTitle"/>
          </p:nvPr>
        </p:nvSpPr>
        <p:spPr>
          <a:xfrm>
            <a:off x="846750" y="1640575"/>
            <a:ext cx="7450500" cy="2615100"/>
          </a:xfrm>
          <a:prstGeom prst="rect">
            <a:avLst/>
          </a:prstGeom>
        </p:spPr>
        <p:txBody>
          <a:bodyPr anchorCtr="0" anchor="t" bIns="91425" lIns="91425" spcFirstLastPara="1" rIns="91425" wrap="square" tIns="91425">
            <a:noAutofit/>
          </a:bodyPr>
          <a:lstStyle/>
          <a:p>
            <a:pPr indent="-355600" lvl="0" marL="457200" rtl="0" algn="l">
              <a:lnSpc>
                <a:spcPct val="200000"/>
              </a:lnSpc>
              <a:spcBef>
                <a:spcPts val="0"/>
              </a:spcBef>
              <a:spcAft>
                <a:spcPts val="0"/>
              </a:spcAft>
              <a:buSzPts val="2000"/>
              <a:buChar char="●"/>
            </a:pPr>
            <a:r>
              <a:rPr lang="fr" sz="2000"/>
              <a:t>Forecasting model is descriptive, not causal</a:t>
            </a:r>
            <a:endParaRPr sz="2000"/>
          </a:p>
          <a:p>
            <a:pPr indent="-355600" lvl="0" marL="457200" rtl="0" algn="l">
              <a:lnSpc>
                <a:spcPct val="200000"/>
              </a:lnSpc>
              <a:spcBef>
                <a:spcPts val="0"/>
              </a:spcBef>
              <a:spcAft>
                <a:spcPts val="0"/>
              </a:spcAft>
              <a:buSzPts val="2000"/>
              <a:buChar char="●"/>
            </a:pPr>
            <a:r>
              <a:rPr lang="fr" sz="2000"/>
              <a:t>Market reactions to regulation not modeled</a:t>
            </a:r>
            <a:endParaRPr b="1" sz="2000"/>
          </a:p>
          <a:p>
            <a:pPr indent="-355600" lvl="0" marL="457200" rtl="0" algn="l">
              <a:lnSpc>
                <a:spcPct val="200000"/>
              </a:lnSpc>
              <a:spcBef>
                <a:spcPts val="0"/>
              </a:spcBef>
              <a:spcAft>
                <a:spcPts val="0"/>
              </a:spcAft>
              <a:buSzPts val="2000"/>
              <a:buChar char="●"/>
            </a:pPr>
            <a:r>
              <a:rPr lang="fr" sz="2000"/>
              <a:t>FMR and ZORI are proxies for actual rents</a:t>
            </a:r>
            <a:endParaRPr b="1" sz="2000"/>
          </a:p>
          <a:p>
            <a:pPr indent="-355600" lvl="0" marL="457200" rtl="0" algn="l">
              <a:lnSpc>
                <a:spcPct val="200000"/>
              </a:lnSpc>
              <a:spcBef>
                <a:spcPts val="0"/>
              </a:spcBef>
              <a:spcAft>
                <a:spcPts val="0"/>
              </a:spcAft>
              <a:buSzPts val="2000"/>
              <a:buChar char="●"/>
            </a:pPr>
            <a:r>
              <a:rPr lang="fr" sz="2000"/>
              <a:t>Neighborhood-level variation not included</a:t>
            </a:r>
            <a:endParaRPr sz="2000"/>
          </a:p>
        </p:txBody>
      </p:sp>
      <p:sp>
        <p:nvSpPr>
          <p:cNvPr id="1971" name="Google Shape;1971;p4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fr"/>
              <a:t>Limitations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5" name="Shape 1975"/>
        <p:cNvGrpSpPr/>
        <p:nvPr/>
      </p:nvGrpSpPr>
      <p:grpSpPr>
        <a:xfrm>
          <a:off x="0" y="0"/>
          <a:ext cx="0" cy="0"/>
          <a:chOff x="0" y="0"/>
          <a:chExt cx="0" cy="0"/>
        </a:xfrm>
      </p:grpSpPr>
      <p:sp>
        <p:nvSpPr>
          <p:cNvPr id="1976" name="Google Shape;1976;p42"/>
          <p:cNvSpPr txBox="1"/>
          <p:nvPr>
            <p:ph idx="2" type="subTitle"/>
          </p:nvPr>
        </p:nvSpPr>
        <p:spPr>
          <a:xfrm>
            <a:off x="846750" y="1640575"/>
            <a:ext cx="7450500" cy="2615100"/>
          </a:xfrm>
          <a:prstGeom prst="rect">
            <a:avLst/>
          </a:prstGeom>
        </p:spPr>
        <p:txBody>
          <a:bodyPr anchorCtr="0" anchor="t" bIns="91425" lIns="91425" spcFirstLastPara="1" rIns="91425" wrap="square" tIns="91425">
            <a:noAutofit/>
          </a:bodyPr>
          <a:lstStyle/>
          <a:p>
            <a:pPr indent="-355600" lvl="0" marL="457200" rtl="0" algn="l">
              <a:lnSpc>
                <a:spcPct val="200000"/>
              </a:lnSpc>
              <a:spcBef>
                <a:spcPts val="0"/>
              </a:spcBef>
              <a:spcAft>
                <a:spcPts val="0"/>
              </a:spcAft>
              <a:buSzPts val="2000"/>
              <a:buChar char="●"/>
            </a:pPr>
            <a:r>
              <a:rPr lang="fr" sz="2000"/>
              <a:t>Rent policy materially affects projected rent levels</a:t>
            </a:r>
            <a:endParaRPr sz="2000"/>
          </a:p>
          <a:p>
            <a:pPr indent="-355600" lvl="0" marL="457200" rtl="0" algn="l">
              <a:lnSpc>
                <a:spcPct val="200000"/>
              </a:lnSpc>
              <a:spcBef>
                <a:spcPts val="0"/>
              </a:spcBef>
              <a:spcAft>
                <a:spcPts val="0"/>
              </a:spcAft>
              <a:buSzPts val="2000"/>
              <a:buChar char="●"/>
            </a:pPr>
            <a:r>
              <a:rPr lang="fr" sz="2000"/>
              <a:t>Even modest regulation significantly slows rent growth</a:t>
            </a:r>
            <a:endParaRPr b="1" sz="2000"/>
          </a:p>
          <a:p>
            <a:pPr indent="-355600" lvl="0" marL="457200" rtl="0" algn="l">
              <a:lnSpc>
                <a:spcPct val="200000"/>
              </a:lnSpc>
              <a:spcBef>
                <a:spcPts val="0"/>
              </a:spcBef>
              <a:spcAft>
                <a:spcPts val="0"/>
              </a:spcAft>
              <a:buSzPts val="2000"/>
              <a:buChar char="●"/>
            </a:pPr>
            <a:r>
              <a:rPr lang="fr" sz="2000"/>
              <a:t>Scenario modeling offers valuable insight for public policies discussion</a:t>
            </a:r>
            <a:endParaRPr sz="2000"/>
          </a:p>
        </p:txBody>
      </p:sp>
      <p:sp>
        <p:nvSpPr>
          <p:cNvPr id="1977" name="Google Shape;1977;p4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fr"/>
              <a:t>Conclusion</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1" name="Shape 1981"/>
        <p:cNvGrpSpPr/>
        <p:nvPr/>
      </p:nvGrpSpPr>
      <p:grpSpPr>
        <a:xfrm>
          <a:off x="0" y="0"/>
          <a:ext cx="0" cy="0"/>
          <a:chOff x="0" y="0"/>
          <a:chExt cx="0" cy="0"/>
        </a:xfrm>
      </p:grpSpPr>
      <p:sp>
        <p:nvSpPr>
          <p:cNvPr id="1982" name="Google Shape;1982;p43"/>
          <p:cNvSpPr txBox="1"/>
          <p:nvPr>
            <p:ph type="title"/>
          </p:nvPr>
        </p:nvSpPr>
        <p:spPr>
          <a:xfrm>
            <a:off x="1133425" y="1896325"/>
            <a:ext cx="6877200" cy="1205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fr"/>
              <a:t>Thank you!</a:t>
            </a:r>
            <a:endParaRPr/>
          </a:p>
        </p:txBody>
      </p:sp>
      <p:grpSp>
        <p:nvGrpSpPr>
          <p:cNvPr id="1983" name="Google Shape;1983;p43"/>
          <p:cNvGrpSpPr/>
          <p:nvPr/>
        </p:nvGrpSpPr>
        <p:grpSpPr>
          <a:xfrm flipH="1">
            <a:off x="7727125" y="3477075"/>
            <a:ext cx="130200" cy="126125"/>
            <a:chOff x="3935725" y="167575"/>
            <a:chExt cx="130200" cy="126125"/>
          </a:xfrm>
        </p:grpSpPr>
        <p:sp>
          <p:nvSpPr>
            <p:cNvPr id="1984" name="Google Shape;1984;p43"/>
            <p:cNvSpPr/>
            <p:nvPr/>
          </p:nvSpPr>
          <p:spPr>
            <a:xfrm>
              <a:off x="3935725" y="167575"/>
              <a:ext cx="65100" cy="56400"/>
            </a:xfrm>
            <a:prstGeom prst="hexagon">
              <a:avLst>
                <a:gd fmla="val 25000" name="adj"/>
                <a:gd fmla="val 115470" name="vf"/>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985" name="Google Shape;1985;p43"/>
            <p:cNvSpPr/>
            <p:nvPr/>
          </p:nvSpPr>
          <p:spPr>
            <a:xfrm>
              <a:off x="4000825" y="201775"/>
              <a:ext cx="65100" cy="56400"/>
            </a:xfrm>
            <a:prstGeom prst="hexagon">
              <a:avLst>
                <a:gd fmla="val 25000" name="adj"/>
                <a:gd fmla="val 115470" name="vf"/>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986" name="Google Shape;1986;p43"/>
            <p:cNvSpPr/>
            <p:nvPr/>
          </p:nvSpPr>
          <p:spPr>
            <a:xfrm>
              <a:off x="3935725" y="237300"/>
              <a:ext cx="65100" cy="56400"/>
            </a:xfrm>
            <a:prstGeom prst="hexagon">
              <a:avLst>
                <a:gd fmla="val 25000" name="adj"/>
                <a:gd fmla="val 115470" name="vf"/>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1987" name="Google Shape;1987;p43"/>
          <p:cNvGrpSpPr/>
          <p:nvPr/>
        </p:nvGrpSpPr>
        <p:grpSpPr>
          <a:xfrm flipH="1">
            <a:off x="5398975" y="4355125"/>
            <a:ext cx="130200" cy="126125"/>
            <a:chOff x="3935725" y="167575"/>
            <a:chExt cx="130200" cy="126125"/>
          </a:xfrm>
        </p:grpSpPr>
        <p:sp>
          <p:nvSpPr>
            <p:cNvPr id="1988" name="Google Shape;1988;p43"/>
            <p:cNvSpPr/>
            <p:nvPr/>
          </p:nvSpPr>
          <p:spPr>
            <a:xfrm>
              <a:off x="3935725" y="167575"/>
              <a:ext cx="65100" cy="564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989" name="Google Shape;1989;p43"/>
            <p:cNvSpPr/>
            <p:nvPr/>
          </p:nvSpPr>
          <p:spPr>
            <a:xfrm>
              <a:off x="4000825" y="201775"/>
              <a:ext cx="65100" cy="564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1990" name="Google Shape;1990;p43"/>
            <p:cNvSpPr/>
            <p:nvPr/>
          </p:nvSpPr>
          <p:spPr>
            <a:xfrm>
              <a:off x="3935725" y="237300"/>
              <a:ext cx="65100" cy="564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1991" name="Google Shape;1991;p43"/>
          <p:cNvGrpSpPr/>
          <p:nvPr/>
        </p:nvGrpSpPr>
        <p:grpSpPr>
          <a:xfrm flipH="1">
            <a:off x="1483955" y="3834741"/>
            <a:ext cx="101875" cy="134875"/>
            <a:chOff x="3928495" y="333391"/>
            <a:chExt cx="101875" cy="134875"/>
          </a:xfrm>
        </p:grpSpPr>
        <p:grpSp>
          <p:nvGrpSpPr>
            <p:cNvPr id="1992" name="Google Shape;1992;p43"/>
            <p:cNvGrpSpPr/>
            <p:nvPr/>
          </p:nvGrpSpPr>
          <p:grpSpPr>
            <a:xfrm>
              <a:off x="3928495" y="379241"/>
              <a:ext cx="44700" cy="42600"/>
              <a:chOff x="3928495" y="379241"/>
              <a:chExt cx="44700" cy="42600"/>
            </a:xfrm>
          </p:grpSpPr>
          <p:sp>
            <p:nvSpPr>
              <p:cNvPr id="1993" name="Google Shape;1993;p43"/>
              <p:cNvSpPr/>
              <p:nvPr/>
            </p:nvSpPr>
            <p:spPr>
              <a:xfrm>
                <a:off x="3928495" y="396272"/>
                <a:ext cx="44700" cy="81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94" name="Google Shape;1994;p43"/>
              <p:cNvSpPr/>
              <p:nvPr/>
            </p:nvSpPr>
            <p:spPr>
              <a:xfrm>
                <a:off x="3946802" y="379241"/>
                <a:ext cx="8100" cy="426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995" name="Google Shape;1995;p43"/>
            <p:cNvGrpSpPr/>
            <p:nvPr/>
          </p:nvGrpSpPr>
          <p:grpSpPr>
            <a:xfrm>
              <a:off x="3985670" y="425666"/>
              <a:ext cx="44700" cy="42600"/>
              <a:chOff x="3928495" y="379241"/>
              <a:chExt cx="44700" cy="42600"/>
            </a:xfrm>
          </p:grpSpPr>
          <p:sp>
            <p:nvSpPr>
              <p:cNvPr id="1996" name="Google Shape;1996;p43"/>
              <p:cNvSpPr/>
              <p:nvPr/>
            </p:nvSpPr>
            <p:spPr>
              <a:xfrm>
                <a:off x="3928495" y="396272"/>
                <a:ext cx="44700" cy="81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97" name="Google Shape;1997;p43"/>
              <p:cNvSpPr/>
              <p:nvPr/>
            </p:nvSpPr>
            <p:spPr>
              <a:xfrm>
                <a:off x="3946802" y="379241"/>
                <a:ext cx="8100" cy="426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998" name="Google Shape;1998;p43"/>
            <p:cNvGrpSpPr/>
            <p:nvPr/>
          </p:nvGrpSpPr>
          <p:grpSpPr>
            <a:xfrm>
              <a:off x="3985670" y="333391"/>
              <a:ext cx="44700" cy="42600"/>
              <a:chOff x="3928495" y="379241"/>
              <a:chExt cx="44700" cy="42600"/>
            </a:xfrm>
          </p:grpSpPr>
          <p:sp>
            <p:nvSpPr>
              <p:cNvPr id="1999" name="Google Shape;1999;p43"/>
              <p:cNvSpPr/>
              <p:nvPr/>
            </p:nvSpPr>
            <p:spPr>
              <a:xfrm>
                <a:off x="3928495" y="396272"/>
                <a:ext cx="44700" cy="81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00" name="Google Shape;2000;p43"/>
              <p:cNvSpPr/>
              <p:nvPr/>
            </p:nvSpPr>
            <p:spPr>
              <a:xfrm>
                <a:off x="3946802" y="379241"/>
                <a:ext cx="8100" cy="426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2001" name="Google Shape;2001;p43"/>
          <p:cNvGrpSpPr/>
          <p:nvPr/>
        </p:nvGrpSpPr>
        <p:grpSpPr>
          <a:xfrm flipH="1">
            <a:off x="4266175" y="597463"/>
            <a:ext cx="130200" cy="126125"/>
            <a:chOff x="3935725" y="167575"/>
            <a:chExt cx="130200" cy="126125"/>
          </a:xfrm>
        </p:grpSpPr>
        <p:sp>
          <p:nvSpPr>
            <p:cNvPr id="2002" name="Google Shape;2002;p43"/>
            <p:cNvSpPr/>
            <p:nvPr/>
          </p:nvSpPr>
          <p:spPr>
            <a:xfrm>
              <a:off x="3935725" y="167575"/>
              <a:ext cx="65100" cy="56400"/>
            </a:xfrm>
            <a:prstGeom prst="hexagon">
              <a:avLst>
                <a:gd fmla="val 25000" name="adj"/>
                <a:gd fmla="val 115470" name="vf"/>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2003" name="Google Shape;2003;p43"/>
            <p:cNvSpPr/>
            <p:nvPr/>
          </p:nvSpPr>
          <p:spPr>
            <a:xfrm>
              <a:off x="4000825" y="201775"/>
              <a:ext cx="65100" cy="56400"/>
            </a:xfrm>
            <a:prstGeom prst="hexagon">
              <a:avLst>
                <a:gd fmla="val 25000" name="adj"/>
                <a:gd fmla="val 115470" name="vf"/>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2004" name="Google Shape;2004;p43"/>
            <p:cNvSpPr/>
            <p:nvPr/>
          </p:nvSpPr>
          <p:spPr>
            <a:xfrm>
              <a:off x="3935725" y="237300"/>
              <a:ext cx="65100" cy="56400"/>
            </a:xfrm>
            <a:prstGeom prst="hexagon">
              <a:avLst>
                <a:gd fmla="val 25000" name="adj"/>
                <a:gd fmla="val 115470" name="vf"/>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grpSp>
        <p:nvGrpSpPr>
          <p:cNvPr id="2005" name="Google Shape;2005;p43"/>
          <p:cNvGrpSpPr/>
          <p:nvPr/>
        </p:nvGrpSpPr>
        <p:grpSpPr>
          <a:xfrm flipH="1">
            <a:off x="1902238" y="1316900"/>
            <a:ext cx="130200" cy="126125"/>
            <a:chOff x="3935725" y="167575"/>
            <a:chExt cx="130200" cy="126125"/>
          </a:xfrm>
        </p:grpSpPr>
        <p:sp>
          <p:nvSpPr>
            <p:cNvPr id="2006" name="Google Shape;2006;p43"/>
            <p:cNvSpPr/>
            <p:nvPr/>
          </p:nvSpPr>
          <p:spPr>
            <a:xfrm>
              <a:off x="3935725" y="167575"/>
              <a:ext cx="65100" cy="564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2007" name="Google Shape;2007;p43"/>
            <p:cNvSpPr/>
            <p:nvPr/>
          </p:nvSpPr>
          <p:spPr>
            <a:xfrm>
              <a:off x="4000825" y="201775"/>
              <a:ext cx="65100" cy="564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2008" name="Google Shape;2008;p43"/>
            <p:cNvSpPr/>
            <p:nvPr/>
          </p:nvSpPr>
          <p:spPr>
            <a:xfrm>
              <a:off x="3935725" y="237300"/>
              <a:ext cx="65100" cy="56400"/>
            </a:xfrm>
            <a:prstGeom prst="hexagon">
              <a:avLst>
                <a:gd fmla="val 25000" name="adj"/>
                <a:gd fmla="val 115470" name="vf"/>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ata Analysis Workshop by Slidesgo">
  <a:themeElements>
    <a:clrScheme name="Simple Light">
      <a:dk1>
        <a:srgbClr val="FFFFFF"/>
      </a:dk1>
      <a:lt1>
        <a:srgbClr val="005F71"/>
      </a:lt1>
      <a:dk2>
        <a:srgbClr val="010318"/>
      </a:dk2>
      <a:lt2>
        <a:srgbClr val="00FFFD"/>
      </a:lt2>
      <a:accent1>
        <a:srgbClr val="00CDAB"/>
      </a:accent1>
      <a:accent2>
        <a:srgbClr val="028670"/>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